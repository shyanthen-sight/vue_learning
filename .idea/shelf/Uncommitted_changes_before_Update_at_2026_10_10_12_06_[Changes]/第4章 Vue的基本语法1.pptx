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1"/>
  </p:notesMasterIdLst>
  <p:sldIdLst>
    <p:sldId id="515" r:id="rId2"/>
    <p:sldId id="256" r:id="rId3"/>
    <p:sldId id="438" r:id="rId4"/>
    <p:sldId id="258" r:id="rId5"/>
    <p:sldId id="307" r:id="rId6"/>
    <p:sldId id="1117" r:id="rId7"/>
    <p:sldId id="1118" r:id="rId8"/>
    <p:sldId id="1119" r:id="rId9"/>
    <p:sldId id="1120" r:id="rId10"/>
    <p:sldId id="1121" r:id="rId11"/>
    <p:sldId id="1122" r:id="rId12"/>
    <p:sldId id="1123" r:id="rId13"/>
    <p:sldId id="1124" r:id="rId14"/>
    <p:sldId id="1125" r:id="rId15"/>
    <p:sldId id="1126" r:id="rId16"/>
    <p:sldId id="1127" r:id="rId17"/>
    <p:sldId id="1128" r:id="rId18"/>
    <p:sldId id="1130" r:id="rId19"/>
    <p:sldId id="1131" r:id="rId20"/>
    <p:sldId id="1132" r:id="rId21"/>
    <p:sldId id="1133" r:id="rId22"/>
    <p:sldId id="1134" r:id="rId23"/>
    <p:sldId id="1135" r:id="rId24"/>
    <p:sldId id="1136" r:id="rId25"/>
    <p:sldId id="1137" r:id="rId26"/>
    <p:sldId id="1138" r:id="rId27"/>
    <p:sldId id="1139" r:id="rId28"/>
    <p:sldId id="1140" r:id="rId29"/>
    <p:sldId id="1142" r:id="rId30"/>
    <p:sldId id="1141" r:id="rId31"/>
    <p:sldId id="1143" r:id="rId32"/>
    <p:sldId id="1144" r:id="rId33"/>
    <p:sldId id="1145" r:id="rId34"/>
    <p:sldId id="1146" r:id="rId35"/>
    <p:sldId id="1147" r:id="rId36"/>
    <p:sldId id="1148" r:id="rId37"/>
    <p:sldId id="1149" r:id="rId38"/>
    <p:sldId id="1150" r:id="rId39"/>
    <p:sldId id="1151" r:id="rId40"/>
    <p:sldId id="1152" r:id="rId41"/>
    <p:sldId id="1153" r:id="rId42"/>
    <p:sldId id="1154" r:id="rId43"/>
    <p:sldId id="1155" r:id="rId44"/>
    <p:sldId id="1156" r:id="rId45"/>
    <p:sldId id="1157" r:id="rId46"/>
    <p:sldId id="1158" r:id="rId47"/>
    <p:sldId id="1159" r:id="rId48"/>
    <p:sldId id="1160" r:id="rId49"/>
    <p:sldId id="1161" r:id="rId50"/>
    <p:sldId id="1162" r:id="rId51"/>
    <p:sldId id="1163" r:id="rId52"/>
    <p:sldId id="1164" r:id="rId53"/>
    <p:sldId id="1165" r:id="rId54"/>
    <p:sldId id="1166" r:id="rId55"/>
    <p:sldId id="1167" r:id="rId56"/>
    <p:sldId id="1168" r:id="rId57"/>
    <p:sldId id="1169" r:id="rId58"/>
    <p:sldId id="1170" r:id="rId59"/>
    <p:sldId id="1171" r:id="rId60"/>
    <p:sldId id="1173" r:id="rId61"/>
    <p:sldId id="1174" r:id="rId62"/>
    <p:sldId id="1303" r:id="rId63"/>
    <p:sldId id="1304" r:id="rId64"/>
    <p:sldId id="1305" r:id="rId65"/>
    <p:sldId id="1306" r:id="rId66"/>
    <p:sldId id="1307" r:id="rId67"/>
    <p:sldId id="1308" r:id="rId68"/>
    <p:sldId id="1309" r:id="rId69"/>
    <p:sldId id="1310" r:id="rId70"/>
    <p:sldId id="1311" r:id="rId71"/>
    <p:sldId id="1312" r:id="rId72"/>
    <p:sldId id="1313" r:id="rId73"/>
    <p:sldId id="1314" r:id="rId74"/>
    <p:sldId id="1315" r:id="rId75"/>
    <p:sldId id="1316" r:id="rId76"/>
    <p:sldId id="1317" r:id="rId77"/>
    <p:sldId id="1318" r:id="rId78"/>
    <p:sldId id="1319" r:id="rId79"/>
    <p:sldId id="1320" r:id="rId80"/>
    <p:sldId id="1321" r:id="rId81"/>
    <p:sldId id="1322" r:id="rId82"/>
    <p:sldId id="1323" r:id="rId83"/>
    <p:sldId id="1324" r:id="rId84"/>
    <p:sldId id="1325" r:id="rId85"/>
    <p:sldId id="1326" r:id="rId86"/>
    <p:sldId id="1327" r:id="rId87"/>
    <p:sldId id="1328" r:id="rId88"/>
    <p:sldId id="1329" r:id="rId89"/>
    <p:sldId id="1330" r:id="rId90"/>
    <p:sldId id="1331" r:id="rId91"/>
    <p:sldId id="1332" r:id="rId92"/>
    <p:sldId id="1333" r:id="rId93"/>
    <p:sldId id="1334" r:id="rId94"/>
    <p:sldId id="1463" r:id="rId95"/>
    <p:sldId id="1464" r:id="rId96"/>
    <p:sldId id="1465" r:id="rId97"/>
    <p:sldId id="1466" r:id="rId98"/>
    <p:sldId id="1467" r:id="rId99"/>
    <p:sldId id="1468" r:id="rId100"/>
    <p:sldId id="1469" r:id="rId101"/>
    <p:sldId id="1470" r:id="rId102"/>
    <p:sldId id="1471" r:id="rId103"/>
    <p:sldId id="1472" r:id="rId104"/>
    <p:sldId id="1473" r:id="rId105"/>
    <p:sldId id="1474" r:id="rId106"/>
    <p:sldId id="1475" r:id="rId107"/>
    <p:sldId id="1476" r:id="rId108"/>
    <p:sldId id="1477" r:id="rId109"/>
    <p:sldId id="1478" r:id="rId110"/>
    <p:sldId id="1479" r:id="rId111"/>
    <p:sldId id="1480" r:id="rId112"/>
    <p:sldId id="1481" r:id="rId113"/>
    <p:sldId id="1482" r:id="rId114"/>
    <p:sldId id="1483" r:id="rId115"/>
    <p:sldId id="1484" r:id="rId116"/>
    <p:sldId id="1485" r:id="rId117"/>
    <p:sldId id="1486" r:id="rId118"/>
    <p:sldId id="1487" r:id="rId119"/>
    <p:sldId id="1488" r:id="rId120"/>
    <p:sldId id="1489" r:id="rId121"/>
    <p:sldId id="1490" r:id="rId122"/>
    <p:sldId id="1492" r:id="rId123"/>
    <p:sldId id="1493" r:id="rId124"/>
    <p:sldId id="1494" r:id="rId125"/>
    <p:sldId id="1495" r:id="rId126"/>
    <p:sldId id="1496" r:id="rId127"/>
    <p:sldId id="1497" r:id="rId128"/>
    <p:sldId id="1498" r:id="rId129"/>
    <p:sldId id="1499" r:id="rId130"/>
    <p:sldId id="1500" r:id="rId131"/>
    <p:sldId id="1501" r:id="rId132"/>
    <p:sldId id="1502" r:id="rId133"/>
    <p:sldId id="1504" r:id="rId134"/>
    <p:sldId id="1503" r:id="rId135"/>
    <p:sldId id="1505" r:id="rId136"/>
    <p:sldId id="1506" r:id="rId137"/>
    <p:sldId id="1507" r:id="rId138"/>
    <p:sldId id="1508" r:id="rId139"/>
    <p:sldId id="1509" r:id="rId140"/>
    <p:sldId id="1510" r:id="rId141"/>
    <p:sldId id="1511" r:id="rId142"/>
    <p:sldId id="1512" r:id="rId143"/>
    <p:sldId id="1513" r:id="rId144"/>
    <p:sldId id="1514" r:id="rId145"/>
    <p:sldId id="1515" r:id="rId146"/>
    <p:sldId id="1516" r:id="rId147"/>
    <p:sldId id="1517" r:id="rId148"/>
    <p:sldId id="1518" r:id="rId149"/>
    <p:sldId id="1519" r:id="rId150"/>
    <p:sldId id="1520" r:id="rId151"/>
    <p:sldId id="1521" r:id="rId152"/>
    <p:sldId id="1522" r:id="rId153"/>
    <p:sldId id="1523" r:id="rId154"/>
    <p:sldId id="1524" r:id="rId155"/>
    <p:sldId id="1525" r:id="rId156"/>
    <p:sldId id="1526" r:id="rId157"/>
    <p:sldId id="1527" r:id="rId158"/>
    <p:sldId id="689" r:id="rId159"/>
    <p:sldId id="592" r:id="rId160"/>
  </p:sldIdLst>
  <p:sldSz cx="12192000" cy="6858000"/>
  <p:notesSz cx="6858000" cy="9144000"/>
  <p:custDataLst>
    <p:tags r:id="rId1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9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5002" initials="2" lastIdx="1" clrIdx="0"/>
  <p:cmAuthor id="2" name="qf1" initials="q"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EAEFF7"/>
    <a:srgbClr val="FFFFFF"/>
    <a:srgbClr val="00CC99"/>
    <a:srgbClr val="7C28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5" autoAdjust="0"/>
    <p:restoredTop sz="93916" autoAdjust="0"/>
  </p:normalViewPr>
  <p:slideViewPr>
    <p:cSldViewPr snapToGrid="0" showGuides="1">
      <p:cViewPr>
        <p:scale>
          <a:sx n="100" d="100"/>
          <a:sy n="100" d="100"/>
        </p:scale>
        <p:origin x="2568" y="1230"/>
      </p:cViewPr>
      <p:guideLst>
        <p:guide orient="horz" pos="2256"/>
        <p:guide pos="3982"/>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commentAuthors" Target="commentAuthor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13" name="文本框 12"/>
          <p:cNvSpPr txBox="1"/>
          <p:nvPr userDrawn="1"/>
        </p:nvSpPr>
        <p:spPr>
          <a:xfrm>
            <a:off x="1107760" y="203200"/>
            <a:ext cx="2144630" cy="523220"/>
          </a:xfrm>
          <a:prstGeom prst="rect">
            <a:avLst/>
          </a:prstGeom>
          <a:noFill/>
        </p:spPr>
        <p:txBody>
          <a:bodyPr wrap="square" rtlCol="0">
            <a:spAutoFit/>
          </a:bodyPr>
          <a:lstStyle/>
          <a:p>
            <a:r>
              <a:rPr lang="zh-CN" altLang="en-US" sz="2800" dirty="0">
                <a:latin typeface="+mj-ea"/>
                <a:ea typeface="+mj-ea"/>
              </a:rPr>
              <a:t>学 习 目 标</a:t>
            </a:r>
          </a:p>
        </p:txBody>
      </p:sp>
      <p:sp>
        <p:nvSpPr>
          <p:cNvPr id="14" name="文本框 13"/>
          <p:cNvSpPr txBox="1"/>
          <p:nvPr userDrawn="1"/>
        </p:nvSpPr>
        <p:spPr>
          <a:xfrm>
            <a:off x="1061444" y="726420"/>
            <a:ext cx="2636796" cy="369332"/>
          </a:xfrm>
          <a:prstGeom prst="rect">
            <a:avLst/>
          </a:prstGeom>
          <a:noFill/>
        </p:spPr>
        <p:txBody>
          <a:bodyPr wrap="square">
            <a:spAutoFit/>
          </a:bodyPr>
          <a:lstStyle/>
          <a:p>
            <a:r>
              <a:rPr lang="en-US" altLang="zh-CN" dirty="0"/>
              <a:t>LEARNING OBJECTIVES</a:t>
            </a:r>
            <a:endParaRPr lang="zh-CN" altLang="en-US" dirty="0"/>
          </a:p>
        </p:txBody>
      </p:sp>
      <p:cxnSp>
        <p:nvCxnSpPr>
          <p:cNvPr id="15" name="直接连接符 14"/>
          <p:cNvCxnSpPr/>
          <p:nvPr userDrawn="1"/>
        </p:nvCxnSpPr>
        <p:spPr>
          <a:xfrm>
            <a:off x="1106570" y="726420"/>
            <a:ext cx="2144630" cy="0"/>
          </a:xfrm>
          <a:prstGeom prst="line">
            <a:avLst/>
          </a:prstGeom>
          <a:ln>
            <a:solidFill>
              <a:srgbClr val="6401F8"/>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userDrawn="1"/>
        </p:nvGrpSpPr>
        <p:grpSpPr>
          <a:xfrm>
            <a:off x="274027" y="281999"/>
            <a:ext cx="764259" cy="767958"/>
            <a:chOff x="1506056" y="1170999"/>
            <a:chExt cx="764259" cy="767958"/>
          </a:xfrm>
        </p:grpSpPr>
        <p:sp>
          <p:nvSpPr>
            <p:cNvPr id="26" name="任意多边形: 形状 25"/>
            <p:cNvSpPr/>
            <p:nvPr userDrawn="1"/>
          </p:nvSpPr>
          <p:spPr>
            <a:xfrm>
              <a:off x="1506056" y="1170999"/>
              <a:ext cx="764259" cy="767958"/>
            </a:xfrm>
            <a:custGeom>
              <a:avLst/>
              <a:gdLst>
                <a:gd name="connsiteX0" fmla="*/ 380280 w 764259"/>
                <a:gd name="connsiteY0" fmla="*/ 0 h 767958"/>
                <a:gd name="connsiteX1" fmla="*/ 764259 w 764259"/>
                <a:gd name="connsiteY1" fmla="*/ 383979 h 767958"/>
                <a:gd name="connsiteX2" fmla="*/ 380280 w 764259"/>
                <a:gd name="connsiteY2" fmla="*/ 767958 h 767958"/>
                <a:gd name="connsiteX3" fmla="*/ 108766 w 764259"/>
                <a:gd name="connsiteY3" fmla="*/ 655493 h 767958"/>
                <a:gd name="connsiteX4" fmla="*/ 88074 w 764259"/>
                <a:gd name="connsiteY4" fmla="*/ 630414 h 767958"/>
                <a:gd name="connsiteX5" fmla="*/ 86340 w 764259"/>
                <a:gd name="connsiteY5" fmla="*/ 621759 h 767958"/>
                <a:gd name="connsiteX6" fmla="*/ 99269 w 764259"/>
                <a:gd name="connsiteY6" fmla="*/ 602352 h 767958"/>
                <a:gd name="connsiteX7" fmla="*/ 122135 w 764259"/>
                <a:gd name="connsiteY7" fmla="*/ 597770 h 767958"/>
                <a:gd name="connsiteX8" fmla="*/ 138156 w 764259"/>
                <a:gd name="connsiteY8" fmla="*/ 608444 h 767958"/>
                <a:gd name="connsiteX9" fmla="*/ 125488 w 764259"/>
                <a:gd name="connsiteY9" fmla="*/ 584691 h 767958"/>
                <a:gd name="connsiteX10" fmla="*/ 149936 w 764259"/>
                <a:gd name="connsiteY10" fmla="*/ 614323 h 767958"/>
                <a:gd name="connsiteX11" fmla="*/ 380280 w 764259"/>
                <a:gd name="connsiteY11" fmla="*/ 709734 h 767958"/>
                <a:gd name="connsiteX12" fmla="*/ 706035 w 764259"/>
                <a:gd name="connsiteY12" fmla="*/ 383979 h 767958"/>
                <a:gd name="connsiteX13" fmla="*/ 380280 w 764259"/>
                <a:gd name="connsiteY13" fmla="*/ 58224 h 767958"/>
                <a:gd name="connsiteX14" fmla="*/ 61143 w 764259"/>
                <a:gd name="connsiteY14" fmla="*/ 318328 h 767958"/>
                <a:gd name="connsiteX15" fmla="*/ 58224 w 764259"/>
                <a:gd name="connsiteY15" fmla="*/ 347286 h 767958"/>
                <a:gd name="connsiteX16" fmla="*/ 0 w 764259"/>
                <a:gd name="connsiteY16" fmla="*/ 347286 h 767958"/>
                <a:gd name="connsiteX17" fmla="*/ 4102 w 764259"/>
                <a:gd name="connsiteY17" fmla="*/ 306594 h 767958"/>
                <a:gd name="connsiteX18" fmla="*/ 380280 w 764259"/>
                <a:gd name="connsiteY18" fmla="*/ 0 h 7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4259" h="767958">
                  <a:moveTo>
                    <a:pt x="380280" y="0"/>
                  </a:moveTo>
                  <a:cubicBezTo>
                    <a:pt x="592346" y="0"/>
                    <a:pt x="764259" y="171913"/>
                    <a:pt x="764259" y="383979"/>
                  </a:cubicBezTo>
                  <a:cubicBezTo>
                    <a:pt x="764259" y="596045"/>
                    <a:pt x="592346" y="767958"/>
                    <a:pt x="380280" y="767958"/>
                  </a:cubicBezTo>
                  <a:cubicBezTo>
                    <a:pt x="274247" y="767958"/>
                    <a:pt x="178252" y="724980"/>
                    <a:pt x="108766" y="655493"/>
                  </a:cubicBezTo>
                  <a:lnTo>
                    <a:pt x="88074" y="630414"/>
                  </a:lnTo>
                  <a:lnTo>
                    <a:pt x="86340" y="621759"/>
                  </a:lnTo>
                  <a:cubicBezTo>
                    <a:pt x="87851" y="614109"/>
                    <a:pt x="92280" y="607036"/>
                    <a:pt x="99269" y="602352"/>
                  </a:cubicBezTo>
                  <a:cubicBezTo>
                    <a:pt x="106259" y="597667"/>
                    <a:pt x="114485" y="596260"/>
                    <a:pt x="122135" y="597770"/>
                  </a:cubicBezTo>
                  <a:lnTo>
                    <a:pt x="138156" y="608444"/>
                  </a:lnTo>
                  <a:lnTo>
                    <a:pt x="125488" y="584691"/>
                  </a:lnTo>
                  <a:lnTo>
                    <a:pt x="149936" y="614323"/>
                  </a:lnTo>
                  <a:cubicBezTo>
                    <a:pt x="208886" y="673273"/>
                    <a:pt x="290325" y="709734"/>
                    <a:pt x="380280" y="709734"/>
                  </a:cubicBezTo>
                  <a:cubicBezTo>
                    <a:pt x="560190" y="709734"/>
                    <a:pt x="706035" y="563889"/>
                    <a:pt x="706035" y="383979"/>
                  </a:cubicBezTo>
                  <a:cubicBezTo>
                    <a:pt x="706035" y="204069"/>
                    <a:pt x="560190" y="58224"/>
                    <a:pt x="380280" y="58224"/>
                  </a:cubicBezTo>
                  <a:cubicBezTo>
                    <a:pt x="222859" y="58224"/>
                    <a:pt x="91519" y="169887"/>
                    <a:pt x="61143" y="318328"/>
                  </a:cubicBezTo>
                  <a:lnTo>
                    <a:pt x="58224" y="347286"/>
                  </a:lnTo>
                  <a:lnTo>
                    <a:pt x="0" y="347286"/>
                  </a:lnTo>
                  <a:lnTo>
                    <a:pt x="4102" y="306594"/>
                  </a:lnTo>
                  <a:cubicBezTo>
                    <a:pt x="39907" y="131621"/>
                    <a:pt x="194722" y="0"/>
                    <a:pt x="380280" y="0"/>
                  </a:cubicBezTo>
                  <a:close/>
                </a:path>
              </a:pathLst>
            </a:cu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 name="椭圆 3"/>
            <p:cNvSpPr/>
            <p:nvPr userDrawn="1"/>
          </p:nvSpPr>
          <p:spPr>
            <a:xfrm>
              <a:off x="1588770" y="1756122"/>
              <a:ext cx="57150" cy="57150"/>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7" name="椭圆 26"/>
            <p:cNvSpPr/>
            <p:nvPr userDrawn="1"/>
          </p:nvSpPr>
          <p:spPr>
            <a:xfrm>
              <a:off x="1506056" y="1488303"/>
              <a:ext cx="57150" cy="57150"/>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41" name="组合 40"/>
          <p:cNvGrpSpPr/>
          <p:nvPr userDrawn="1"/>
        </p:nvGrpSpPr>
        <p:grpSpPr>
          <a:xfrm>
            <a:off x="354335" y="535507"/>
            <a:ext cx="535506" cy="350441"/>
            <a:chOff x="1922428" y="1423006"/>
            <a:chExt cx="535506" cy="350441"/>
          </a:xfrm>
          <a:solidFill>
            <a:srgbClr val="6401F8"/>
          </a:solidFill>
        </p:grpSpPr>
        <p:grpSp>
          <p:nvGrpSpPr>
            <p:cNvPr id="11" name="组合 10"/>
            <p:cNvGrpSpPr/>
            <p:nvPr userDrawn="1"/>
          </p:nvGrpSpPr>
          <p:grpSpPr>
            <a:xfrm rot="18718039" flipV="1">
              <a:off x="1844710" y="1584333"/>
              <a:ext cx="224712" cy="69276"/>
              <a:chOff x="573405" y="1443990"/>
              <a:chExt cx="787632" cy="160020"/>
            </a:xfrm>
            <a:grpFill/>
          </p:grpSpPr>
          <p:sp>
            <p:nvSpPr>
              <p:cNvPr id="9" name="椭圆 8"/>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8" name="椭圆 27"/>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1" name="组合 30"/>
            <p:cNvGrpSpPr/>
            <p:nvPr userDrawn="1"/>
          </p:nvGrpSpPr>
          <p:grpSpPr>
            <a:xfrm rot="2651265" flipV="1">
              <a:off x="1955814" y="1594427"/>
              <a:ext cx="253670" cy="69276"/>
              <a:chOff x="573405" y="1443990"/>
              <a:chExt cx="787632" cy="160020"/>
            </a:xfrm>
            <a:grpFill/>
          </p:grpSpPr>
          <p:sp>
            <p:nvSpPr>
              <p:cNvPr id="32" name="椭圆 31"/>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3" name="椭圆 32"/>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 name="矩形 33"/>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6" name="组合 35"/>
            <p:cNvGrpSpPr/>
            <p:nvPr userDrawn="1"/>
          </p:nvGrpSpPr>
          <p:grpSpPr>
            <a:xfrm rot="18821879" flipV="1">
              <a:off x="2091592" y="1585792"/>
              <a:ext cx="306034" cy="69276"/>
              <a:chOff x="573405" y="1443990"/>
              <a:chExt cx="787632" cy="160020"/>
            </a:xfrm>
            <a:grpFill/>
          </p:grpSpPr>
          <p:sp>
            <p:nvSpPr>
              <p:cNvPr id="38" name="椭圆 37"/>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9" name="椭圆 38"/>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0" name="矩形 39"/>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29" name="等腰三角形 28"/>
            <p:cNvSpPr/>
            <p:nvPr userDrawn="1"/>
          </p:nvSpPr>
          <p:spPr>
            <a:xfrm rot="2290495">
              <a:off x="2261064" y="1423006"/>
              <a:ext cx="196870" cy="148982"/>
            </a:xfrm>
            <a:prstGeom prst="triangl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58" name="梯形 57"/>
          <p:cNvSpPr/>
          <p:nvPr userDrawn="1"/>
        </p:nvSpPr>
        <p:spPr>
          <a:xfrm>
            <a:off x="849172" y="3967293"/>
            <a:ext cx="3391238" cy="656015"/>
          </a:xfrm>
          <a:prstGeom prst="trapezoid">
            <a:avLst>
              <a:gd name="adj" fmla="val 66310"/>
            </a:avLst>
          </a:prstGeom>
          <a:solidFill>
            <a:srgbClr val="6401F8">
              <a:alpha val="84706"/>
            </a:srgb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9" name="梯形 58"/>
          <p:cNvSpPr/>
          <p:nvPr userDrawn="1"/>
        </p:nvSpPr>
        <p:spPr>
          <a:xfrm>
            <a:off x="1368068" y="3151207"/>
            <a:ext cx="2321836" cy="656015"/>
          </a:xfrm>
          <a:prstGeom prst="trapezoid">
            <a:avLst>
              <a:gd name="adj" fmla="val 66310"/>
            </a:avLst>
          </a:prstGeom>
          <a:solidFill>
            <a:srgbClr val="7C28F9"/>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70" name="直接连接符 69"/>
          <p:cNvCxnSpPr/>
          <p:nvPr userDrawn="1"/>
        </p:nvCxnSpPr>
        <p:spPr>
          <a:xfrm>
            <a:off x="5085348" y="4203266"/>
            <a:ext cx="1748589" cy="0"/>
          </a:xfrm>
          <a:prstGeom prst="line">
            <a:avLst/>
          </a:prstGeom>
          <a:ln w="3175" cap="rnd">
            <a:solidFill>
              <a:schemeClr val="tx2"/>
            </a:solidFill>
            <a:round/>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35" name="矩形 34"/>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59"/>
          <p:cNvSpPr/>
          <p:nvPr userDrawn="1"/>
        </p:nvSpPr>
        <p:spPr>
          <a:xfrm>
            <a:off x="1891648" y="2022534"/>
            <a:ext cx="1306286" cy="968602"/>
          </a:xfrm>
          <a:prstGeom prst="triangle">
            <a:avLst/>
          </a:prstGeom>
          <a:solidFill>
            <a:srgbClr val="6401F8">
              <a:alpha val="84706"/>
            </a:srgbClr>
          </a:solidFill>
          <a:ln>
            <a:noFill/>
          </a:ln>
          <a:effectLst>
            <a:reflection blurRad="6350" stA="58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45" name="直接连接符 44"/>
          <p:cNvCxnSpPr/>
          <p:nvPr userDrawn="1"/>
        </p:nvCxnSpPr>
        <p:spPr>
          <a:xfrm>
            <a:off x="3593082" y="2106651"/>
            <a:ext cx="3199604" cy="0"/>
          </a:xfrm>
          <a:prstGeom prst="line">
            <a:avLst/>
          </a:prstGeom>
          <a:ln w="3175" cap="rnd">
            <a:solidFill>
              <a:schemeClr val="tx2"/>
            </a:solidFill>
            <a:roun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4513231" y="3115678"/>
            <a:ext cx="2279455" cy="0"/>
          </a:xfrm>
          <a:prstGeom prst="line">
            <a:avLst/>
          </a:prstGeom>
          <a:ln w="3175" cap="rnd">
            <a:solidFill>
              <a:schemeClr val="tx2"/>
            </a:solidFill>
            <a:round/>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 name="梯形 1"/>
          <p:cNvSpPr/>
          <p:nvPr userDrawn="1"/>
        </p:nvSpPr>
        <p:spPr>
          <a:xfrm>
            <a:off x="370205" y="4852035"/>
            <a:ext cx="4498340" cy="655955"/>
          </a:xfrm>
          <a:prstGeom prst="trapezoid">
            <a:avLst>
              <a:gd name="adj" fmla="val 66310"/>
            </a:avLst>
          </a:prstGeom>
          <a:solidFill>
            <a:srgbClr val="6401F8">
              <a:alpha val="84706"/>
            </a:srgb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cxnSp>
        <p:nvCxnSpPr>
          <p:cNvPr id="3" name="直接连接符 2"/>
          <p:cNvCxnSpPr/>
          <p:nvPr userDrawn="1"/>
        </p:nvCxnSpPr>
        <p:spPr>
          <a:xfrm flipV="1">
            <a:off x="5380355" y="5178425"/>
            <a:ext cx="1441450" cy="17145"/>
          </a:xfrm>
          <a:prstGeom prst="line">
            <a:avLst/>
          </a:prstGeom>
          <a:ln w="3175" cap="rnd">
            <a:solidFill>
              <a:schemeClr val="tx2"/>
            </a:solidFill>
            <a:round/>
            <a:headEnd type="oval" w="sm" len="sm"/>
            <a:tailEnd type="oval" w="sm" len="sm"/>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小章节">
    <p:spTree>
      <p:nvGrpSpPr>
        <p:cNvPr id="1" name=""/>
        <p:cNvGrpSpPr/>
        <p:nvPr/>
      </p:nvGrpSpPr>
      <p:grpSpPr>
        <a:xfrm>
          <a:off x="0" y="0"/>
          <a:ext cx="0" cy="0"/>
          <a:chOff x="0" y="0"/>
          <a:chExt cx="0" cy="0"/>
        </a:xfrm>
      </p:grpSpPr>
      <p:sp>
        <p:nvSpPr>
          <p:cNvPr id="3" name="Freeform 5"/>
          <p:cNvSpPr/>
          <p:nvPr userDrawn="1"/>
        </p:nvSpPr>
        <p:spPr bwMode="auto">
          <a:xfrm rot="5400000">
            <a:off x="684530" y="1800860"/>
            <a:ext cx="3729990" cy="323278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tx1"/>
            </a:solidFill>
          </a:ln>
          <a:effectLst>
            <a:outerShdw blurRad="444500" dist="152400" dir="2700000" algn="tl" rotWithShape="0">
              <a:prstClr val="black">
                <a:alpha val="30000"/>
              </a:prstClr>
            </a:outerShdw>
          </a:effectLst>
        </p:spPr>
        <p:txBody>
          <a:bodyPr vert="horz" wrap="square" lIns="91416" tIns="45708" rIns="91416" bIns="45708" numCol="1" anchor="t" anchorCtr="0" compatLnSpc="1"/>
          <a:lstStyle/>
          <a:p>
            <a:endParaRPr lang="zh-CN" altLang="en-US" sz="1600" b="1">
              <a:solidFill>
                <a:prstClr val="black"/>
              </a:solidFill>
              <a:cs typeface="+mn-ea"/>
              <a:sym typeface="+mn-lt"/>
            </a:endParaRPr>
          </a:p>
        </p:txBody>
      </p:sp>
      <p:sp>
        <p:nvSpPr>
          <p:cNvPr id="4" name="Freeform 5"/>
          <p:cNvSpPr/>
          <p:nvPr userDrawn="1"/>
        </p:nvSpPr>
        <p:spPr bwMode="auto">
          <a:xfrm rot="5400000">
            <a:off x="871273" y="1762674"/>
            <a:ext cx="1094948" cy="97044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401F8"/>
          </a:solidFill>
          <a:ln w="25400">
            <a:noFill/>
          </a:ln>
          <a:effectLst>
            <a:outerShdw blurRad="444500" dist="152400" dir="2700000" algn="tl" rotWithShape="0">
              <a:prstClr val="black">
                <a:alpha val="30000"/>
              </a:prstClr>
            </a:outerShdw>
          </a:effectLst>
        </p:spPr>
        <p:txBody>
          <a:bodyPr vert="horz" wrap="square" lIns="91416" tIns="45708" rIns="91416" bIns="45708" numCol="1" anchor="t" anchorCtr="0" compatLnSpc="1"/>
          <a:lstStyle/>
          <a:p>
            <a:endParaRPr lang="zh-CN" altLang="en-US" sz="1600" b="1">
              <a:solidFill>
                <a:prstClr val="black"/>
              </a:solidFill>
              <a:cs typeface="+mn-ea"/>
              <a:sym typeface="+mn-lt"/>
            </a:endParaRPr>
          </a:p>
        </p:txBody>
      </p:sp>
      <p:sp>
        <p:nvSpPr>
          <p:cNvPr id="7" name="矩形 6"/>
          <p:cNvSpPr/>
          <p:nvPr userDrawn="1"/>
        </p:nvSpPr>
        <p:spPr>
          <a:xfrm>
            <a:off x="2180828" y="4467221"/>
            <a:ext cx="833356" cy="48100"/>
          </a:xfrm>
          <a:prstGeom prst="rect">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矩形 10"/>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íṥḷíḑé"/>
          <p:cNvSpPr txBox="1"/>
          <p:nvPr userDrawn="1"/>
        </p:nvSpPr>
        <p:spPr>
          <a:xfrm>
            <a:off x="5119370" y="2204085"/>
            <a:ext cx="534670" cy="47307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01</a:t>
            </a:r>
          </a:p>
        </p:txBody>
      </p:sp>
      <p:sp>
        <p:nvSpPr>
          <p:cNvPr id="41" name="îṧ1ïḋê"/>
          <p:cNvSpPr txBox="1"/>
          <p:nvPr userDrawn="1"/>
        </p:nvSpPr>
        <p:spPr>
          <a:xfrm>
            <a:off x="5119268" y="4259937"/>
            <a:ext cx="539618" cy="461665"/>
          </a:xfrm>
          <a:prstGeom prst="rect">
            <a:avLst/>
          </a:prstGeom>
          <a:noFill/>
        </p:spPr>
        <p:txBody>
          <a:bodyPr wrap="none" anchor="ctr">
            <a:noAutofit/>
          </a:bodyPr>
          <a:lstStyle/>
          <a:p>
            <a:pPr algn="ctr"/>
            <a:r>
              <a:rPr lang="en-US" altLang="zh-CN" sz="2800">
                <a:solidFill>
                  <a:schemeClr val="accent2">
                    <a:lumMod val="100000"/>
                  </a:schemeClr>
                </a:solidFill>
                <a:latin typeface="Impact" panose="020B0806030902050204" pitchFamily="34" charset="0"/>
              </a:rPr>
              <a:t>02</a:t>
            </a:r>
          </a:p>
        </p:txBody>
      </p:sp>
      <p:cxnSp>
        <p:nvCxnSpPr>
          <p:cNvPr id="38" name="直接连接符 37"/>
          <p:cNvCxnSpPr/>
          <p:nvPr userDrawn="1"/>
        </p:nvCxnSpPr>
        <p:spPr>
          <a:xfrm>
            <a:off x="5944855" y="2181435"/>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接连接符 41"/>
          <p:cNvCxnSpPr/>
          <p:nvPr userDrawn="1"/>
        </p:nvCxnSpPr>
        <p:spPr>
          <a:xfrm>
            <a:off x="5944672" y="4231162"/>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75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125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par>
                          <p:cTn id="16" fill="hold">
                            <p:stCondLst>
                              <p:cond delay="2250"/>
                            </p:stCondLst>
                            <p:childTnLst>
                              <p:par>
                                <p:cTn id="17" presetID="21" presetClass="entr" presetSubtype="1"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heel(1)">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7" grpId="0" bldLvl="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小章节">
    <p:spTree>
      <p:nvGrpSpPr>
        <p:cNvPr id="1" name=""/>
        <p:cNvGrpSpPr/>
        <p:nvPr/>
      </p:nvGrpSpPr>
      <p:grpSpPr>
        <a:xfrm>
          <a:off x="0" y="0"/>
          <a:ext cx="0" cy="0"/>
          <a:chOff x="0" y="0"/>
          <a:chExt cx="0" cy="0"/>
        </a:xfrm>
      </p:grpSpPr>
      <p:sp>
        <p:nvSpPr>
          <p:cNvPr id="3" name="Freeform 5"/>
          <p:cNvSpPr/>
          <p:nvPr userDrawn="1"/>
        </p:nvSpPr>
        <p:spPr bwMode="auto">
          <a:xfrm rot="5400000">
            <a:off x="684530" y="1800860"/>
            <a:ext cx="3729990" cy="323278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tx1"/>
            </a:solidFill>
          </a:ln>
          <a:effectLst>
            <a:outerShdw blurRad="444500" dist="152400" dir="2700000" algn="tl" rotWithShape="0">
              <a:prstClr val="black">
                <a:alpha val="30000"/>
              </a:prstClr>
            </a:outerShdw>
          </a:effectLst>
        </p:spPr>
        <p:txBody>
          <a:bodyPr vert="horz" wrap="square" lIns="91416" tIns="45708" rIns="91416" bIns="45708" numCol="1" anchor="t" anchorCtr="0" compatLnSpc="1"/>
          <a:lstStyle/>
          <a:p>
            <a:endParaRPr lang="zh-CN" altLang="en-US" sz="1600" b="1">
              <a:solidFill>
                <a:prstClr val="black"/>
              </a:solidFill>
              <a:cs typeface="+mn-ea"/>
              <a:sym typeface="+mn-lt"/>
            </a:endParaRPr>
          </a:p>
        </p:txBody>
      </p:sp>
      <p:sp>
        <p:nvSpPr>
          <p:cNvPr id="4" name="Freeform 5"/>
          <p:cNvSpPr/>
          <p:nvPr userDrawn="1"/>
        </p:nvSpPr>
        <p:spPr bwMode="auto">
          <a:xfrm rot="5400000">
            <a:off x="871273" y="1762674"/>
            <a:ext cx="1094948" cy="97044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401F8"/>
          </a:solidFill>
          <a:ln w="25400">
            <a:noFill/>
          </a:ln>
          <a:effectLst>
            <a:outerShdw blurRad="444500" dist="152400" dir="2700000" algn="tl" rotWithShape="0">
              <a:prstClr val="black">
                <a:alpha val="30000"/>
              </a:prstClr>
            </a:outerShdw>
          </a:effectLst>
        </p:spPr>
        <p:txBody>
          <a:bodyPr vert="horz" wrap="square" lIns="91416" tIns="45708" rIns="91416" bIns="45708" numCol="1" anchor="t" anchorCtr="0" compatLnSpc="1"/>
          <a:lstStyle/>
          <a:p>
            <a:endParaRPr lang="zh-CN" altLang="en-US" sz="1600" b="1">
              <a:solidFill>
                <a:prstClr val="black"/>
              </a:solidFill>
              <a:cs typeface="+mn-ea"/>
              <a:sym typeface="+mn-lt"/>
            </a:endParaRPr>
          </a:p>
        </p:txBody>
      </p:sp>
      <p:sp>
        <p:nvSpPr>
          <p:cNvPr id="7" name="矩形 6"/>
          <p:cNvSpPr/>
          <p:nvPr userDrawn="1"/>
        </p:nvSpPr>
        <p:spPr>
          <a:xfrm>
            <a:off x="2180828" y="4467221"/>
            <a:ext cx="833356" cy="48100"/>
          </a:xfrm>
          <a:prstGeom prst="rect">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矩形 10"/>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íṥḷíḑé"/>
          <p:cNvSpPr txBox="1"/>
          <p:nvPr userDrawn="1"/>
        </p:nvSpPr>
        <p:spPr>
          <a:xfrm>
            <a:off x="5124450" y="1700530"/>
            <a:ext cx="534670" cy="47307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01</a:t>
            </a:r>
          </a:p>
        </p:txBody>
      </p:sp>
      <p:sp>
        <p:nvSpPr>
          <p:cNvPr id="41" name="îṧ1ïḋê"/>
          <p:cNvSpPr txBox="1"/>
          <p:nvPr userDrawn="1"/>
        </p:nvSpPr>
        <p:spPr>
          <a:xfrm>
            <a:off x="5124348" y="3080742"/>
            <a:ext cx="539618" cy="461665"/>
          </a:xfrm>
          <a:prstGeom prst="rect">
            <a:avLst/>
          </a:prstGeom>
          <a:noFill/>
        </p:spPr>
        <p:txBody>
          <a:bodyPr wrap="none" anchor="ctr">
            <a:noAutofit/>
          </a:bodyPr>
          <a:lstStyle/>
          <a:p>
            <a:pPr algn="ctr"/>
            <a:r>
              <a:rPr lang="en-US" altLang="zh-CN" sz="2800">
                <a:solidFill>
                  <a:schemeClr val="accent2">
                    <a:lumMod val="100000"/>
                  </a:schemeClr>
                </a:solidFill>
                <a:latin typeface="Impact" panose="020B0806030902050204" pitchFamily="34" charset="0"/>
              </a:rPr>
              <a:t>02</a:t>
            </a:r>
          </a:p>
        </p:txBody>
      </p:sp>
      <p:cxnSp>
        <p:nvCxnSpPr>
          <p:cNvPr id="38" name="直接连接符 37"/>
          <p:cNvCxnSpPr/>
          <p:nvPr userDrawn="1"/>
        </p:nvCxnSpPr>
        <p:spPr>
          <a:xfrm>
            <a:off x="5944855" y="1700740"/>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接连接符 41"/>
          <p:cNvCxnSpPr/>
          <p:nvPr userDrawn="1"/>
        </p:nvCxnSpPr>
        <p:spPr>
          <a:xfrm>
            <a:off x="5944672" y="3051967"/>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îṧ1ïḋê"/>
          <p:cNvSpPr txBox="1"/>
          <p:nvPr userDrawn="1"/>
        </p:nvSpPr>
        <p:spPr>
          <a:xfrm>
            <a:off x="5124348" y="4450075"/>
            <a:ext cx="539618" cy="461665"/>
          </a:xfrm>
          <a:prstGeom prst="rect">
            <a:avLst/>
          </a:prstGeom>
          <a:noFill/>
        </p:spPr>
        <p:txBody>
          <a:bodyPr wrap="none" anchor="ctr">
            <a:noAutofit/>
          </a:bodyPr>
          <a:lstStyle/>
          <a:p>
            <a:pPr algn="ctr"/>
            <a:r>
              <a:rPr lang="en-US" altLang="zh-CN" sz="2800" dirty="0">
                <a:solidFill>
                  <a:schemeClr val="accent2">
                    <a:lumMod val="100000"/>
                  </a:schemeClr>
                </a:solidFill>
                <a:latin typeface="Impact" panose="020B0806030902050204" pitchFamily="34" charset="0"/>
              </a:rPr>
              <a:t>03</a:t>
            </a:r>
          </a:p>
        </p:txBody>
      </p:sp>
      <p:cxnSp>
        <p:nvCxnSpPr>
          <p:cNvPr id="2" name="直接连接符 1"/>
          <p:cNvCxnSpPr/>
          <p:nvPr userDrawn="1"/>
        </p:nvCxnSpPr>
        <p:spPr>
          <a:xfrm>
            <a:off x="5944672" y="4421662"/>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75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125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par>
                          <p:cTn id="16" fill="hold">
                            <p:stCondLst>
                              <p:cond delay="2250"/>
                            </p:stCondLst>
                            <p:childTnLst>
                              <p:par>
                                <p:cTn id="17" presetID="21" presetClass="entr" presetSubtype="1"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heel(1)">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7"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2" name="矩形 1"/>
          <p:cNvSpPr/>
          <p:nvPr userDrawn="1"/>
        </p:nvSpPr>
        <p:spPr>
          <a:xfrm flipV="1">
            <a:off x="1508760" y="761076"/>
            <a:ext cx="7604066" cy="45719"/>
          </a:xfrm>
          <a:prstGeom prst="rect">
            <a:avLst/>
          </a:prstGeom>
          <a:solidFill>
            <a:srgbClr val="6401F8">
              <a:alpha val="85000"/>
            </a:srgbClr>
          </a:solidFill>
          <a:ln>
            <a:solidFill>
              <a:srgbClr val="6401F8"/>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
    <p:spTree>
      <p:nvGrpSpPr>
        <p:cNvPr id="1" name=""/>
        <p:cNvGrpSpPr/>
        <p:nvPr/>
      </p:nvGrpSpPr>
      <p:grpSpPr>
        <a:xfrm>
          <a:off x="0" y="0"/>
          <a:ext cx="0" cy="0"/>
          <a:chOff x="0" y="0"/>
          <a:chExt cx="0" cy="0"/>
        </a:xfrm>
      </p:grpSpPr>
      <p:sp>
        <p:nvSpPr>
          <p:cNvPr id="6" name="文本框 5"/>
          <p:cNvSpPr txBox="1"/>
          <p:nvPr userDrawn="1"/>
        </p:nvSpPr>
        <p:spPr>
          <a:xfrm>
            <a:off x="1073840" y="176263"/>
            <a:ext cx="1470951" cy="523220"/>
          </a:xfrm>
          <a:prstGeom prst="rect">
            <a:avLst/>
          </a:prstGeom>
          <a:noFill/>
        </p:spPr>
        <p:txBody>
          <a:bodyPr wrap="square" rtlCol="0">
            <a:spAutoFit/>
          </a:bodyPr>
          <a:lstStyle/>
          <a:p>
            <a:r>
              <a:rPr lang="zh-CN" altLang="en-US" sz="2800" dirty="0">
                <a:latin typeface="+mj-ea"/>
                <a:ea typeface="+mj-ea"/>
              </a:rPr>
              <a:t>目   录</a:t>
            </a:r>
          </a:p>
        </p:txBody>
      </p:sp>
      <p:sp>
        <p:nvSpPr>
          <p:cNvPr id="8" name="文本框 7"/>
          <p:cNvSpPr txBox="1"/>
          <p:nvPr userDrawn="1"/>
        </p:nvSpPr>
        <p:spPr>
          <a:xfrm>
            <a:off x="1101524" y="692673"/>
            <a:ext cx="1674251" cy="369332"/>
          </a:xfrm>
          <a:prstGeom prst="rect">
            <a:avLst/>
          </a:prstGeom>
          <a:noFill/>
        </p:spPr>
        <p:txBody>
          <a:bodyPr wrap="square">
            <a:spAutoFit/>
          </a:bodyPr>
          <a:lstStyle/>
          <a:p>
            <a:r>
              <a:rPr lang="en-US" altLang="zh-CN" dirty="0"/>
              <a:t>CATALOUGUE</a:t>
            </a:r>
            <a:endParaRPr lang="zh-CN" altLang="en-US" dirty="0"/>
          </a:p>
        </p:txBody>
      </p:sp>
      <p:cxnSp>
        <p:nvCxnSpPr>
          <p:cNvPr id="10" name="直接连接符 9"/>
          <p:cNvCxnSpPr/>
          <p:nvPr userDrawn="1"/>
        </p:nvCxnSpPr>
        <p:spPr>
          <a:xfrm>
            <a:off x="1204731" y="699483"/>
            <a:ext cx="1273215" cy="0"/>
          </a:xfrm>
          <a:prstGeom prst="line">
            <a:avLst/>
          </a:prstGeom>
          <a:ln>
            <a:solidFill>
              <a:srgbClr val="6401F8"/>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userDrawn="1"/>
        </p:nvSpPr>
        <p:spPr>
          <a:xfrm>
            <a:off x="231556" y="308010"/>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p:cNvSpPr/>
          <p:nvPr userDrawn="1"/>
        </p:nvSpPr>
        <p:spPr>
          <a:xfrm>
            <a:off x="231556" y="754241"/>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4" name="组合 3"/>
          <p:cNvGrpSpPr/>
          <p:nvPr userDrawn="1"/>
        </p:nvGrpSpPr>
        <p:grpSpPr>
          <a:xfrm>
            <a:off x="469205" y="331435"/>
            <a:ext cx="604635" cy="107508"/>
            <a:chOff x="469205" y="331435"/>
            <a:chExt cx="604635" cy="107508"/>
          </a:xfrm>
          <a:solidFill>
            <a:srgbClr val="4A5B6F"/>
          </a:solidFill>
        </p:grpSpPr>
        <p:sp>
          <p:nvSpPr>
            <p:cNvPr id="19" name="椭圆 18"/>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圆角 2"/>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7" name="组合 6"/>
          <p:cNvGrpSpPr/>
          <p:nvPr userDrawn="1"/>
        </p:nvGrpSpPr>
        <p:grpSpPr>
          <a:xfrm>
            <a:off x="231556" y="529894"/>
            <a:ext cx="642840" cy="164684"/>
            <a:chOff x="231556" y="529894"/>
            <a:chExt cx="642840" cy="164684"/>
          </a:xfrm>
          <a:solidFill>
            <a:srgbClr val="6401F8"/>
          </a:solidFill>
        </p:grpSpPr>
        <p:sp>
          <p:nvSpPr>
            <p:cNvPr id="12" name="椭圆 11"/>
            <p:cNvSpPr/>
            <p:nvPr userDrawn="1"/>
          </p:nvSpPr>
          <p:spPr>
            <a:xfrm>
              <a:off x="231556" y="529894"/>
              <a:ext cx="164684" cy="16468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25" name="组合 24"/>
            <p:cNvGrpSpPr/>
            <p:nvPr userDrawn="1"/>
          </p:nvGrpSpPr>
          <p:grpSpPr>
            <a:xfrm>
              <a:off x="469022" y="558482"/>
              <a:ext cx="405374" cy="107508"/>
              <a:chOff x="469205" y="331435"/>
              <a:chExt cx="604635" cy="107508"/>
            </a:xfrm>
            <a:grpFill/>
          </p:grpSpPr>
          <p:sp>
            <p:nvSpPr>
              <p:cNvPr id="26" name="椭圆 25"/>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7" name="椭圆 26"/>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8" name="矩形: 圆角 27"/>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9" name="组合 28"/>
          <p:cNvGrpSpPr/>
          <p:nvPr userDrawn="1"/>
        </p:nvGrpSpPr>
        <p:grpSpPr>
          <a:xfrm>
            <a:off x="469205" y="784885"/>
            <a:ext cx="604635" cy="107508"/>
            <a:chOff x="469205" y="331435"/>
            <a:chExt cx="604635" cy="107508"/>
          </a:xfrm>
          <a:solidFill>
            <a:srgbClr val="4A5B6F"/>
          </a:solidFill>
        </p:grpSpPr>
        <p:sp>
          <p:nvSpPr>
            <p:cNvPr id="30" name="椭圆 29"/>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1" name="椭圆 30"/>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2" name="矩形: 圆角 31"/>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37" name="íṥḷíḑé"/>
          <p:cNvSpPr txBox="1"/>
          <p:nvPr userDrawn="1"/>
        </p:nvSpPr>
        <p:spPr>
          <a:xfrm>
            <a:off x="1636541" y="1856515"/>
            <a:ext cx="500117" cy="46166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01</a:t>
            </a:r>
          </a:p>
        </p:txBody>
      </p:sp>
      <p:cxnSp>
        <p:nvCxnSpPr>
          <p:cNvPr id="38" name="直接连接符 37"/>
          <p:cNvCxnSpPr/>
          <p:nvPr userDrawn="1"/>
        </p:nvCxnSpPr>
        <p:spPr>
          <a:xfrm>
            <a:off x="2277730" y="1827740"/>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îṧ1ïḋê"/>
          <p:cNvSpPr txBox="1"/>
          <p:nvPr userDrawn="1"/>
        </p:nvSpPr>
        <p:spPr>
          <a:xfrm>
            <a:off x="1631213" y="3038197"/>
            <a:ext cx="539618" cy="461665"/>
          </a:xfrm>
          <a:prstGeom prst="rect">
            <a:avLst/>
          </a:prstGeom>
          <a:noFill/>
        </p:spPr>
        <p:txBody>
          <a:bodyPr wrap="none" anchor="ctr">
            <a:noAutofit/>
          </a:bodyPr>
          <a:lstStyle/>
          <a:p>
            <a:pPr algn="ctr"/>
            <a:r>
              <a:rPr lang="en-US" altLang="zh-CN" sz="2800">
                <a:solidFill>
                  <a:schemeClr val="accent2">
                    <a:lumMod val="100000"/>
                  </a:schemeClr>
                </a:solidFill>
                <a:latin typeface="Impact" panose="020B0806030902050204" pitchFamily="34" charset="0"/>
              </a:rPr>
              <a:t>02</a:t>
            </a:r>
          </a:p>
        </p:txBody>
      </p:sp>
      <p:cxnSp>
        <p:nvCxnSpPr>
          <p:cNvPr id="42" name="直接连接符 41"/>
          <p:cNvCxnSpPr/>
          <p:nvPr userDrawn="1"/>
        </p:nvCxnSpPr>
        <p:spPr>
          <a:xfrm>
            <a:off x="2292152" y="3009422"/>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íṥḷíḑé"/>
          <p:cNvSpPr txBox="1"/>
          <p:nvPr userDrawn="1"/>
        </p:nvSpPr>
        <p:spPr>
          <a:xfrm>
            <a:off x="5922104" y="1885289"/>
            <a:ext cx="500117" cy="46166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04</a:t>
            </a:r>
          </a:p>
        </p:txBody>
      </p:sp>
      <p:cxnSp>
        <p:nvCxnSpPr>
          <p:cNvPr id="35" name="直接连接符 34"/>
          <p:cNvCxnSpPr/>
          <p:nvPr userDrawn="1"/>
        </p:nvCxnSpPr>
        <p:spPr>
          <a:xfrm>
            <a:off x="6563293" y="1856514"/>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îṧ1ïḋê"/>
          <p:cNvSpPr txBox="1"/>
          <p:nvPr userDrawn="1"/>
        </p:nvSpPr>
        <p:spPr>
          <a:xfrm>
            <a:off x="1631213" y="4220205"/>
            <a:ext cx="539618" cy="461665"/>
          </a:xfrm>
          <a:prstGeom prst="rect">
            <a:avLst/>
          </a:prstGeom>
          <a:noFill/>
        </p:spPr>
        <p:txBody>
          <a:bodyPr wrap="none" anchor="ctr">
            <a:noAutofit/>
          </a:bodyPr>
          <a:lstStyle/>
          <a:p>
            <a:pPr algn="ctr"/>
            <a:r>
              <a:rPr lang="en-US" altLang="zh-CN" sz="2800" dirty="0">
                <a:solidFill>
                  <a:schemeClr val="accent2">
                    <a:lumMod val="100000"/>
                  </a:schemeClr>
                </a:solidFill>
                <a:latin typeface="Impact" panose="020B0806030902050204" pitchFamily="34" charset="0"/>
              </a:rPr>
              <a:t>03</a:t>
            </a:r>
          </a:p>
        </p:txBody>
      </p:sp>
      <p:cxnSp>
        <p:nvCxnSpPr>
          <p:cNvPr id="43" name="直接连接符 42"/>
          <p:cNvCxnSpPr/>
          <p:nvPr userDrawn="1"/>
        </p:nvCxnSpPr>
        <p:spPr>
          <a:xfrm>
            <a:off x="2292152" y="4191430"/>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6">
    <p:spTree>
      <p:nvGrpSpPr>
        <p:cNvPr id="1" name=""/>
        <p:cNvGrpSpPr/>
        <p:nvPr/>
      </p:nvGrpSpPr>
      <p:grpSpPr>
        <a:xfrm>
          <a:off x="0" y="0"/>
          <a:ext cx="0" cy="0"/>
          <a:chOff x="0" y="0"/>
          <a:chExt cx="0" cy="0"/>
        </a:xfrm>
      </p:grpSpPr>
      <p:sp>
        <p:nvSpPr>
          <p:cNvPr id="6" name="文本框 5"/>
          <p:cNvSpPr txBox="1"/>
          <p:nvPr userDrawn="1"/>
        </p:nvSpPr>
        <p:spPr>
          <a:xfrm>
            <a:off x="1073840" y="176263"/>
            <a:ext cx="1470951" cy="523220"/>
          </a:xfrm>
          <a:prstGeom prst="rect">
            <a:avLst/>
          </a:prstGeom>
          <a:noFill/>
        </p:spPr>
        <p:txBody>
          <a:bodyPr wrap="square" rtlCol="0">
            <a:spAutoFit/>
          </a:bodyPr>
          <a:lstStyle/>
          <a:p>
            <a:r>
              <a:rPr lang="zh-CN" altLang="en-US" sz="2800" dirty="0">
                <a:latin typeface="+mj-ea"/>
                <a:ea typeface="+mj-ea"/>
              </a:rPr>
              <a:t>目   录</a:t>
            </a:r>
          </a:p>
        </p:txBody>
      </p:sp>
      <p:sp>
        <p:nvSpPr>
          <p:cNvPr id="8" name="文本框 7"/>
          <p:cNvSpPr txBox="1"/>
          <p:nvPr userDrawn="1"/>
        </p:nvSpPr>
        <p:spPr>
          <a:xfrm>
            <a:off x="1101524" y="692673"/>
            <a:ext cx="1674251" cy="369332"/>
          </a:xfrm>
          <a:prstGeom prst="rect">
            <a:avLst/>
          </a:prstGeom>
          <a:noFill/>
        </p:spPr>
        <p:txBody>
          <a:bodyPr wrap="square">
            <a:spAutoFit/>
          </a:bodyPr>
          <a:lstStyle/>
          <a:p>
            <a:r>
              <a:rPr lang="en-US" altLang="zh-CN" dirty="0"/>
              <a:t>CATALOUGUE</a:t>
            </a:r>
            <a:endParaRPr lang="zh-CN" altLang="en-US" dirty="0"/>
          </a:p>
        </p:txBody>
      </p:sp>
      <p:cxnSp>
        <p:nvCxnSpPr>
          <p:cNvPr id="10" name="直接连接符 9"/>
          <p:cNvCxnSpPr/>
          <p:nvPr userDrawn="1"/>
        </p:nvCxnSpPr>
        <p:spPr>
          <a:xfrm>
            <a:off x="1204731" y="699483"/>
            <a:ext cx="1273215" cy="0"/>
          </a:xfrm>
          <a:prstGeom prst="line">
            <a:avLst/>
          </a:prstGeom>
          <a:ln>
            <a:solidFill>
              <a:srgbClr val="6401F8"/>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userDrawn="1"/>
        </p:nvSpPr>
        <p:spPr>
          <a:xfrm>
            <a:off x="231556" y="308010"/>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p:cNvSpPr/>
          <p:nvPr userDrawn="1"/>
        </p:nvSpPr>
        <p:spPr>
          <a:xfrm>
            <a:off x="231556" y="754241"/>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4" name="组合 3"/>
          <p:cNvGrpSpPr/>
          <p:nvPr userDrawn="1"/>
        </p:nvGrpSpPr>
        <p:grpSpPr>
          <a:xfrm>
            <a:off x="469205" y="331435"/>
            <a:ext cx="604635" cy="107508"/>
            <a:chOff x="469205" y="331435"/>
            <a:chExt cx="604635" cy="107508"/>
          </a:xfrm>
          <a:solidFill>
            <a:srgbClr val="4A5B6F"/>
          </a:solidFill>
        </p:grpSpPr>
        <p:sp>
          <p:nvSpPr>
            <p:cNvPr id="19" name="椭圆 18"/>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圆角 2"/>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7" name="组合 6"/>
          <p:cNvGrpSpPr/>
          <p:nvPr userDrawn="1"/>
        </p:nvGrpSpPr>
        <p:grpSpPr>
          <a:xfrm>
            <a:off x="231556" y="529894"/>
            <a:ext cx="642840" cy="164684"/>
            <a:chOff x="231556" y="529894"/>
            <a:chExt cx="642840" cy="164684"/>
          </a:xfrm>
          <a:solidFill>
            <a:srgbClr val="6401F8"/>
          </a:solidFill>
        </p:grpSpPr>
        <p:sp>
          <p:nvSpPr>
            <p:cNvPr id="12" name="椭圆 11"/>
            <p:cNvSpPr/>
            <p:nvPr userDrawn="1"/>
          </p:nvSpPr>
          <p:spPr>
            <a:xfrm>
              <a:off x="231556" y="529894"/>
              <a:ext cx="164684" cy="16468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25" name="组合 24"/>
            <p:cNvGrpSpPr/>
            <p:nvPr userDrawn="1"/>
          </p:nvGrpSpPr>
          <p:grpSpPr>
            <a:xfrm>
              <a:off x="469022" y="558482"/>
              <a:ext cx="405374" cy="107508"/>
              <a:chOff x="469205" y="331435"/>
              <a:chExt cx="604635" cy="107508"/>
            </a:xfrm>
            <a:grpFill/>
          </p:grpSpPr>
          <p:sp>
            <p:nvSpPr>
              <p:cNvPr id="26" name="椭圆 25"/>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7" name="椭圆 26"/>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8" name="矩形: 圆角 27"/>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9" name="组合 28"/>
          <p:cNvGrpSpPr/>
          <p:nvPr userDrawn="1"/>
        </p:nvGrpSpPr>
        <p:grpSpPr>
          <a:xfrm>
            <a:off x="469205" y="784885"/>
            <a:ext cx="604635" cy="107508"/>
            <a:chOff x="469205" y="331435"/>
            <a:chExt cx="604635" cy="107508"/>
          </a:xfrm>
          <a:solidFill>
            <a:srgbClr val="4A5B6F"/>
          </a:solidFill>
        </p:grpSpPr>
        <p:sp>
          <p:nvSpPr>
            <p:cNvPr id="30" name="椭圆 29"/>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1" name="椭圆 30"/>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2" name="矩形: 圆角 31"/>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37" name="íṥḷíḑé"/>
          <p:cNvSpPr txBox="1"/>
          <p:nvPr userDrawn="1"/>
        </p:nvSpPr>
        <p:spPr>
          <a:xfrm>
            <a:off x="1636395" y="1845310"/>
            <a:ext cx="534670" cy="47307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01</a:t>
            </a:r>
          </a:p>
        </p:txBody>
      </p:sp>
      <p:cxnSp>
        <p:nvCxnSpPr>
          <p:cNvPr id="38" name="直接连接符 37"/>
          <p:cNvCxnSpPr/>
          <p:nvPr userDrawn="1"/>
        </p:nvCxnSpPr>
        <p:spPr>
          <a:xfrm>
            <a:off x="2277730" y="1827740"/>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îṧ1ïḋê"/>
          <p:cNvSpPr txBox="1"/>
          <p:nvPr userDrawn="1"/>
        </p:nvSpPr>
        <p:spPr>
          <a:xfrm>
            <a:off x="1631213" y="3038197"/>
            <a:ext cx="539618" cy="461665"/>
          </a:xfrm>
          <a:prstGeom prst="rect">
            <a:avLst/>
          </a:prstGeom>
          <a:noFill/>
        </p:spPr>
        <p:txBody>
          <a:bodyPr wrap="none" anchor="ctr">
            <a:noAutofit/>
          </a:bodyPr>
          <a:lstStyle/>
          <a:p>
            <a:pPr algn="ctr"/>
            <a:r>
              <a:rPr lang="en-US" altLang="zh-CN" sz="2800">
                <a:solidFill>
                  <a:schemeClr val="accent2">
                    <a:lumMod val="100000"/>
                  </a:schemeClr>
                </a:solidFill>
                <a:latin typeface="Impact" panose="020B0806030902050204" pitchFamily="34" charset="0"/>
              </a:rPr>
              <a:t>02</a:t>
            </a:r>
          </a:p>
        </p:txBody>
      </p:sp>
      <p:cxnSp>
        <p:nvCxnSpPr>
          <p:cNvPr id="42" name="直接连接符 41"/>
          <p:cNvCxnSpPr/>
          <p:nvPr userDrawn="1"/>
        </p:nvCxnSpPr>
        <p:spPr>
          <a:xfrm>
            <a:off x="2292152" y="3009422"/>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íṥḷíḑé"/>
          <p:cNvSpPr txBox="1"/>
          <p:nvPr userDrawn="1"/>
        </p:nvSpPr>
        <p:spPr>
          <a:xfrm>
            <a:off x="6153244" y="1856079"/>
            <a:ext cx="500117" cy="46166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04</a:t>
            </a:r>
          </a:p>
        </p:txBody>
      </p:sp>
      <p:cxnSp>
        <p:nvCxnSpPr>
          <p:cNvPr id="35" name="直接连接符 34"/>
          <p:cNvCxnSpPr/>
          <p:nvPr userDrawn="1"/>
        </p:nvCxnSpPr>
        <p:spPr>
          <a:xfrm>
            <a:off x="6794433" y="1827304"/>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îṧ1ïḋê"/>
          <p:cNvSpPr txBox="1"/>
          <p:nvPr userDrawn="1"/>
        </p:nvSpPr>
        <p:spPr>
          <a:xfrm>
            <a:off x="1631213" y="4220205"/>
            <a:ext cx="539618" cy="461665"/>
          </a:xfrm>
          <a:prstGeom prst="rect">
            <a:avLst/>
          </a:prstGeom>
          <a:noFill/>
        </p:spPr>
        <p:txBody>
          <a:bodyPr wrap="none" anchor="ctr">
            <a:noAutofit/>
          </a:bodyPr>
          <a:lstStyle/>
          <a:p>
            <a:pPr algn="ctr"/>
            <a:r>
              <a:rPr lang="en-US" altLang="zh-CN" sz="2800" dirty="0">
                <a:solidFill>
                  <a:schemeClr val="accent2">
                    <a:lumMod val="100000"/>
                  </a:schemeClr>
                </a:solidFill>
                <a:latin typeface="Impact" panose="020B0806030902050204" pitchFamily="34" charset="0"/>
              </a:rPr>
              <a:t>03</a:t>
            </a:r>
          </a:p>
        </p:txBody>
      </p:sp>
      <p:cxnSp>
        <p:nvCxnSpPr>
          <p:cNvPr id="43" name="直接连接符 42"/>
          <p:cNvCxnSpPr/>
          <p:nvPr userDrawn="1"/>
        </p:nvCxnSpPr>
        <p:spPr>
          <a:xfrm>
            <a:off x="2292152" y="4191430"/>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6">
    <p:spTree>
      <p:nvGrpSpPr>
        <p:cNvPr id="1" name=""/>
        <p:cNvGrpSpPr/>
        <p:nvPr/>
      </p:nvGrpSpPr>
      <p:grpSpPr>
        <a:xfrm>
          <a:off x="0" y="0"/>
          <a:ext cx="0" cy="0"/>
          <a:chOff x="0" y="0"/>
          <a:chExt cx="0" cy="0"/>
        </a:xfrm>
      </p:grpSpPr>
      <p:sp>
        <p:nvSpPr>
          <p:cNvPr id="6" name="文本框 5"/>
          <p:cNvSpPr txBox="1"/>
          <p:nvPr userDrawn="1"/>
        </p:nvSpPr>
        <p:spPr>
          <a:xfrm>
            <a:off x="1073840" y="176263"/>
            <a:ext cx="1470951" cy="523220"/>
          </a:xfrm>
          <a:prstGeom prst="rect">
            <a:avLst/>
          </a:prstGeom>
          <a:noFill/>
        </p:spPr>
        <p:txBody>
          <a:bodyPr wrap="square" rtlCol="0">
            <a:spAutoFit/>
          </a:bodyPr>
          <a:lstStyle/>
          <a:p>
            <a:r>
              <a:rPr lang="zh-CN" altLang="en-US" sz="2800" dirty="0">
                <a:latin typeface="+mj-ea"/>
                <a:ea typeface="+mj-ea"/>
              </a:rPr>
              <a:t>目   录</a:t>
            </a:r>
          </a:p>
        </p:txBody>
      </p:sp>
      <p:sp>
        <p:nvSpPr>
          <p:cNvPr id="8" name="文本框 7"/>
          <p:cNvSpPr txBox="1"/>
          <p:nvPr userDrawn="1"/>
        </p:nvSpPr>
        <p:spPr>
          <a:xfrm>
            <a:off x="1101524" y="692673"/>
            <a:ext cx="1674251" cy="369332"/>
          </a:xfrm>
          <a:prstGeom prst="rect">
            <a:avLst/>
          </a:prstGeom>
          <a:noFill/>
        </p:spPr>
        <p:txBody>
          <a:bodyPr wrap="square">
            <a:spAutoFit/>
          </a:bodyPr>
          <a:lstStyle/>
          <a:p>
            <a:r>
              <a:rPr lang="en-US" altLang="zh-CN" dirty="0"/>
              <a:t>CATALOUGUE</a:t>
            </a:r>
            <a:endParaRPr lang="zh-CN" altLang="en-US" dirty="0"/>
          </a:p>
        </p:txBody>
      </p:sp>
      <p:cxnSp>
        <p:nvCxnSpPr>
          <p:cNvPr id="10" name="直接连接符 9"/>
          <p:cNvCxnSpPr/>
          <p:nvPr userDrawn="1"/>
        </p:nvCxnSpPr>
        <p:spPr>
          <a:xfrm>
            <a:off x="1204731" y="699483"/>
            <a:ext cx="1273215" cy="0"/>
          </a:xfrm>
          <a:prstGeom prst="line">
            <a:avLst/>
          </a:prstGeom>
          <a:ln>
            <a:solidFill>
              <a:srgbClr val="6401F8"/>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userDrawn="1"/>
        </p:nvSpPr>
        <p:spPr>
          <a:xfrm>
            <a:off x="231556" y="308010"/>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p:cNvSpPr/>
          <p:nvPr userDrawn="1"/>
        </p:nvSpPr>
        <p:spPr>
          <a:xfrm>
            <a:off x="231556" y="754241"/>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4" name="组合 3"/>
          <p:cNvGrpSpPr/>
          <p:nvPr userDrawn="1"/>
        </p:nvGrpSpPr>
        <p:grpSpPr>
          <a:xfrm>
            <a:off x="469205" y="331435"/>
            <a:ext cx="604635" cy="107508"/>
            <a:chOff x="469205" y="331435"/>
            <a:chExt cx="604635" cy="107508"/>
          </a:xfrm>
          <a:solidFill>
            <a:srgbClr val="4A5B6F"/>
          </a:solidFill>
        </p:grpSpPr>
        <p:sp>
          <p:nvSpPr>
            <p:cNvPr id="19" name="椭圆 18"/>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圆角 2"/>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7" name="组合 6"/>
          <p:cNvGrpSpPr/>
          <p:nvPr userDrawn="1"/>
        </p:nvGrpSpPr>
        <p:grpSpPr>
          <a:xfrm>
            <a:off x="231556" y="529894"/>
            <a:ext cx="642840" cy="164684"/>
            <a:chOff x="231556" y="529894"/>
            <a:chExt cx="642840" cy="164684"/>
          </a:xfrm>
          <a:solidFill>
            <a:srgbClr val="6401F8"/>
          </a:solidFill>
        </p:grpSpPr>
        <p:sp>
          <p:nvSpPr>
            <p:cNvPr id="12" name="椭圆 11"/>
            <p:cNvSpPr/>
            <p:nvPr userDrawn="1"/>
          </p:nvSpPr>
          <p:spPr>
            <a:xfrm>
              <a:off x="231556" y="529894"/>
              <a:ext cx="164684" cy="16468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25" name="组合 24"/>
            <p:cNvGrpSpPr/>
            <p:nvPr userDrawn="1"/>
          </p:nvGrpSpPr>
          <p:grpSpPr>
            <a:xfrm>
              <a:off x="469022" y="558482"/>
              <a:ext cx="405374" cy="107508"/>
              <a:chOff x="469205" y="331435"/>
              <a:chExt cx="604635" cy="107508"/>
            </a:xfrm>
            <a:grpFill/>
          </p:grpSpPr>
          <p:sp>
            <p:nvSpPr>
              <p:cNvPr id="26" name="椭圆 25"/>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7" name="椭圆 26"/>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8" name="矩形: 圆角 27"/>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9" name="组合 28"/>
          <p:cNvGrpSpPr/>
          <p:nvPr userDrawn="1"/>
        </p:nvGrpSpPr>
        <p:grpSpPr>
          <a:xfrm>
            <a:off x="469205" y="784885"/>
            <a:ext cx="604635" cy="107508"/>
            <a:chOff x="469205" y="331435"/>
            <a:chExt cx="604635" cy="107508"/>
          </a:xfrm>
          <a:solidFill>
            <a:srgbClr val="4A5B6F"/>
          </a:solidFill>
        </p:grpSpPr>
        <p:sp>
          <p:nvSpPr>
            <p:cNvPr id="30" name="椭圆 29"/>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1" name="椭圆 30"/>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2" name="矩形: 圆角 31"/>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37" name="íṥḷíḑé"/>
          <p:cNvSpPr txBox="1"/>
          <p:nvPr userDrawn="1"/>
        </p:nvSpPr>
        <p:spPr>
          <a:xfrm>
            <a:off x="3149111" y="2980465"/>
            <a:ext cx="500117" cy="46166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01</a:t>
            </a:r>
          </a:p>
        </p:txBody>
      </p:sp>
      <p:cxnSp>
        <p:nvCxnSpPr>
          <p:cNvPr id="38" name="直接连接符 37"/>
          <p:cNvCxnSpPr/>
          <p:nvPr userDrawn="1"/>
        </p:nvCxnSpPr>
        <p:spPr>
          <a:xfrm>
            <a:off x="3790300" y="2951690"/>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îṧ1ïḋê"/>
          <p:cNvSpPr txBox="1"/>
          <p:nvPr userDrawn="1"/>
        </p:nvSpPr>
        <p:spPr>
          <a:xfrm>
            <a:off x="6557543" y="2980412"/>
            <a:ext cx="539618" cy="461665"/>
          </a:xfrm>
          <a:prstGeom prst="rect">
            <a:avLst/>
          </a:prstGeom>
          <a:noFill/>
        </p:spPr>
        <p:txBody>
          <a:bodyPr wrap="none" anchor="ctr">
            <a:noAutofit/>
          </a:bodyPr>
          <a:lstStyle/>
          <a:p>
            <a:pPr algn="ctr"/>
            <a:r>
              <a:rPr lang="en-US" altLang="zh-CN" sz="2800">
                <a:solidFill>
                  <a:schemeClr val="accent2">
                    <a:lumMod val="100000"/>
                  </a:schemeClr>
                </a:solidFill>
                <a:latin typeface="Impact" panose="020B0806030902050204" pitchFamily="34" charset="0"/>
              </a:rPr>
              <a:t>02</a:t>
            </a:r>
          </a:p>
        </p:txBody>
      </p:sp>
      <p:cxnSp>
        <p:nvCxnSpPr>
          <p:cNvPr id="42" name="直接连接符 41"/>
          <p:cNvCxnSpPr/>
          <p:nvPr userDrawn="1"/>
        </p:nvCxnSpPr>
        <p:spPr>
          <a:xfrm>
            <a:off x="7218482" y="2951637"/>
            <a:ext cx="0" cy="519214"/>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6">
    <p:spTree>
      <p:nvGrpSpPr>
        <p:cNvPr id="1" name=""/>
        <p:cNvGrpSpPr/>
        <p:nvPr/>
      </p:nvGrpSpPr>
      <p:grpSpPr>
        <a:xfrm>
          <a:off x="0" y="0"/>
          <a:ext cx="0" cy="0"/>
          <a:chOff x="0" y="0"/>
          <a:chExt cx="0" cy="0"/>
        </a:xfrm>
      </p:grpSpPr>
      <p:sp>
        <p:nvSpPr>
          <p:cNvPr id="6" name="文本框 5"/>
          <p:cNvSpPr txBox="1"/>
          <p:nvPr userDrawn="1"/>
        </p:nvSpPr>
        <p:spPr>
          <a:xfrm>
            <a:off x="1073840" y="176263"/>
            <a:ext cx="1470951" cy="523220"/>
          </a:xfrm>
          <a:prstGeom prst="rect">
            <a:avLst/>
          </a:prstGeom>
          <a:noFill/>
        </p:spPr>
        <p:txBody>
          <a:bodyPr wrap="square" rtlCol="0">
            <a:spAutoFit/>
          </a:bodyPr>
          <a:lstStyle/>
          <a:p>
            <a:r>
              <a:rPr lang="zh-CN" altLang="en-US" sz="2800" dirty="0">
                <a:latin typeface="+mj-ea"/>
                <a:ea typeface="+mj-ea"/>
              </a:rPr>
              <a:t>目   录</a:t>
            </a:r>
          </a:p>
        </p:txBody>
      </p:sp>
      <p:sp>
        <p:nvSpPr>
          <p:cNvPr id="8" name="文本框 7"/>
          <p:cNvSpPr txBox="1"/>
          <p:nvPr userDrawn="1"/>
        </p:nvSpPr>
        <p:spPr>
          <a:xfrm>
            <a:off x="1101524" y="692673"/>
            <a:ext cx="1674251" cy="369332"/>
          </a:xfrm>
          <a:prstGeom prst="rect">
            <a:avLst/>
          </a:prstGeom>
          <a:noFill/>
        </p:spPr>
        <p:txBody>
          <a:bodyPr wrap="square">
            <a:spAutoFit/>
          </a:bodyPr>
          <a:lstStyle/>
          <a:p>
            <a:r>
              <a:rPr lang="en-US" altLang="zh-CN" dirty="0"/>
              <a:t>CATALOUGUE</a:t>
            </a:r>
            <a:endParaRPr lang="zh-CN" altLang="en-US" dirty="0"/>
          </a:p>
        </p:txBody>
      </p:sp>
      <p:cxnSp>
        <p:nvCxnSpPr>
          <p:cNvPr id="10" name="直接连接符 9"/>
          <p:cNvCxnSpPr/>
          <p:nvPr userDrawn="1"/>
        </p:nvCxnSpPr>
        <p:spPr>
          <a:xfrm>
            <a:off x="1204731" y="699483"/>
            <a:ext cx="1273215" cy="0"/>
          </a:xfrm>
          <a:prstGeom prst="line">
            <a:avLst/>
          </a:prstGeom>
          <a:ln>
            <a:solidFill>
              <a:srgbClr val="6401F8"/>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0" y="6458229"/>
            <a:ext cx="12192000" cy="411345"/>
          </a:xfrm>
          <a:prstGeom prst="rect">
            <a:avLst/>
          </a:prstGeom>
          <a:solidFill>
            <a:srgbClr val="640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userDrawn="1"/>
        </p:nvSpPr>
        <p:spPr>
          <a:xfrm>
            <a:off x="231556" y="308010"/>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p:cNvSpPr/>
          <p:nvPr userDrawn="1"/>
        </p:nvSpPr>
        <p:spPr>
          <a:xfrm>
            <a:off x="231556" y="754241"/>
            <a:ext cx="164684" cy="164684"/>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4" name="组合 3"/>
          <p:cNvGrpSpPr/>
          <p:nvPr userDrawn="1"/>
        </p:nvGrpSpPr>
        <p:grpSpPr>
          <a:xfrm>
            <a:off x="469205" y="331435"/>
            <a:ext cx="604635" cy="107508"/>
            <a:chOff x="469205" y="331435"/>
            <a:chExt cx="604635" cy="107508"/>
          </a:xfrm>
          <a:solidFill>
            <a:srgbClr val="4A5B6F"/>
          </a:solidFill>
        </p:grpSpPr>
        <p:sp>
          <p:nvSpPr>
            <p:cNvPr id="19" name="椭圆 18"/>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 name="矩形: 圆角 2"/>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7" name="组合 6"/>
          <p:cNvGrpSpPr/>
          <p:nvPr userDrawn="1"/>
        </p:nvGrpSpPr>
        <p:grpSpPr>
          <a:xfrm>
            <a:off x="231556" y="529894"/>
            <a:ext cx="642840" cy="164684"/>
            <a:chOff x="231556" y="529894"/>
            <a:chExt cx="642840" cy="164684"/>
          </a:xfrm>
          <a:solidFill>
            <a:srgbClr val="6401F8"/>
          </a:solidFill>
        </p:grpSpPr>
        <p:sp>
          <p:nvSpPr>
            <p:cNvPr id="12" name="椭圆 11"/>
            <p:cNvSpPr/>
            <p:nvPr userDrawn="1"/>
          </p:nvSpPr>
          <p:spPr>
            <a:xfrm>
              <a:off x="231556" y="529894"/>
              <a:ext cx="164684" cy="16468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25" name="组合 24"/>
            <p:cNvGrpSpPr/>
            <p:nvPr userDrawn="1"/>
          </p:nvGrpSpPr>
          <p:grpSpPr>
            <a:xfrm>
              <a:off x="469022" y="558482"/>
              <a:ext cx="405374" cy="107508"/>
              <a:chOff x="469205" y="331435"/>
              <a:chExt cx="604635" cy="107508"/>
            </a:xfrm>
            <a:grpFill/>
          </p:grpSpPr>
          <p:sp>
            <p:nvSpPr>
              <p:cNvPr id="26" name="椭圆 25"/>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7" name="椭圆 26"/>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8" name="矩形: 圆角 27"/>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9" name="组合 28"/>
          <p:cNvGrpSpPr/>
          <p:nvPr userDrawn="1"/>
        </p:nvGrpSpPr>
        <p:grpSpPr>
          <a:xfrm>
            <a:off x="469205" y="784885"/>
            <a:ext cx="604635" cy="107508"/>
            <a:chOff x="469205" y="331435"/>
            <a:chExt cx="604635" cy="107508"/>
          </a:xfrm>
          <a:solidFill>
            <a:srgbClr val="4A5B6F"/>
          </a:solidFill>
        </p:grpSpPr>
        <p:sp>
          <p:nvSpPr>
            <p:cNvPr id="30" name="椭圆 29"/>
            <p:cNvSpPr/>
            <p:nvPr userDrawn="1"/>
          </p:nvSpPr>
          <p:spPr>
            <a:xfrm>
              <a:off x="469205" y="331435"/>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1" name="椭圆 30"/>
            <p:cNvSpPr/>
            <p:nvPr userDrawn="1"/>
          </p:nvSpPr>
          <p:spPr>
            <a:xfrm>
              <a:off x="967506" y="331539"/>
              <a:ext cx="106334" cy="106334"/>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2" name="矩形: 圆角 31"/>
            <p:cNvSpPr/>
            <p:nvPr userDrawn="1"/>
          </p:nvSpPr>
          <p:spPr>
            <a:xfrm>
              <a:off x="502574" y="331435"/>
              <a:ext cx="524221" cy="107508"/>
            </a:xfrm>
            <a:prstGeom prst="round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37" name="íṥḷíḑé"/>
          <p:cNvSpPr txBox="1"/>
          <p:nvPr userDrawn="1"/>
        </p:nvSpPr>
        <p:spPr>
          <a:xfrm>
            <a:off x="4118121" y="2434365"/>
            <a:ext cx="500117" cy="461665"/>
          </a:xfrm>
          <a:prstGeom prst="rect">
            <a:avLst/>
          </a:prstGeom>
          <a:noFill/>
        </p:spPr>
        <p:txBody>
          <a:bodyPr wrap="none" anchor="ctr">
            <a:noAutofit/>
          </a:bodyPr>
          <a:lstStyle/>
          <a:p>
            <a:pPr algn="ctr"/>
            <a:r>
              <a:rPr lang="en-US" altLang="zh-CN" sz="2800" dirty="0">
                <a:solidFill>
                  <a:srgbClr val="3950AA"/>
                </a:solidFill>
                <a:latin typeface="Impact" panose="020B0806030902050204" pitchFamily="34" charset="0"/>
              </a:rPr>
              <a:t>01</a:t>
            </a:r>
          </a:p>
        </p:txBody>
      </p:sp>
      <p:cxnSp>
        <p:nvCxnSpPr>
          <p:cNvPr id="38" name="直接连接符 37"/>
          <p:cNvCxnSpPr/>
          <p:nvPr userDrawn="1"/>
        </p:nvCxnSpPr>
        <p:spPr>
          <a:xfrm>
            <a:off x="4657710" y="2377015"/>
            <a:ext cx="0" cy="5192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îṧ1ïḋê"/>
          <p:cNvSpPr txBox="1"/>
          <p:nvPr userDrawn="1"/>
        </p:nvSpPr>
        <p:spPr>
          <a:xfrm>
            <a:off x="4117873" y="3741142"/>
            <a:ext cx="539618" cy="461665"/>
          </a:xfrm>
          <a:prstGeom prst="rect">
            <a:avLst/>
          </a:prstGeom>
          <a:noFill/>
        </p:spPr>
        <p:txBody>
          <a:bodyPr wrap="none" anchor="ctr">
            <a:noAutofit/>
          </a:bodyPr>
          <a:lstStyle/>
          <a:p>
            <a:pPr algn="ctr"/>
            <a:r>
              <a:rPr lang="en-US" altLang="zh-CN" sz="2800">
                <a:solidFill>
                  <a:schemeClr val="accent2">
                    <a:lumMod val="100000"/>
                  </a:schemeClr>
                </a:solidFill>
                <a:latin typeface="Impact" panose="020B0806030902050204" pitchFamily="34" charset="0"/>
              </a:rPr>
              <a:t>02</a:t>
            </a:r>
          </a:p>
        </p:txBody>
      </p:sp>
      <p:cxnSp>
        <p:nvCxnSpPr>
          <p:cNvPr id="42" name="直接连接符 41"/>
          <p:cNvCxnSpPr/>
          <p:nvPr userDrawn="1"/>
        </p:nvCxnSpPr>
        <p:spPr>
          <a:xfrm>
            <a:off x="4674235" y="3741420"/>
            <a:ext cx="8890" cy="560705"/>
          </a:xfrm>
          <a:prstGeom prst="line">
            <a:avLst/>
          </a:prstGeom>
          <a:ln w="28575"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教材介绍页面">
    <p:spTree>
      <p:nvGrpSpPr>
        <p:cNvPr id="1" name=""/>
        <p:cNvGrpSpPr/>
        <p:nvPr/>
      </p:nvGrpSpPr>
      <p:grpSpPr>
        <a:xfrm>
          <a:off x="0" y="0"/>
          <a:ext cx="0" cy="0"/>
          <a:chOff x="0" y="0"/>
          <a:chExt cx="0" cy="0"/>
        </a:xfrm>
      </p:grpSpPr>
      <p:sp>
        <p:nvSpPr>
          <p:cNvPr id="206" name="işḻiďe"/>
          <p:cNvSpPr/>
          <p:nvPr userDrawn="1"/>
        </p:nvSpPr>
        <p:spPr>
          <a:xfrm>
            <a:off x="6575486" y="0"/>
            <a:ext cx="5822254" cy="6858000"/>
          </a:xfrm>
          <a:custGeom>
            <a:avLst/>
            <a:gdLst>
              <a:gd name="connsiteX0" fmla="*/ 1859850 w 5822254"/>
              <a:gd name="connsiteY0" fmla="*/ 0 h 6858000"/>
              <a:gd name="connsiteX1" fmla="*/ 5822254 w 5822254"/>
              <a:gd name="connsiteY1" fmla="*/ 0 h 6858000"/>
              <a:gd name="connsiteX2" fmla="*/ 5822254 w 5822254"/>
              <a:gd name="connsiteY2" fmla="*/ 6858000 h 6858000"/>
              <a:gd name="connsiteX3" fmla="*/ 1859850 w 5822254"/>
              <a:gd name="connsiteY3" fmla="*/ 6858000 h 6858000"/>
              <a:gd name="connsiteX4" fmla="*/ 1804224 w 5822254"/>
              <a:gd name="connsiteY4" fmla="*/ 6822339 h 6858000"/>
              <a:gd name="connsiteX5" fmla="*/ 0 w 5822254"/>
              <a:gd name="connsiteY5" fmla="*/ 3429000 h 6858000"/>
              <a:gd name="connsiteX6" fmla="*/ 1804224 w 5822254"/>
              <a:gd name="connsiteY6" fmla="*/ 3566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2254" h="6858000">
                <a:moveTo>
                  <a:pt x="1859850" y="0"/>
                </a:moveTo>
                <a:lnTo>
                  <a:pt x="5822254" y="0"/>
                </a:lnTo>
                <a:lnTo>
                  <a:pt x="5822254" y="6858000"/>
                </a:lnTo>
                <a:lnTo>
                  <a:pt x="1859850" y="6858000"/>
                </a:lnTo>
                <a:lnTo>
                  <a:pt x="1804224" y="6822339"/>
                </a:lnTo>
                <a:cubicBezTo>
                  <a:pt x="715685" y="6086937"/>
                  <a:pt x="0" y="4841547"/>
                  <a:pt x="0" y="3429000"/>
                </a:cubicBezTo>
                <a:cubicBezTo>
                  <a:pt x="0" y="2016453"/>
                  <a:pt x="715685" y="771064"/>
                  <a:pt x="1804224" y="35661"/>
                </a:cubicBezTo>
                <a:close/>
              </a:path>
            </a:pathLst>
          </a:custGeom>
          <a:gradFill flip="none" rotWithShape="1">
            <a:gsLst>
              <a:gs pos="0">
                <a:srgbClr val="00416A">
                  <a:alpha val="94902"/>
                </a:srgbClr>
              </a:gs>
              <a:gs pos="95000">
                <a:srgbClr val="E4E5E6"/>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000"/>
                                  </p:stCondLst>
                                  <p:childTnLst>
                                    <p:set>
                                      <p:cBhvr>
                                        <p:cTn id="6" dur="1" fill="hold">
                                          <p:stCondLst>
                                            <p:cond delay="0"/>
                                          </p:stCondLst>
                                        </p:cTn>
                                        <p:tgtEl>
                                          <p:spTgt spid="206"/>
                                        </p:tgtEl>
                                        <p:attrNameLst>
                                          <p:attrName>style.visibility</p:attrName>
                                        </p:attrNameLst>
                                      </p:cBhvr>
                                      <p:to>
                                        <p:strVal val="visible"/>
                                      </p:to>
                                    </p:set>
                                    <p:anim calcmode="lin" valueType="num">
                                      <p:cBhvr additive="base">
                                        <p:cTn id="7" dur="1100" fill="hold"/>
                                        <p:tgtEl>
                                          <p:spTgt spid="206"/>
                                        </p:tgtEl>
                                        <p:attrNameLst>
                                          <p:attrName>ppt_x</p:attrName>
                                        </p:attrNameLst>
                                      </p:cBhvr>
                                      <p:tavLst>
                                        <p:tav tm="0">
                                          <p:val>
                                            <p:strVal val="1+#ppt_w/2"/>
                                          </p:val>
                                        </p:tav>
                                        <p:tav tm="100000">
                                          <p:val>
                                            <p:strVal val="#ppt_x"/>
                                          </p:val>
                                        </p:tav>
                                      </p:tavLst>
                                    </p:anim>
                                    <p:anim calcmode="lin" valueType="num">
                                      <p:cBhvr additive="base">
                                        <p:cTn id="8" dur="1100" fill="hold"/>
                                        <p:tgtEl>
                                          <p:spTgt spid="2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bldLvl="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首页">
    <p:spTree>
      <p:nvGrpSpPr>
        <p:cNvPr id="1" name=""/>
        <p:cNvGrpSpPr/>
        <p:nvPr/>
      </p:nvGrpSpPr>
      <p:grpSpPr>
        <a:xfrm>
          <a:off x="0" y="0"/>
          <a:ext cx="0" cy="0"/>
          <a:chOff x="0" y="0"/>
          <a:chExt cx="0" cy="0"/>
        </a:xfrm>
      </p:grpSpPr>
      <p:sp>
        <p:nvSpPr>
          <p:cNvPr id="92" name="işḻiďe"/>
          <p:cNvSpPr/>
          <p:nvPr userDrawn="1"/>
        </p:nvSpPr>
        <p:spPr>
          <a:xfrm>
            <a:off x="6575486" y="0"/>
            <a:ext cx="5822254" cy="6858000"/>
          </a:xfrm>
          <a:custGeom>
            <a:avLst/>
            <a:gdLst>
              <a:gd name="connsiteX0" fmla="*/ 1859850 w 5822254"/>
              <a:gd name="connsiteY0" fmla="*/ 0 h 6858000"/>
              <a:gd name="connsiteX1" fmla="*/ 5822254 w 5822254"/>
              <a:gd name="connsiteY1" fmla="*/ 0 h 6858000"/>
              <a:gd name="connsiteX2" fmla="*/ 5822254 w 5822254"/>
              <a:gd name="connsiteY2" fmla="*/ 6858000 h 6858000"/>
              <a:gd name="connsiteX3" fmla="*/ 1859850 w 5822254"/>
              <a:gd name="connsiteY3" fmla="*/ 6858000 h 6858000"/>
              <a:gd name="connsiteX4" fmla="*/ 1804224 w 5822254"/>
              <a:gd name="connsiteY4" fmla="*/ 6822339 h 6858000"/>
              <a:gd name="connsiteX5" fmla="*/ 0 w 5822254"/>
              <a:gd name="connsiteY5" fmla="*/ 3429000 h 6858000"/>
              <a:gd name="connsiteX6" fmla="*/ 1804224 w 5822254"/>
              <a:gd name="connsiteY6" fmla="*/ 3566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2254" h="6858000">
                <a:moveTo>
                  <a:pt x="1859850" y="0"/>
                </a:moveTo>
                <a:lnTo>
                  <a:pt x="5822254" y="0"/>
                </a:lnTo>
                <a:lnTo>
                  <a:pt x="5822254" y="6858000"/>
                </a:lnTo>
                <a:lnTo>
                  <a:pt x="1859850" y="6858000"/>
                </a:lnTo>
                <a:lnTo>
                  <a:pt x="1804224" y="6822339"/>
                </a:lnTo>
                <a:cubicBezTo>
                  <a:pt x="715685" y="6086937"/>
                  <a:pt x="0" y="4841547"/>
                  <a:pt x="0" y="3429000"/>
                </a:cubicBezTo>
                <a:cubicBezTo>
                  <a:pt x="0" y="2016453"/>
                  <a:pt x="715685" y="771064"/>
                  <a:pt x="1804224" y="35661"/>
                </a:cubicBezTo>
                <a:close/>
              </a:path>
            </a:pathLst>
          </a:custGeom>
          <a:gradFill flip="none" rotWithShape="1">
            <a:gsLst>
              <a:gs pos="0">
                <a:srgbClr val="00416A">
                  <a:alpha val="94902"/>
                </a:srgbClr>
              </a:gs>
              <a:gs pos="95000">
                <a:srgbClr val="E4E5E6"/>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grpSp>
        <p:nvGrpSpPr>
          <p:cNvPr id="2" name="组合 1"/>
          <p:cNvGrpSpPr/>
          <p:nvPr userDrawn="1"/>
        </p:nvGrpSpPr>
        <p:grpSpPr>
          <a:xfrm>
            <a:off x="6677891" y="1725684"/>
            <a:ext cx="6044323" cy="2840115"/>
            <a:chOff x="6229303" y="2029530"/>
            <a:chExt cx="6470001" cy="2978594"/>
          </a:xfrm>
        </p:grpSpPr>
        <p:sp>
          <p:nvSpPr>
            <p:cNvPr id="7" name="íšḷïḋè"/>
            <p:cNvSpPr/>
            <p:nvPr/>
          </p:nvSpPr>
          <p:spPr bwMode="auto">
            <a:xfrm>
              <a:off x="6295542" y="3745320"/>
              <a:ext cx="1017080" cy="1209386"/>
            </a:xfrm>
            <a:custGeom>
              <a:avLst/>
              <a:gdLst>
                <a:gd name="T0" fmla="*/ 229 w 229"/>
                <a:gd name="T1" fmla="*/ 272 h 272"/>
                <a:gd name="T2" fmla="*/ 217 w 229"/>
                <a:gd name="T3" fmla="*/ 254 h 272"/>
                <a:gd name="T4" fmla="*/ 177 w 229"/>
                <a:gd name="T5" fmla="*/ 59 h 272"/>
                <a:gd name="T6" fmla="*/ 150 w 229"/>
                <a:gd name="T7" fmla="*/ 36 h 272"/>
                <a:gd name="T8" fmla="*/ 143 w 229"/>
                <a:gd name="T9" fmla="*/ 112 h 272"/>
                <a:gd name="T10" fmla="*/ 125 w 229"/>
                <a:gd name="T11" fmla="*/ 107 h 272"/>
                <a:gd name="T12" fmla="*/ 134 w 229"/>
                <a:gd name="T13" fmla="*/ 25 h 272"/>
                <a:gd name="T14" fmla="*/ 114 w 229"/>
                <a:gd name="T15" fmla="*/ 14 h 272"/>
                <a:gd name="T16" fmla="*/ 107 w 229"/>
                <a:gd name="T17" fmla="*/ 84 h 272"/>
                <a:gd name="T18" fmla="*/ 89 w 229"/>
                <a:gd name="T19" fmla="*/ 79 h 272"/>
                <a:gd name="T20" fmla="*/ 97 w 229"/>
                <a:gd name="T21" fmla="*/ 7 h 272"/>
                <a:gd name="T22" fmla="*/ 73 w 229"/>
                <a:gd name="T23" fmla="*/ 1 h 272"/>
                <a:gd name="T24" fmla="*/ 74 w 229"/>
                <a:gd name="T25" fmla="*/ 54 h 272"/>
                <a:gd name="T26" fmla="*/ 57 w 229"/>
                <a:gd name="T27" fmla="*/ 53 h 272"/>
                <a:gd name="T28" fmla="*/ 54 w 229"/>
                <a:gd name="T29" fmla="*/ 0 h 272"/>
                <a:gd name="T30" fmla="*/ 38 w 229"/>
                <a:gd name="T31" fmla="*/ 3 h 272"/>
                <a:gd name="T32" fmla="*/ 43 w 229"/>
                <a:gd name="T33" fmla="*/ 33 h 272"/>
                <a:gd name="T34" fmla="*/ 27 w 229"/>
                <a:gd name="T35" fmla="*/ 33 h 272"/>
                <a:gd name="T36" fmla="*/ 21 w 229"/>
                <a:gd name="T37" fmla="*/ 9 h 272"/>
                <a:gd name="T38" fmla="*/ 0 w 229"/>
                <a:gd name="T39" fmla="*/ 26 h 272"/>
                <a:gd name="T40" fmla="*/ 208 w 229"/>
                <a:gd name="T41" fmla="*/ 272 h 272"/>
                <a:gd name="T42" fmla="*/ 229 w 229"/>
                <a:gd name="T43"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9" h="272">
                  <a:moveTo>
                    <a:pt x="229" y="272"/>
                  </a:moveTo>
                  <a:cubicBezTo>
                    <a:pt x="226" y="266"/>
                    <a:pt x="222" y="260"/>
                    <a:pt x="217" y="254"/>
                  </a:cubicBezTo>
                  <a:cubicBezTo>
                    <a:pt x="174" y="193"/>
                    <a:pt x="158" y="115"/>
                    <a:pt x="177" y="59"/>
                  </a:cubicBezTo>
                  <a:cubicBezTo>
                    <a:pt x="169" y="51"/>
                    <a:pt x="159" y="43"/>
                    <a:pt x="150" y="36"/>
                  </a:cubicBezTo>
                  <a:cubicBezTo>
                    <a:pt x="143" y="59"/>
                    <a:pt x="141" y="86"/>
                    <a:pt x="143" y="112"/>
                  </a:cubicBezTo>
                  <a:cubicBezTo>
                    <a:pt x="143" y="124"/>
                    <a:pt x="126" y="119"/>
                    <a:pt x="125" y="107"/>
                  </a:cubicBezTo>
                  <a:cubicBezTo>
                    <a:pt x="124" y="79"/>
                    <a:pt x="126" y="50"/>
                    <a:pt x="134" y="25"/>
                  </a:cubicBezTo>
                  <a:cubicBezTo>
                    <a:pt x="127" y="21"/>
                    <a:pt x="121" y="17"/>
                    <a:pt x="114" y="14"/>
                  </a:cubicBezTo>
                  <a:cubicBezTo>
                    <a:pt x="107" y="35"/>
                    <a:pt x="106" y="60"/>
                    <a:pt x="107" y="84"/>
                  </a:cubicBezTo>
                  <a:cubicBezTo>
                    <a:pt x="107" y="96"/>
                    <a:pt x="89" y="91"/>
                    <a:pt x="89" y="79"/>
                  </a:cubicBezTo>
                  <a:cubicBezTo>
                    <a:pt x="88" y="54"/>
                    <a:pt x="90" y="28"/>
                    <a:pt x="97" y="7"/>
                  </a:cubicBezTo>
                  <a:cubicBezTo>
                    <a:pt x="89" y="4"/>
                    <a:pt x="81" y="2"/>
                    <a:pt x="73" y="1"/>
                  </a:cubicBezTo>
                  <a:cubicBezTo>
                    <a:pt x="68" y="17"/>
                    <a:pt x="69" y="36"/>
                    <a:pt x="74" y="54"/>
                  </a:cubicBezTo>
                  <a:cubicBezTo>
                    <a:pt x="78" y="66"/>
                    <a:pt x="61" y="65"/>
                    <a:pt x="57" y="53"/>
                  </a:cubicBezTo>
                  <a:cubicBezTo>
                    <a:pt x="52" y="36"/>
                    <a:pt x="51" y="17"/>
                    <a:pt x="54" y="0"/>
                  </a:cubicBezTo>
                  <a:cubicBezTo>
                    <a:pt x="48" y="0"/>
                    <a:pt x="43" y="1"/>
                    <a:pt x="38" y="3"/>
                  </a:cubicBezTo>
                  <a:cubicBezTo>
                    <a:pt x="38" y="12"/>
                    <a:pt x="40" y="23"/>
                    <a:pt x="43" y="33"/>
                  </a:cubicBezTo>
                  <a:cubicBezTo>
                    <a:pt x="47" y="45"/>
                    <a:pt x="30" y="45"/>
                    <a:pt x="27" y="33"/>
                  </a:cubicBezTo>
                  <a:cubicBezTo>
                    <a:pt x="24" y="25"/>
                    <a:pt x="22" y="17"/>
                    <a:pt x="21" y="9"/>
                  </a:cubicBezTo>
                  <a:cubicBezTo>
                    <a:pt x="13" y="13"/>
                    <a:pt x="6" y="19"/>
                    <a:pt x="0" y="26"/>
                  </a:cubicBezTo>
                  <a:cubicBezTo>
                    <a:pt x="66" y="111"/>
                    <a:pt x="135" y="193"/>
                    <a:pt x="208" y="272"/>
                  </a:cubicBezTo>
                  <a:lnTo>
                    <a:pt x="229" y="272"/>
                  </a:lnTo>
                  <a:close/>
                </a:path>
              </a:pathLst>
            </a:custGeom>
            <a:solidFill>
              <a:srgbClr val="4C7B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 name="iṩḷíďè"/>
            <p:cNvSpPr/>
            <p:nvPr/>
          </p:nvSpPr>
          <p:spPr bwMode="auto">
            <a:xfrm>
              <a:off x="6229303" y="3860703"/>
              <a:ext cx="991440" cy="1094002"/>
            </a:xfrm>
            <a:custGeom>
              <a:avLst/>
              <a:gdLst>
                <a:gd name="T0" fmla="*/ 35 w 223"/>
                <a:gd name="T1" fmla="*/ 71 h 246"/>
                <a:gd name="T2" fmla="*/ 3 w 223"/>
                <a:gd name="T3" fmla="*/ 81 h 246"/>
                <a:gd name="T4" fmla="*/ 6 w 223"/>
                <a:gd name="T5" fmla="*/ 96 h 246"/>
                <a:gd name="T6" fmla="*/ 8 w 223"/>
                <a:gd name="T7" fmla="*/ 104 h 246"/>
                <a:gd name="T8" fmla="*/ 36 w 223"/>
                <a:gd name="T9" fmla="*/ 85 h 246"/>
                <a:gd name="T10" fmla="*/ 49 w 223"/>
                <a:gd name="T11" fmla="*/ 101 h 246"/>
                <a:gd name="T12" fmla="*/ 14 w 223"/>
                <a:gd name="T13" fmla="*/ 125 h 246"/>
                <a:gd name="T14" fmla="*/ 19 w 223"/>
                <a:gd name="T15" fmla="*/ 138 h 246"/>
                <a:gd name="T16" fmla="*/ 62 w 223"/>
                <a:gd name="T17" fmla="*/ 122 h 246"/>
                <a:gd name="T18" fmla="*/ 67 w 223"/>
                <a:gd name="T19" fmla="*/ 141 h 246"/>
                <a:gd name="T20" fmla="*/ 27 w 223"/>
                <a:gd name="T21" fmla="*/ 157 h 246"/>
                <a:gd name="T22" fmla="*/ 40 w 223"/>
                <a:gd name="T23" fmla="*/ 179 h 246"/>
                <a:gd name="T24" fmla="*/ 79 w 223"/>
                <a:gd name="T25" fmla="*/ 150 h 246"/>
                <a:gd name="T26" fmla="*/ 88 w 223"/>
                <a:gd name="T27" fmla="*/ 168 h 246"/>
                <a:gd name="T28" fmla="*/ 52 w 223"/>
                <a:gd name="T29" fmla="*/ 195 h 246"/>
                <a:gd name="T30" fmla="*/ 56 w 223"/>
                <a:gd name="T31" fmla="*/ 198 h 246"/>
                <a:gd name="T32" fmla="*/ 63 w 223"/>
                <a:gd name="T33" fmla="*/ 204 h 246"/>
                <a:gd name="T34" fmla="*/ 72 w 223"/>
                <a:gd name="T35" fmla="*/ 203 h 246"/>
                <a:gd name="T36" fmla="*/ 200 w 223"/>
                <a:gd name="T37" fmla="*/ 246 h 246"/>
                <a:gd name="T38" fmla="*/ 223 w 223"/>
                <a:gd name="T39" fmla="*/ 246 h 246"/>
                <a:gd name="T40" fmla="*/ 15 w 223"/>
                <a:gd name="T41" fmla="*/ 0 h 246"/>
                <a:gd name="T42" fmla="*/ 2 w 223"/>
                <a:gd name="T43" fmla="*/ 27 h 246"/>
                <a:gd name="T44" fmla="*/ 24 w 223"/>
                <a:gd name="T45" fmla="*/ 32 h 246"/>
                <a:gd name="T46" fmla="*/ 24 w 223"/>
                <a:gd name="T47" fmla="*/ 50 h 246"/>
                <a:gd name="T48" fmla="*/ 0 w 223"/>
                <a:gd name="T49" fmla="*/ 46 h 246"/>
                <a:gd name="T50" fmla="*/ 1 w 223"/>
                <a:gd name="T51" fmla="*/ 60 h 246"/>
                <a:gd name="T52" fmla="*/ 26 w 223"/>
                <a:gd name="T53" fmla="*/ 53 h 246"/>
                <a:gd name="T54" fmla="*/ 35 w 223"/>
                <a:gd name="T55" fmla="*/ 71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3" h="246">
                  <a:moveTo>
                    <a:pt x="35" y="71"/>
                  </a:moveTo>
                  <a:cubicBezTo>
                    <a:pt x="24" y="74"/>
                    <a:pt x="13" y="77"/>
                    <a:pt x="3" y="81"/>
                  </a:cubicBezTo>
                  <a:cubicBezTo>
                    <a:pt x="4" y="86"/>
                    <a:pt x="5" y="91"/>
                    <a:pt x="6" y="96"/>
                  </a:cubicBezTo>
                  <a:cubicBezTo>
                    <a:pt x="7" y="99"/>
                    <a:pt x="8" y="102"/>
                    <a:pt x="8" y="104"/>
                  </a:cubicBezTo>
                  <a:cubicBezTo>
                    <a:pt x="18" y="98"/>
                    <a:pt x="27" y="93"/>
                    <a:pt x="36" y="85"/>
                  </a:cubicBezTo>
                  <a:cubicBezTo>
                    <a:pt x="43" y="79"/>
                    <a:pt x="56" y="95"/>
                    <a:pt x="49" y="101"/>
                  </a:cubicBezTo>
                  <a:cubicBezTo>
                    <a:pt x="38" y="111"/>
                    <a:pt x="26" y="117"/>
                    <a:pt x="14" y="125"/>
                  </a:cubicBezTo>
                  <a:cubicBezTo>
                    <a:pt x="16" y="129"/>
                    <a:pt x="17" y="134"/>
                    <a:pt x="19" y="138"/>
                  </a:cubicBezTo>
                  <a:cubicBezTo>
                    <a:pt x="32" y="130"/>
                    <a:pt x="46" y="124"/>
                    <a:pt x="62" y="122"/>
                  </a:cubicBezTo>
                  <a:cubicBezTo>
                    <a:pt x="72" y="121"/>
                    <a:pt x="77" y="140"/>
                    <a:pt x="67" y="141"/>
                  </a:cubicBezTo>
                  <a:cubicBezTo>
                    <a:pt x="53" y="143"/>
                    <a:pt x="39" y="149"/>
                    <a:pt x="27" y="157"/>
                  </a:cubicBezTo>
                  <a:cubicBezTo>
                    <a:pt x="31" y="165"/>
                    <a:pt x="35" y="172"/>
                    <a:pt x="40" y="179"/>
                  </a:cubicBezTo>
                  <a:cubicBezTo>
                    <a:pt x="51" y="167"/>
                    <a:pt x="64" y="157"/>
                    <a:pt x="79" y="150"/>
                  </a:cubicBezTo>
                  <a:cubicBezTo>
                    <a:pt x="88" y="146"/>
                    <a:pt x="97" y="164"/>
                    <a:pt x="88" y="168"/>
                  </a:cubicBezTo>
                  <a:cubicBezTo>
                    <a:pt x="74" y="174"/>
                    <a:pt x="63" y="184"/>
                    <a:pt x="52" y="195"/>
                  </a:cubicBezTo>
                  <a:cubicBezTo>
                    <a:pt x="53" y="196"/>
                    <a:pt x="54" y="197"/>
                    <a:pt x="56" y="198"/>
                  </a:cubicBezTo>
                  <a:cubicBezTo>
                    <a:pt x="58" y="201"/>
                    <a:pt x="60" y="203"/>
                    <a:pt x="63" y="204"/>
                  </a:cubicBezTo>
                  <a:cubicBezTo>
                    <a:pt x="66" y="205"/>
                    <a:pt x="69" y="204"/>
                    <a:pt x="72" y="203"/>
                  </a:cubicBezTo>
                  <a:cubicBezTo>
                    <a:pt x="110" y="189"/>
                    <a:pt x="163" y="207"/>
                    <a:pt x="200" y="246"/>
                  </a:cubicBezTo>
                  <a:cubicBezTo>
                    <a:pt x="223" y="246"/>
                    <a:pt x="223" y="246"/>
                    <a:pt x="223" y="246"/>
                  </a:cubicBezTo>
                  <a:cubicBezTo>
                    <a:pt x="150" y="167"/>
                    <a:pt x="81" y="85"/>
                    <a:pt x="15" y="0"/>
                  </a:cubicBezTo>
                  <a:cubicBezTo>
                    <a:pt x="9" y="8"/>
                    <a:pt x="5" y="17"/>
                    <a:pt x="2" y="27"/>
                  </a:cubicBezTo>
                  <a:cubicBezTo>
                    <a:pt x="9" y="27"/>
                    <a:pt x="16" y="29"/>
                    <a:pt x="24" y="32"/>
                  </a:cubicBezTo>
                  <a:cubicBezTo>
                    <a:pt x="35" y="36"/>
                    <a:pt x="35" y="54"/>
                    <a:pt x="24" y="50"/>
                  </a:cubicBezTo>
                  <a:cubicBezTo>
                    <a:pt x="16" y="46"/>
                    <a:pt x="8" y="45"/>
                    <a:pt x="0" y="46"/>
                  </a:cubicBezTo>
                  <a:cubicBezTo>
                    <a:pt x="0" y="51"/>
                    <a:pt x="0" y="55"/>
                    <a:pt x="1" y="60"/>
                  </a:cubicBezTo>
                  <a:cubicBezTo>
                    <a:pt x="9" y="57"/>
                    <a:pt x="17" y="55"/>
                    <a:pt x="26" y="53"/>
                  </a:cubicBezTo>
                  <a:cubicBezTo>
                    <a:pt x="36" y="51"/>
                    <a:pt x="45" y="69"/>
                    <a:pt x="35" y="71"/>
                  </a:cubicBezTo>
                  <a:close/>
                </a:path>
              </a:pathLst>
            </a:custGeom>
            <a:solidFill>
              <a:srgbClr val="408C7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 name="îṥ1íḑê"/>
            <p:cNvSpPr/>
            <p:nvPr/>
          </p:nvSpPr>
          <p:spPr bwMode="auto">
            <a:xfrm>
              <a:off x="7966460" y="2922680"/>
              <a:ext cx="1044858" cy="1320495"/>
            </a:xfrm>
            <a:custGeom>
              <a:avLst/>
              <a:gdLst>
                <a:gd name="T0" fmla="*/ 231 w 235"/>
                <a:gd name="T1" fmla="*/ 277 h 297"/>
                <a:gd name="T2" fmla="*/ 217 w 235"/>
                <a:gd name="T3" fmla="*/ 255 h 297"/>
                <a:gd name="T4" fmla="*/ 177 w 235"/>
                <a:gd name="T5" fmla="*/ 60 h 297"/>
                <a:gd name="T6" fmla="*/ 149 w 235"/>
                <a:gd name="T7" fmla="*/ 36 h 297"/>
                <a:gd name="T8" fmla="*/ 142 w 235"/>
                <a:gd name="T9" fmla="*/ 112 h 297"/>
                <a:gd name="T10" fmla="*/ 125 w 235"/>
                <a:gd name="T11" fmla="*/ 107 h 297"/>
                <a:gd name="T12" fmla="*/ 133 w 235"/>
                <a:gd name="T13" fmla="*/ 25 h 297"/>
                <a:gd name="T14" fmla="*/ 114 w 235"/>
                <a:gd name="T15" fmla="*/ 14 h 297"/>
                <a:gd name="T16" fmla="*/ 106 w 235"/>
                <a:gd name="T17" fmla="*/ 85 h 297"/>
                <a:gd name="T18" fmla="*/ 89 w 235"/>
                <a:gd name="T19" fmla="*/ 80 h 297"/>
                <a:gd name="T20" fmla="*/ 96 w 235"/>
                <a:gd name="T21" fmla="*/ 7 h 297"/>
                <a:gd name="T22" fmla="*/ 72 w 235"/>
                <a:gd name="T23" fmla="*/ 1 h 297"/>
                <a:gd name="T24" fmla="*/ 74 w 235"/>
                <a:gd name="T25" fmla="*/ 54 h 297"/>
                <a:gd name="T26" fmla="*/ 57 w 235"/>
                <a:gd name="T27" fmla="*/ 54 h 297"/>
                <a:gd name="T28" fmla="*/ 54 w 235"/>
                <a:gd name="T29" fmla="*/ 0 h 297"/>
                <a:gd name="T30" fmla="*/ 37 w 235"/>
                <a:gd name="T31" fmla="*/ 3 h 297"/>
                <a:gd name="T32" fmla="*/ 43 w 235"/>
                <a:gd name="T33" fmla="*/ 33 h 297"/>
                <a:gd name="T34" fmla="*/ 26 w 235"/>
                <a:gd name="T35" fmla="*/ 33 h 297"/>
                <a:gd name="T36" fmla="*/ 21 w 235"/>
                <a:gd name="T37" fmla="*/ 9 h 297"/>
                <a:gd name="T38" fmla="*/ 0 w 235"/>
                <a:gd name="T39" fmla="*/ 26 h 297"/>
                <a:gd name="T40" fmla="*/ 231 w 235"/>
                <a:gd name="T41" fmla="*/ 297 h 297"/>
                <a:gd name="T42" fmla="*/ 231 w 235"/>
                <a:gd name="T43" fmla="*/ 27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5" h="297">
                  <a:moveTo>
                    <a:pt x="231" y="277"/>
                  </a:moveTo>
                  <a:cubicBezTo>
                    <a:pt x="228" y="269"/>
                    <a:pt x="222" y="262"/>
                    <a:pt x="217" y="255"/>
                  </a:cubicBezTo>
                  <a:cubicBezTo>
                    <a:pt x="173" y="194"/>
                    <a:pt x="157" y="116"/>
                    <a:pt x="177" y="60"/>
                  </a:cubicBezTo>
                  <a:cubicBezTo>
                    <a:pt x="168" y="51"/>
                    <a:pt x="159" y="43"/>
                    <a:pt x="149" y="36"/>
                  </a:cubicBezTo>
                  <a:cubicBezTo>
                    <a:pt x="142" y="59"/>
                    <a:pt x="141" y="87"/>
                    <a:pt x="142" y="112"/>
                  </a:cubicBezTo>
                  <a:cubicBezTo>
                    <a:pt x="143" y="124"/>
                    <a:pt x="125" y="119"/>
                    <a:pt x="125" y="107"/>
                  </a:cubicBezTo>
                  <a:cubicBezTo>
                    <a:pt x="123" y="79"/>
                    <a:pt x="125" y="50"/>
                    <a:pt x="133" y="25"/>
                  </a:cubicBezTo>
                  <a:cubicBezTo>
                    <a:pt x="127" y="21"/>
                    <a:pt x="120" y="17"/>
                    <a:pt x="114" y="14"/>
                  </a:cubicBezTo>
                  <a:cubicBezTo>
                    <a:pt x="106" y="35"/>
                    <a:pt x="105" y="60"/>
                    <a:pt x="106" y="85"/>
                  </a:cubicBezTo>
                  <a:cubicBezTo>
                    <a:pt x="106" y="96"/>
                    <a:pt x="89" y="92"/>
                    <a:pt x="89" y="80"/>
                  </a:cubicBezTo>
                  <a:cubicBezTo>
                    <a:pt x="88" y="54"/>
                    <a:pt x="89" y="29"/>
                    <a:pt x="96" y="7"/>
                  </a:cubicBezTo>
                  <a:cubicBezTo>
                    <a:pt x="88" y="4"/>
                    <a:pt x="80" y="2"/>
                    <a:pt x="72" y="1"/>
                  </a:cubicBezTo>
                  <a:cubicBezTo>
                    <a:pt x="68" y="17"/>
                    <a:pt x="68" y="37"/>
                    <a:pt x="74" y="54"/>
                  </a:cubicBezTo>
                  <a:cubicBezTo>
                    <a:pt x="77" y="66"/>
                    <a:pt x="61" y="66"/>
                    <a:pt x="57" y="54"/>
                  </a:cubicBezTo>
                  <a:cubicBezTo>
                    <a:pt x="51" y="36"/>
                    <a:pt x="50" y="17"/>
                    <a:pt x="54" y="0"/>
                  </a:cubicBezTo>
                  <a:cubicBezTo>
                    <a:pt x="48" y="1"/>
                    <a:pt x="42" y="2"/>
                    <a:pt x="37" y="3"/>
                  </a:cubicBezTo>
                  <a:cubicBezTo>
                    <a:pt x="38" y="13"/>
                    <a:pt x="40" y="23"/>
                    <a:pt x="43" y="33"/>
                  </a:cubicBezTo>
                  <a:cubicBezTo>
                    <a:pt x="47" y="46"/>
                    <a:pt x="30" y="45"/>
                    <a:pt x="26" y="33"/>
                  </a:cubicBezTo>
                  <a:cubicBezTo>
                    <a:pt x="24" y="25"/>
                    <a:pt x="22" y="17"/>
                    <a:pt x="21" y="9"/>
                  </a:cubicBezTo>
                  <a:cubicBezTo>
                    <a:pt x="13" y="13"/>
                    <a:pt x="5" y="19"/>
                    <a:pt x="0" y="26"/>
                  </a:cubicBezTo>
                  <a:cubicBezTo>
                    <a:pt x="72" y="120"/>
                    <a:pt x="149" y="212"/>
                    <a:pt x="231" y="297"/>
                  </a:cubicBezTo>
                  <a:cubicBezTo>
                    <a:pt x="235" y="293"/>
                    <a:pt x="234" y="284"/>
                    <a:pt x="231" y="277"/>
                  </a:cubicBezTo>
                  <a:close/>
                </a:path>
              </a:pathLst>
            </a:custGeom>
            <a:solidFill>
              <a:srgbClr val="4C7B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 name="îṧlidé"/>
            <p:cNvSpPr/>
            <p:nvPr/>
          </p:nvSpPr>
          <p:spPr bwMode="auto">
            <a:xfrm>
              <a:off x="7895947" y="3038064"/>
              <a:ext cx="1096140" cy="1237164"/>
            </a:xfrm>
            <a:custGeom>
              <a:avLst/>
              <a:gdLst>
                <a:gd name="T0" fmla="*/ 16 w 247"/>
                <a:gd name="T1" fmla="*/ 0 h 278"/>
                <a:gd name="T2" fmla="*/ 3 w 247"/>
                <a:gd name="T3" fmla="*/ 27 h 278"/>
                <a:gd name="T4" fmla="*/ 24 w 247"/>
                <a:gd name="T5" fmla="*/ 32 h 278"/>
                <a:gd name="T6" fmla="*/ 25 w 247"/>
                <a:gd name="T7" fmla="*/ 50 h 278"/>
                <a:gd name="T8" fmla="*/ 1 w 247"/>
                <a:gd name="T9" fmla="*/ 46 h 278"/>
                <a:gd name="T10" fmla="*/ 1 w 247"/>
                <a:gd name="T11" fmla="*/ 61 h 278"/>
                <a:gd name="T12" fmla="*/ 27 w 247"/>
                <a:gd name="T13" fmla="*/ 53 h 278"/>
                <a:gd name="T14" fmla="*/ 36 w 247"/>
                <a:gd name="T15" fmla="*/ 72 h 278"/>
                <a:gd name="T16" fmla="*/ 4 w 247"/>
                <a:gd name="T17" fmla="*/ 81 h 278"/>
                <a:gd name="T18" fmla="*/ 7 w 247"/>
                <a:gd name="T19" fmla="*/ 96 h 278"/>
                <a:gd name="T20" fmla="*/ 9 w 247"/>
                <a:gd name="T21" fmla="*/ 105 h 278"/>
                <a:gd name="T22" fmla="*/ 36 w 247"/>
                <a:gd name="T23" fmla="*/ 86 h 278"/>
                <a:gd name="T24" fmla="*/ 49 w 247"/>
                <a:gd name="T25" fmla="*/ 102 h 278"/>
                <a:gd name="T26" fmla="*/ 15 w 247"/>
                <a:gd name="T27" fmla="*/ 125 h 278"/>
                <a:gd name="T28" fmla="*/ 19 w 247"/>
                <a:gd name="T29" fmla="*/ 139 h 278"/>
                <a:gd name="T30" fmla="*/ 62 w 247"/>
                <a:gd name="T31" fmla="*/ 123 h 278"/>
                <a:gd name="T32" fmla="*/ 67 w 247"/>
                <a:gd name="T33" fmla="*/ 142 h 278"/>
                <a:gd name="T34" fmla="*/ 28 w 247"/>
                <a:gd name="T35" fmla="*/ 158 h 278"/>
                <a:gd name="T36" fmla="*/ 40 w 247"/>
                <a:gd name="T37" fmla="*/ 179 h 278"/>
                <a:gd name="T38" fmla="*/ 80 w 247"/>
                <a:gd name="T39" fmla="*/ 150 h 278"/>
                <a:gd name="T40" fmla="*/ 89 w 247"/>
                <a:gd name="T41" fmla="*/ 168 h 278"/>
                <a:gd name="T42" fmla="*/ 53 w 247"/>
                <a:gd name="T43" fmla="*/ 195 h 278"/>
                <a:gd name="T44" fmla="*/ 56 w 247"/>
                <a:gd name="T45" fmla="*/ 199 h 278"/>
                <a:gd name="T46" fmla="*/ 64 w 247"/>
                <a:gd name="T47" fmla="*/ 204 h 278"/>
                <a:gd name="T48" fmla="*/ 73 w 247"/>
                <a:gd name="T49" fmla="*/ 203 h 278"/>
                <a:gd name="T50" fmla="*/ 202 w 247"/>
                <a:gd name="T51" fmla="*/ 248 h 278"/>
                <a:gd name="T52" fmla="*/ 223 w 247"/>
                <a:gd name="T53" fmla="*/ 269 h 278"/>
                <a:gd name="T54" fmla="*/ 246 w 247"/>
                <a:gd name="T55" fmla="*/ 273 h 278"/>
                <a:gd name="T56" fmla="*/ 247 w 247"/>
                <a:gd name="T57" fmla="*/ 271 h 278"/>
                <a:gd name="T58" fmla="*/ 16 w 247"/>
                <a:gd name="T59"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7" h="278">
                  <a:moveTo>
                    <a:pt x="16" y="0"/>
                  </a:moveTo>
                  <a:cubicBezTo>
                    <a:pt x="10" y="8"/>
                    <a:pt x="5" y="17"/>
                    <a:pt x="3" y="27"/>
                  </a:cubicBezTo>
                  <a:cubicBezTo>
                    <a:pt x="10" y="28"/>
                    <a:pt x="17" y="29"/>
                    <a:pt x="24" y="32"/>
                  </a:cubicBezTo>
                  <a:cubicBezTo>
                    <a:pt x="35" y="36"/>
                    <a:pt x="36" y="55"/>
                    <a:pt x="25" y="50"/>
                  </a:cubicBezTo>
                  <a:cubicBezTo>
                    <a:pt x="16" y="47"/>
                    <a:pt x="8" y="46"/>
                    <a:pt x="1" y="46"/>
                  </a:cubicBezTo>
                  <a:cubicBezTo>
                    <a:pt x="0" y="51"/>
                    <a:pt x="1" y="56"/>
                    <a:pt x="1" y="61"/>
                  </a:cubicBezTo>
                  <a:cubicBezTo>
                    <a:pt x="9" y="58"/>
                    <a:pt x="18" y="55"/>
                    <a:pt x="27" y="53"/>
                  </a:cubicBezTo>
                  <a:cubicBezTo>
                    <a:pt x="37" y="51"/>
                    <a:pt x="46" y="69"/>
                    <a:pt x="36" y="72"/>
                  </a:cubicBezTo>
                  <a:cubicBezTo>
                    <a:pt x="25" y="74"/>
                    <a:pt x="14" y="77"/>
                    <a:pt x="4" y="81"/>
                  </a:cubicBezTo>
                  <a:cubicBezTo>
                    <a:pt x="5" y="86"/>
                    <a:pt x="6" y="91"/>
                    <a:pt x="7" y="96"/>
                  </a:cubicBezTo>
                  <a:cubicBezTo>
                    <a:pt x="8" y="99"/>
                    <a:pt x="8" y="102"/>
                    <a:pt x="9" y="105"/>
                  </a:cubicBezTo>
                  <a:cubicBezTo>
                    <a:pt x="18" y="99"/>
                    <a:pt x="28" y="93"/>
                    <a:pt x="36" y="86"/>
                  </a:cubicBezTo>
                  <a:cubicBezTo>
                    <a:pt x="44" y="79"/>
                    <a:pt x="56" y="95"/>
                    <a:pt x="49" y="102"/>
                  </a:cubicBezTo>
                  <a:cubicBezTo>
                    <a:pt x="39" y="111"/>
                    <a:pt x="26" y="117"/>
                    <a:pt x="15" y="125"/>
                  </a:cubicBezTo>
                  <a:cubicBezTo>
                    <a:pt x="16" y="130"/>
                    <a:pt x="18" y="134"/>
                    <a:pt x="19" y="139"/>
                  </a:cubicBezTo>
                  <a:cubicBezTo>
                    <a:pt x="32" y="130"/>
                    <a:pt x="47" y="125"/>
                    <a:pt x="62" y="123"/>
                  </a:cubicBezTo>
                  <a:cubicBezTo>
                    <a:pt x="73" y="122"/>
                    <a:pt x="78" y="141"/>
                    <a:pt x="67" y="142"/>
                  </a:cubicBezTo>
                  <a:cubicBezTo>
                    <a:pt x="53" y="143"/>
                    <a:pt x="39" y="149"/>
                    <a:pt x="28" y="158"/>
                  </a:cubicBezTo>
                  <a:cubicBezTo>
                    <a:pt x="31" y="165"/>
                    <a:pt x="35" y="172"/>
                    <a:pt x="40" y="179"/>
                  </a:cubicBezTo>
                  <a:cubicBezTo>
                    <a:pt x="51" y="167"/>
                    <a:pt x="64" y="157"/>
                    <a:pt x="80" y="150"/>
                  </a:cubicBezTo>
                  <a:cubicBezTo>
                    <a:pt x="89" y="146"/>
                    <a:pt x="98" y="165"/>
                    <a:pt x="89" y="168"/>
                  </a:cubicBezTo>
                  <a:cubicBezTo>
                    <a:pt x="75" y="175"/>
                    <a:pt x="63" y="184"/>
                    <a:pt x="53" y="195"/>
                  </a:cubicBezTo>
                  <a:cubicBezTo>
                    <a:pt x="54" y="197"/>
                    <a:pt x="55" y="198"/>
                    <a:pt x="56" y="199"/>
                  </a:cubicBezTo>
                  <a:cubicBezTo>
                    <a:pt x="58" y="201"/>
                    <a:pt x="61" y="203"/>
                    <a:pt x="64" y="204"/>
                  </a:cubicBezTo>
                  <a:cubicBezTo>
                    <a:pt x="67" y="205"/>
                    <a:pt x="70" y="204"/>
                    <a:pt x="73" y="203"/>
                  </a:cubicBezTo>
                  <a:cubicBezTo>
                    <a:pt x="111" y="189"/>
                    <a:pt x="166" y="208"/>
                    <a:pt x="202" y="248"/>
                  </a:cubicBezTo>
                  <a:cubicBezTo>
                    <a:pt x="209" y="256"/>
                    <a:pt x="215" y="264"/>
                    <a:pt x="223" y="269"/>
                  </a:cubicBezTo>
                  <a:cubicBezTo>
                    <a:pt x="231" y="275"/>
                    <a:pt x="241" y="278"/>
                    <a:pt x="246" y="273"/>
                  </a:cubicBezTo>
                  <a:cubicBezTo>
                    <a:pt x="247" y="272"/>
                    <a:pt x="247" y="272"/>
                    <a:pt x="247" y="271"/>
                  </a:cubicBezTo>
                  <a:cubicBezTo>
                    <a:pt x="165" y="186"/>
                    <a:pt x="88" y="94"/>
                    <a:pt x="16" y="0"/>
                  </a:cubicBezTo>
                  <a:close/>
                </a:path>
              </a:pathLst>
            </a:custGeom>
            <a:solidFill>
              <a:srgbClr val="408C7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 name="iŝľîḑê"/>
            <p:cNvSpPr/>
            <p:nvPr/>
          </p:nvSpPr>
          <p:spPr bwMode="auto">
            <a:xfrm>
              <a:off x="7611764" y="3741046"/>
              <a:ext cx="536318" cy="1213659"/>
            </a:xfrm>
            <a:custGeom>
              <a:avLst/>
              <a:gdLst>
                <a:gd name="T0" fmla="*/ 40 w 121"/>
                <a:gd name="T1" fmla="*/ 273 h 273"/>
                <a:gd name="T2" fmla="*/ 121 w 121"/>
                <a:gd name="T3" fmla="*/ 137 h 273"/>
                <a:gd name="T4" fmla="*/ 114 w 121"/>
                <a:gd name="T5" fmla="*/ 102 h 273"/>
                <a:gd name="T6" fmla="*/ 62 w 121"/>
                <a:gd name="T7" fmla="*/ 158 h 273"/>
                <a:gd name="T8" fmla="*/ 51 w 121"/>
                <a:gd name="T9" fmla="*/ 143 h 273"/>
                <a:gd name="T10" fmla="*/ 108 w 121"/>
                <a:gd name="T11" fmla="*/ 83 h 273"/>
                <a:gd name="T12" fmla="*/ 99 w 121"/>
                <a:gd name="T13" fmla="*/ 63 h 273"/>
                <a:gd name="T14" fmla="*/ 50 w 121"/>
                <a:gd name="T15" fmla="*/ 114 h 273"/>
                <a:gd name="T16" fmla="*/ 39 w 121"/>
                <a:gd name="T17" fmla="*/ 99 h 273"/>
                <a:gd name="T18" fmla="*/ 89 w 121"/>
                <a:gd name="T19" fmla="*/ 46 h 273"/>
                <a:gd name="T20" fmla="*/ 74 w 121"/>
                <a:gd name="T21" fmla="*/ 27 h 273"/>
                <a:gd name="T22" fmla="*/ 43 w 121"/>
                <a:gd name="T23" fmla="*/ 70 h 273"/>
                <a:gd name="T24" fmla="*/ 29 w 121"/>
                <a:gd name="T25" fmla="*/ 59 h 273"/>
                <a:gd name="T26" fmla="*/ 59 w 121"/>
                <a:gd name="T27" fmla="*/ 15 h 273"/>
                <a:gd name="T28" fmla="*/ 45 w 121"/>
                <a:gd name="T29" fmla="*/ 7 h 273"/>
                <a:gd name="T30" fmla="*/ 31 w 121"/>
                <a:gd name="T31" fmla="*/ 35 h 273"/>
                <a:gd name="T32" fmla="*/ 17 w 121"/>
                <a:gd name="T33" fmla="*/ 24 h 273"/>
                <a:gd name="T34" fmla="*/ 28 w 121"/>
                <a:gd name="T35" fmla="*/ 2 h 273"/>
                <a:gd name="T36" fmla="*/ 0 w 121"/>
                <a:gd name="T37" fmla="*/ 3 h 273"/>
                <a:gd name="T38" fmla="*/ 12 w 121"/>
                <a:gd name="T39" fmla="*/ 273 h 273"/>
                <a:gd name="T40" fmla="*/ 40 w 121"/>
                <a:gd name="T41" fmla="*/ 27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1" h="273">
                  <a:moveTo>
                    <a:pt x="40" y="273"/>
                  </a:moveTo>
                  <a:cubicBezTo>
                    <a:pt x="51" y="215"/>
                    <a:pt x="81" y="163"/>
                    <a:pt x="121" y="137"/>
                  </a:cubicBezTo>
                  <a:cubicBezTo>
                    <a:pt x="119" y="125"/>
                    <a:pt x="117" y="113"/>
                    <a:pt x="114" y="102"/>
                  </a:cubicBezTo>
                  <a:cubicBezTo>
                    <a:pt x="94" y="116"/>
                    <a:pt x="76" y="137"/>
                    <a:pt x="62" y="158"/>
                  </a:cubicBezTo>
                  <a:cubicBezTo>
                    <a:pt x="55" y="167"/>
                    <a:pt x="44" y="153"/>
                    <a:pt x="51" y="143"/>
                  </a:cubicBezTo>
                  <a:cubicBezTo>
                    <a:pt x="67" y="120"/>
                    <a:pt x="86" y="98"/>
                    <a:pt x="108" y="83"/>
                  </a:cubicBezTo>
                  <a:cubicBezTo>
                    <a:pt x="105" y="76"/>
                    <a:pt x="102" y="69"/>
                    <a:pt x="99" y="63"/>
                  </a:cubicBezTo>
                  <a:cubicBezTo>
                    <a:pt x="80" y="74"/>
                    <a:pt x="64" y="94"/>
                    <a:pt x="50" y="114"/>
                  </a:cubicBezTo>
                  <a:cubicBezTo>
                    <a:pt x="43" y="123"/>
                    <a:pt x="32" y="109"/>
                    <a:pt x="39" y="99"/>
                  </a:cubicBezTo>
                  <a:cubicBezTo>
                    <a:pt x="54" y="79"/>
                    <a:pt x="70" y="59"/>
                    <a:pt x="89" y="46"/>
                  </a:cubicBezTo>
                  <a:cubicBezTo>
                    <a:pt x="84" y="39"/>
                    <a:pt x="79" y="33"/>
                    <a:pt x="74" y="27"/>
                  </a:cubicBezTo>
                  <a:cubicBezTo>
                    <a:pt x="60" y="37"/>
                    <a:pt x="49" y="53"/>
                    <a:pt x="43" y="70"/>
                  </a:cubicBezTo>
                  <a:cubicBezTo>
                    <a:pt x="38" y="82"/>
                    <a:pt x="25" y="71"/>
                    <a:pt x="29" y="59"/>
                  </a:cubicBezTo>
                  <a:cubicBezTo>
                    <a:pt x="36" y="42"/>
                    <a:pt x="46" y="26"/>
                    <a:pt x="59" y="15"/>
                  </a:cubicBezTo>
                  <a:cubicBezTo>
                    <a:pt x="54" y="12"/>
                    <a:pt x="50" y="9"/>
                    <a:pt x="45" y="7"/>
                  </a:cubicBezTo>
                  <a:cubicBezTo>
                    <a:pt x="39" y="15"/>
                    <a:pt x="34" y="24"/>
                    <a:pt x="31" y="35"/>
                  </a:cubicBezTo>
                  <a:cubicBezTo>
                    <a:pt x="26" y="47"/>
                    <a:pt x="13" y="36"/>
                    <a:pt x="17" y="24"/>
                  </a:cubicBezTo>
                  <a:cubicBezTo>
                    <a:pt x="20" y="16"/>
                    <a:pt x="24" y="9"/>
                    <a:pt x="28" y="2"/>
                  </a:cubicBezTo>
                  <a:cubicBezTo>
                    <a:pt x="19" y="0"/>
                    <a:pt x="9" y="1"/>
                    <a:pt x="0" y="3"/>
                  </a:cubicBezTo>
                  <a:cubicBezTo>
                    <a:pt x="1" y="93"/>
                    <a:pt x="5" y="183"/>
                    <a:pt x="12" y="273"/>
                  </a:cubicBezTo>
                  <a:lnTo>
                    <a:pt x="40" y="273"/>
                  </a:lnTo>
                  <a:close/>
                </a:path>
              </a:pathLst>
            </a:custGeom>
            <a:solidFill>
              <a:srgbClr val="4C7B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 name="ïSḻîḓe"/>
            <p:cNvSpPr/>
            <p:nvPr/>
          </p:nvSpPr>
          <p:spPr bwMode="auto">
            <a:xfrm>
              <a:off x="7216469" y="3753867"/>
              <a:ext cx="448712" cy="1200839"/>
            </a:xfrm>
            <a:custGeom>
              <a:avLst/>
              <a:gdLst>
                <a:gd name="T0" fmla="*/ 50 w 101"/>
                <a:gd name="T1" fmla="*/ 158 h 270"/>
                <a:gd name="T2" fmla="*/ 46 w 101"/>
                <a:gd name="T3" fmla="*/ 178 h 270"/>
                <a:gd name="T4" fmla="*/ 1 w 101"/>
                <a:gd name="T5" fmla="*/ 178 h 270"/>
                <a:gd name="T6" fmla="*/ 1 w 101"/>
                <a:gd name="T7" fmla="*/ 182 h 270"/>
                <a:gd name="T8" fmla="*/ 4 w 101"/>
                <a:gd name="T9" fmla="*/ 191 h 270"/>
                <a:gd name="T10" fmla="*/ 12 w 101"/>
                <a:gd name="T11" fmla="*/ 196 h 270"/>
                <a:gd name="T12" fmla="*/ 79 w 101"/>
                <a:gd name="T13" fmla="*/ 270 h 270"/>
                <a:gd name="T14" fmla="*/ 101 w 101"/>
                <a:gd name="T15" fmla="*/ 270 h 270"/>
                <a:gd name="T16" fmla="*/ 89 w 101"/>
                <a:gd name="T17" fmla="*/ 0 h 270"/>
                <a:gd name="T18" fmla="*/ 63 w 101"/>
                <a:gd name="T19" fmla="*/ 13 h 270"/>
                <a:gd name="T20" fmla="*/ 77 w 101"/>
                <a:gd name="T21" fmla="*/ 30 h 270"/>
                <a:gd name="T22" fmla="*/ 67 w 101"/>
                <a:gd name="T23" fmla="*/ 45 h 270"/>
                <a:gd name="T24" fmla="*/ 50 w 101"/>
                <a:gd name="T25" fmla="*/ 27 h 270"/>
                <a:gd name="T26" fmla="*/ 41 w 101"/>
                <a:gd name="T27" fmla="*/ 39 h 270"/>
                <a:gd name="T28" fmla="*/ 66 w 101"/>
                <a:gd name="T29" fmla="*/ 49 h 270"/>
                <a:gd name="T30" fmla="*/ 62 w 101"/>
                <a:gd name="T31" fmla="*/ 69 h 270"/>
                <a:gd name="T32" fmla="*/ 31 w 101"/>
                <a:gd name="T33" fmla="*/ 57 h 270"/>
                <a:gd name="T34" fmla="*/ 24 w 101"/>
                <a:gd name="T35" fmla="*/ 71 h 270"/>
                <a:gd name="T36" fmla="*/ 21 w 101"/>
                <a:gd name="T37" fmla="*/ 79 h 270"/>
                <a:gd name="T38" fmla="*/ 54 w 101"/>
                <a:gd name="T39" fmla="*/ 80 h 270"/>
                <a:gd name="T40" fmla="*/ 55 w 101"/>
                <a:gd name="T41" fmla="*/ 101 h 270"/>
                <a:gd name="T42" fmla="*/ 13 w 101"/>
                <a:gd name="T43" fmla="*/ 98 h 270"/>
                <a:gd name="T44" fmla="*/ 9 w 101"/>
                <a:gd name="T45" fmla="*/ 112 h 270"/>
                <a:gd name="T46" fmla="*/ 52 w 101"/>
                <a:gd name="T47" fmla="*/ 126 h 270"/>
                <a:gd name="T48" fmla="*/ 45 w 101"/>
                <a:gd name="T49" fmla="*/ 144 h 270"/>
                <a:gd name="T50" fmla="*/ 4 w 101"/>
                <a:gd name="T51" fmla="*/ 132 h 270"/>
                <a:gd name="T52" fmla="*/ 0 w 101"/>
                <a:gd name="T53" fmla="*/ 157 h 270"/>
                <a:gd name="T54" fmla="*/ 50 w 101"/>
                <a:gd name="T55" fmla="*/ 15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1" h="270">
                  <a:moveTo>
                    <a:pt x="50" y="158"/>
                  </a:moveTo>
                  <a:cubicBezTo>
                    <a:pt x="59" y="160"/>
                    <a:pt x="55" y="180"/>
                    <a:pt x="46" y="178"/>
                  </a:cubicBezTo>
                  <a:cubicBezTo>
                    <a:pt x="31" y="174"/>
                    <a:pt x="16" y="175"/>
                    <a:pt x="1" y="178"/>
                  </a:cubicBezTo>
                  <a:cubicBezTo>
                    <a:pt x="1" y="179"/>
                    <a:pt x="1" y="181"/>
                    <a:pt x="1" y="182"/>
                  </a:cubicBezTo>
                  <a:cubicBezTo>
                    <a:pt x="2" y="185"/>
                    <a:pt x="2" y="189"/>
                    <a:pt x="4" y="191"/>
                  </a:cubicBezTo>
                  <a:cubicBezTo>
                    <a:pt x="6" y="194"/>
                    <a:pt x="9" y="195"/>
                    <a:pt x="12" y="196"/>
                  </a:cubicBezTo>
                  <a:cubicBezTo>
                    <a:pt x="41" y="205"/>
                    <a:pt x="66" y="233"/>
                    <a:pt x="79" y="270"/>
                  </a:cubicBezTo>
                  <a:cubicBezTo>
                    <a:pt x="101" y="270"/>
                    <a:pt x="101" y="270"/>
                    <a:pt x="101" y="270"/>
                  </a:cubicBezTo>
                  <a:cubicBezTo>
                    <a:pt x="94" y="180"/>
                    <a:pt x="90" y="90"/>
                    <a:pt x="89" y="0"/>
                  </a:cubicBezTo>
                  <a:cubicBezTo>
                    <a:pt x="80" y="2"/>
                    <a:pt x="71" y="7"/>
                    <a:pt x="63" y="13"/>
                  </a:cubicBezTo>
                  <a:cubicBezTo>
                    <a:pt x="68" y="18"/>
                    <a:pt x="73" y="23"/>
                    <a:pt x="77" y="30"/>
                  </a:cubicBezTo>
                  <a:cubicBezTo>
                    <a:pt x="83" y="40"/>
                    <a:pt x="73" y="55"/>
                    <a:pt x="67" y="45"/>
                  </a:cubicBezTo>
                  <a:cubicBezTo>
                    <a:pt x="62" y="37"/>
                    <a:pt x="56" y="31"/>
                    <a:pt x="50" y="27"/>
                  </a:cubicBezTo>
                  <a:cubicBezTo>
                    <a:pt x="47" y="31"/>
                    <a:pt x="44" y="35"/>
                    <a:pt x="41" y="39"/>
                  </a:cubicBezTo>
                  <a:cubicBezTo>
                    <a:pt x="50" y="42"/>
                    <a:pt x="58" y="45"/>
                    <a:pt x="66" y="49"/>
                  </a:cubicBezTo>
                  <a:cubicBezTo>
                    <a:pt x="76" y="53"/>
                    <a:pt x="72" y="73"/>
                    <a:pt x="62" y="69"/>
                  </a:cubicBezTo>
                  <a:cubicBezTo>
                    <a:pt x="52" y="64"/>
                    <a:pt x="42" y="60"/>
                    <a:pt x="31" y="57"/>
                  </a:cubicBezTo>
                  <a:cubicBezTo>
                    <a:pt x="29" y="62"/>
                    <a:pt x="26" y="66"/>
                    <a:pt x="24" y="71"/>
                  </a:cubicBezTo>
                  <a:cubicBezTo>
                    <a:pt x="23" y="73"/>
                    <a:pt x="22" y="76"/>
                    <a:pt x="21" y="79"/>
                  </a:cubicBezTo>
                  <a:cubicBezTo>
                    <a:pt x="32" y="80"/>
                    <a:pt x="43" y="81"/>
                    <a:pt x="54" y="80"/>
                  </a:cubicBezTo>
                  <a:cubicBezTo>
                    <a:pt x="64" y="79"/>
                    <a:pt x="64" y="100"/>
                    <a:pt x="55" y="101"/>
                  </a:cubicBezTo>
                  <a:cubicBezTo>
                    <a:pt x="41" y="102"/>
                    <a:pt x="27" y="99"/>
                    <a:pt x="13" y="98"/>
                  </a:cubicBezTo>
                  <a:cubicBezTo>
                    <a:pt x="11" y="103"/>
                    <a:pt x="10" y="107"/>
                    <a:pt x="9" y="112"/>
                  </a:cubicBezTo>
                  <a:cubicBezTo>
                    <a:pt x="24" y="113"/>
                    <a:pt x="39" y="118"/>
                    <a:pt x="52" y="126"/>
                  </a:cubicBezTo>
                  <a:cubicBezTo>
                    <a:pt x="61" y="131"/>
                    <a:pt x="54" y="149"/>
                    <a:pt x="45" y="144"/>
                  </a:cubicBezTo>
                  <a:cubicBezTo>
                    <a:pt x="33" y="136"/>
                    <a:pt x="18" y="133"/>
                    <a:pt x="4" y="132"/>
                  </a:cubicBezTo>
                  <a:cubicBezTo>
                    <a:pt x="2" y="140"/>
                    <a:pt x="1" y="149"/>
                    <a:pt x="0" y="157"/>
                  </a:cubicBezTo>
                  <a:cubicBezTo>
                    <a:pt x="17" y="154"/>
                    <a:pt x="33" y="154"/>
                    <a:pt x="50" y="158"/>
                  </a:cubicBezTo>
                  <a:close/>
                </a:path>
              </a:pathLst>
            </a:custGeom>
            <a:solidFill>
              <a:srgbClr val="408C7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 name="î$ļïďe"/>
            <p:cNvSpPr/>
            <p:nvPr/>
          </p:nvSpPr>
          <p:spPr bwMode="auto">
            <a:xfrm>
              <a:off x="11596753" y="3879933"/>
              <a:ext cx="1070499" cy="1074773"/>
            </a:xfrm>
            <a:custGeom>
              <a:avLst/>
              <a:gdLst>
                <a:gd name="T0" fmla="*/ 27 w 241"/>
                <a:gd name="T1" fmla="*/ 242 h 242"/>
                <a:gd name="T2" fmla="*/ 201 w 241"/>
                <a:gd name="T3" fmla="*/ 180 h 242"/>
                <a:gd name="T4" fmla="*/ 219 w 241"/>
                <a:gd name="T5" fmla="*/ 149 h 242"/>
                <a:gd name="T6" fmla="*/ 143 w 241"/>
                <a:gd name="T7" fmla="*/ 155 h 242"/>
                <a:gd name="T8" fmla="*/ 145 w 241"/>
                <a:gd name="T9" fmla="*/ 137 h 242"/>
                <a:gd name="T10" fmla="*/ 228 w 241"/>
                <a:gd name="T11" fmla="*/ 131 h 242"/>
                <a:gd name="T12" fmla="*/ 235 w 241"/>
                <a:gd name="T13" fmla="*/ 110 h 242"/>
                <a:gd name="T14" fmla="*/ 164 w 241"/>
                <a:gd name="T15" fmla="*/ 115 h 242"/>
                <a:gd name="T16" fmla="*/ 166 w 241"/>
                <a:gd name="T17" fmla="*/ 96 h 242"/>
                <a:gd name="T18" fmla="*/ 239 w 241"/>
                <a:gd name="T19" fmla="*/ 92 h 242"/>
                <a:gd name="T20" fmla="*/ 241 w 241"/>
                <a:gd name="T21" fmla="*/ 67 h 242"/>
                <a:gd name="T22" fmla="*/ 189 w 241"/>
                <a:gd name="T23" fmla="*/ 77 h 242"/>
                <a:gd name="T24" fmla="*/ 186 w 241"/>
                <a:gd name="T25" fmla="*/ 61 h 242"/>
                <a:gd name="T26" fmla="*/ 238 w 241"/>
                <a:gd name="T27" fmla="*/ 49 h 242"/>
                <a:gd name="T28" fmla="*/ 233 w 241"/>
                <a:gd name="T29" fmla="*/ 33 h 242"/>
                <a:gd name="T30" fmla="*/ 204 w 241"/>
                <a:gd name="T31" fmla="*/ 44 h 242"/>
                <a:gd name="T32" fmla="*/ 201 w 241"/>
                <a:gd name="T33" fmla="*/ 27 h 242"/>
                <a:gd name="T34" fmla="*/ 224 w 241"/>
                <a:gd name="T35" fmla="*/ 18 h 242"/>
                <a:gd name="T36" fmla="*/ 204 w 241"/>
                <a:gd name="T37" fmla="*/ 0 h 242"/>
                <a:gd name="T38" fmla="*/ 0 w 241"/>
                <a:gd name="T39" fmla="*/ 242 h 242"/>
                <a:gd name="T40" fmla="*/ 27 w 241"/>
                <a:gd name="T41"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1" h="242">
                  <a:moveTo>
                    <a:pt x="27" y="242"/>
                  </a:moveTo>
                  <a:cubicBezTo>
                    <a:pt x="79" y="195"/>
                    <a:pt x="146" y="171"/>
                    <a:pt x="201" y="180"/>
                  </a:cubicBezTo>
                  <a:cubicBezTo>
                    <a:pt x="208" y="170"/>
                    <a:pt x="214" y="160"/>
                    <a:pt x="219" y="149"/>
                  </a:cubicBezTo>
                  <a:cubicBezTo>
                    <a:pt x="195" y="146"/>
                    <a:pt x="168" y="149"/>
                    <a:pt x="143" y="155"/>
                  </a:cubicBezTo>
                  <a:cubicBezTo>
                    <a:pt x="132" y="157"/>
                    <a:pt x="134" y="139"/>
                    <a:pt x="145" y="137"/>
                  </a:cubicBezTo>
                  <a:cubicBezTo>
                    <a:pt x="173" y="131"/>
                    <a:pt x="202" y="128"/>
                    <a:pt x="228" y="131"/>
                  </a:cubicBezTo>
                  <a:cubicBezTo>
                    <a:pt x="231" y="124"/>
                    <a:pt x="233" y="117"/>
                    <a:pt x="235" y="110"/>
                  </a:cubicBezTo>
                  <a:cubicBezTo>
                    <a:pt x="213" y="106"/>
                    <a:pt x="188" y="110"/>
                    <a:pt x="164" y="115"/>
                  </a:cubicBezTo>
                  <a:cubicBezTo>
                    <a:pt x="153" y="117"/>
                    <a:pt x="155" y="99"/>
                    <a:pt x="166" y="96"/>
                  </a:cubicBezTo>
                  <a:cubicBezTo>
                    <a:pt x="191" y="91"/>
                    <a:pt x="216" y="88"/>
                    <a:pt x="239" y="92"/>
                  </a:cubicBezTo>
                  <a:cubicBezTo>
                    <a:pt x="240" y="84"/>
                    <a:pt x="241" y="75"/>
                    <a:pt x="241" y="67"/>
                  </a:cubicBezTo>
                  <a:cubicBezTo>
                    <a:pt x="224" y="66"/>
                    <a:pt x="205" y="69"/>
                    <a:pt x="189" y="77"/>
                  </a:cubicBezTo>
                  <a:cubicBezTo>
                    <a:pt x="178" y="83"/>
                    <a:pt x="175" y="67"/>
                    <a:pt x="186" y="61"/>
                  </a:cubicBezTo>
                  <a:cubicBezTo>
                    <a:pt x="203" y="52"/>
                    <a:pt x="221" y="48"/>
                    <a:pt x="238" y="49"/>
                  </a:cubicBezTo>
                  <a:cubicBezTo>
                    <a:pt x="237" y="43"/>
                    <a:pt x="235" y="38"/>
                    <a:pt x="233" y="33"/>
                  </a:cubicBezTo>
                  <a:cubicBezTo>
                    <a:pt x="223" y="35"/>
                    <a:pt x="214" y="39"/>
                    <a:pt x="204" y="44"/>
                  </a:cubicBezTo>
                  <a:cubicBezTo>
                    <a:pt x="193" y="49"/>
                    <a:pt x="190" y="33"/>
                    <a:pt x="201" y="27"/>
                  </a:cubicBezTo>
                  <a:cubicBezTo>
                    <a:pt x="209" y="23"/>
                    <a:pt x="217" y="20"/>
                    <a:pt x="224" y="18"/>
                  </a:cubicBezTo>
                  <a:cubicBezTo>
                    <a:pt x="219" y="10"/>
                    <a:pt x="212" y="4"/>
                    <a:pt x="204" y="0"/>
                  </a:cubicBezTo>
                  <a:cubicBezTo>
                    <a:pt x="133" y="77"/>
                    <a:pt x="64" y="158"/>
                    <a:pt x="0" y="242"/>
                  </a:cubicBezTo>
                  <a:lnTo>
                    <a:pt x="27" y="242"/>
                  </a:lnTo>
                  <a:close/>
                </a:path>
              </a:pathLst>
            </a:custGeom>
            <a:solidFill>
              <a:srgbClr val="4C7B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ïšḻíde"/>
            <p:cNvSpPr/>
            <p:nvPr/>
          </p:nvSpPr>
          <p:spPr bwMode="auto">
            <a:xfrm>
              <a:off x="11498464" y="3843609"/>
              <a:ext cx="1004260" cy="1111096"/>
            </a:xfrm>
            <a:custGeom>
              <a:avLst/>
              <a:gdLst>
                <a:gd name="T0" fmla="*/ 0 w 226"/>
                <a:gd name="T1" fmla="*/ 250 h 250"/>
                <a:gd name="T2" fmla="*/ 22 w 226"/>
                <a:gd name="T3" fmla="*/ 250 h 250"/>
                <a:gd name="T4" fmla="*/ 226 w 226"/>
                <a:gd name="T5" fmla="*/ 8 h 250"/>
                <a:gd name="T6" fmla="*/ 197 w 226"/>
                <a:gd name="T7" fmla="*/ 0 h 250"/>
                <a:gd name="T8" fmla="*/ 196 w 226"/>
                <a:gd name="T9" fmla="*/ 22 h 250"/>
                <a:gd name="T10" fmla="*/ 178 w 226"/>
                <a:gd name="T11" fmla="*/ 25 h 250"/>
                <a:gd name="T12" fmla="*/ 178 w 226"/>
                <a:gd name="T13" fmla="*/ 1 h 250"/>
                <a:gd name="T14" fmla="*/ 164 w 226"/>
                <a:gd name="T15" fmla="*/ 4 h 250"/>
                <a:gd name="T16" fmla="*/ 175 w 226"/>
                <a:gd name="T17" fmla="*/ 28 h 250"/>
                <a:gd name="T18" fmla="*/ 159 w 226"/>
                <a:gd name="T19" fmla="*/ 40 h 250"/>
                <a:gd name="T20" fmla="*/ 144 w 226"/>
                <a:gd name="T21" fmla="*/ 10 h 250"/>
                <a:gd name="T22" fmla="*/ 130 w 226"/>
                <a:gd name="T23" fmla="*/ 15 h 250"/>
                <a:gd name="T24" fmla="*/ 122 w 226"/>
                <a:gd name="T25" fmla="*/ 19 h 250"/>
                <a:gd name="T26" fmla="*/ 145 w 226"/>
                <a:gd name="T27" fmla="*/ 43 h 250"/>
                <a:gd name="T28" fmla="*/ 131 w 226"/>
                <a:gd name="T29" fmla="*/ 58 h 250"/>
                <a:gd name="T30" fmla="*/ 103 w 226"/>
                <a:gd name="T31" fmla="*/ 28 h 250"/>
                <a:gd name="T32" fmla="*/ 90 w 226"/>
                <a:gd name="T33" fmla="*/ 35 h 250"/>
                <a:gd name="T34" fmla="*/ 113 w 226"/>
                <a:gd name="T35" fmla="*/ 75 h 250"/>
                <a:gd name="T36" fmla="*/ 95 w 226"/>
                <a:gd name="T37" fmla="*/ 83 h 250"/>
                <a:gd name="T38" fmla="*/ 73 w 226"/>
                <a:gd name="T39" fmla="*/ 46 h 250"/>
                <a:gd name="T40" fmla="*/ 53 w 226"/>
                <a:gd name="T41" fmla="*/ 62 h 250"/>
                <a:gd name="T42" fmla="*/ 89 w 226"/>
                <a:gd name="T43" fmla="*/ 96 h 250"/>
                <a:gd name="T44" fmla="*/ 72 w 226"/>
                <a:gd name="T45" fmla="*/ 108 h 250"/>
                <a:gd name="T46" fmla="*/ 40 w 226"/>
                <a:gd name="T47" fmla="*/ 78 h 250"/>
                <a:gd name="T48" fmla="*/ 37 w 226"/>
                <a:gd name="T49" fmla="*/ 81 h 250"/>
                <a:gd name="T50" fmla="*/ 33 w 226"/>
                <a:gd name="T51" fmla="*/ 90 h 250"/>
                <a:gd name="T52" fmla="*/ 36 w 226"/>
                <a:gd name="T53" fmla="*/ 98 h 250"/>
                <a:gd name="T54" fmla="*/ 13 w 226"/>
                <a:gd name="T55" fmla="*/ 234 h 250"/>
                <a:gd name="T56" fmla="*/ 0 w 226"/>
                <a:gd name="T57"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6" h="250">
                  <a:moveTo>
                    <a:pt x="0" y="250"/>
                  </a:moveTo>
                  <a:cubicBezTo>
                    <a:pt x="22" y="250"/>
                    <a:pt x="22" y="250"/>
                    <a:pt x="22" y="250"/>
                  </a:cubicBezTo>
                  <a:cubicBezTo>
                    <a:pt x="86" y="166"/>
                    <a:pt x="155" y="85"/>
                    <a:pt x="226" y="8"/>
                  </a:cubicBezTo>
                  <a:cubicBezTo>
                    <a:pt x="217" y="3"/>
                    <a:pt x="208" y="0"/>
                    <a:pt x="197" y="0"/>
                  </a:cubicBezTo>
                  <a:cubicBezTo>
                    <a:pt x="198" y="7"/>
                    <a:pt x="198" y="14"/>
                    <a:pt x="196" y="22"/>
                  </a:cubicBezTo>
                  <a:cubicBezTo>
                    <a:pt x="194" y="33"/>
                    <a:pt x="176" y="37"/>
                    <a:pt x="178" y="25"/>
                  </a:cubicBezTo>
                  <a:cubicBezTo>
                    <a:pt x="180" y="16"/>
                    <a:pt x="180" y="8"/>
                    <a:pt x="178" y="1"/>
                  </a:cubicBezTo>
                  <a:cubicBezTo>
                    <a:pt x="173" y="1"/>
                    <a:pt x="169" y="2"/>
                    <a:pt x="164" y="4"/>
                  </a:cubicBezTo>
                  <a:cubicBezTo>
                    <a:pt x="168" y="11"/>
                    <a:pt x="172" y="19"/>
                    <a:pt x="175" y="28"/>
                  </a:cubicBezTo>
                  <a:cubicBezTo>
                    <a:pt x="179" y="37"/>
                    <a:pt x="163" y="49"/>
                    <a:pt x="159" y="40"/>
                  </a:cubicBezTo>
                  <a:cubicBezTo>
                    <a:pt x="155" y="29"/>
                    <a:pt x="150" y="19"/>
                    <a:pt x="144" y="10"/>
                  </a:cubicBezTo>
                  <a:cubicBezTo>
                    <a:pt x="139" y="12"/>
                    <a:pt x="134" y="14"/>
                    <a:pt x="130" y="15"/>
                  </a:cubicBezTo>
                  <a:cubicBezTo>
                    <a:pt x="127" y="17"/>
                    <a:pt x="124" y="18"/>
                    <a:pt x="122" y="19"/>
                  </a:cubicBezTo>
                  <a:cubicBezTo>
                    <a:pt x="129" y="27"/>
                    <a:pt x="137" y="36"/>
                    <a:pt x="145" y="43"/>
                  </a:cubicBezTo>
                  <a:cubicBezTo>
                    <a:pt x="153" y="49"/>
                    <a:pt x="139" y="64"/>
                    <a:pt x="131" y="58"/>
                  </a:cubicBezTo>
                  <a:cubicBezTo>
                    <a:pt x="121" y="49"/>
                    <a:pt x="112" y="38"/>
                    <a:pt x="103" y="28"/>
                  </a:cubicBezTo>
                  <a:cubicBezTo>
                    <a:pt x="98" y="30"/>
                    <a:pt x="94" y="32"/>
                    <a:pt x="90" y="35"/>
                  </a:cubicBezTo>
                  <a:cubicBezTo>
                    <a:pt x="100" y="46"/>
                    <a:pt x="109" y="60"/>
                    <a:pt x="113" y="75"/>
                  </a:cubicBezTo>
                  <a:cubicBezTo>
                    <a:pt x="116" y="85"/>
                    <a:pt x="98" y="93"/>
                    <a:pt x="95" y="83"/>
                  </a:cubicBezTo>
                  <a:cubicBezTo>
                    <a:pt x="91" y="69"/>
                    <a:pt x="83" y="56"/>
                    <a:pt x="73" y="46"/>
                  </a:cubicBezTo>
                  <a:cubicBezTo>
                    <a:pt x="66" y="51"/>
                    <a:pt x="59" y="56"/>
                    <a:pt x="53" y="62"/>
                  </a:cubicBezTo>
                  <a:cubicBezTo>
                    <a:pt x="67" y="71"/>
                    <a:pt x="80" y="82"/>
                    <a:pt x="89" y="96"/>
                  </a:cubicBezTo>
                  <a:cubicBezTo>
                    <a:pt x="94" y="105"/>
                    <a:pt x="78" y="117"/>
                    <a:pt x="72" y="108"/>
                  </a:cubicBezTo>
                  <a:cubicBezTo>
                    <a:pt x="64" y="95"/>
                    <a:pt x="53" y="86"/>
                    <a:pt x="40" y="78"/>
                  </a:cubicBezTo>
                  <a:cubicBezTo>
                    <a:pt x="39" y="79"/>
                    <a:pt x="38" y="80"/>
                    <a:pt x="37" y="81"/>
                  </a:cubicBezTo>
                  <a:cubicBezTo>
                    <a:pt x="35" y="84"/>
                    <a:pt x="33" y="87"/>
                    <a:pt x="33" y="90"/>
                  </a:cubicBezTo>
                  <a:cubicBezTo>
                    <a:pt x="32" y="93"/>
                    <a:pt x="34" y="96"/>
                    <a:pt x="36" y="98"/>
                  </a:cubicBezTo>
                  <a:cubicBezTo>
                    <a:pt x="56" y="134"/>
                    <a:pt x="47" y="191"/>
                    <a:pt x="13" y="234"/>
                  </a:cubicBezTo>
                  <a:cubicBezTo>
                    <a:pt x="9" y="239"/>
                    <a:pt x="4" y="244"/>
                    <a:pt x="0" y="250"/>
                  </a:cubicBezTo>
                  <a:close/>
                </a:path>
              </a:pathLst>
            </a:custGeom>
            <a:solidFill>
              <a:srgbClr val="408C7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 name="íśḷiďé"/>
            <p:cNvSpPr/>
            <p:nvPr/>
          </p:nvSpPr>
          <p:spPr bwMode="auto">
            <a:xfrm>
              <a:off x="11415133" y="2939774"/>
              <a:ext cx="1284171" cy="1094002"/>
            </a:xfrm>
            <a:custGeom>
              <a:avLst/>
              <a:gdLst>
                <a:gd name="T0" fmla="*/ 20 w 289"/>
                <a:gd name="T1" fmla="*/ 242 h 246"/>
                <a:gd name="T2" fmla="*/ 42 w 289"/>
                <a:gd name="T3" fmla="*/ 227 h 246"/>
                <a:gd name="T4" fmla="*/ 235 w 289"/>
                <a:gd name="T5" fmla="*/ 179 h 246"/>
                <a:gd name="T6" fmla="*/ 258 w 289"/>
                <a:gd name="T7" fmla="*/ 151 h 246"/>
                <a:gd name="T8" fmla="*/ 181 w 289"/>
                <a:gd name="T9" fmla="*/ 146 h 246"/>
                <a:gd name="T10" fmla="*/ 185 w 289"/>
                <a:gd name="T11" fmla="*/ 129 h 246"/>
                <a:gd name="T12" fmla="*/ 268 w 289"/>
                <a:gd name="T13" fmla="*/ 134 h 246"/>
                <a:gd name="T14" fmla="*/ 278 w 289"/>
                <a:gd name="T15" fmla="*/ 114 h 246"/>
                <a:gd name="T16" fmla="*/ 207 w 289"/>
                <a:gd name="T17" fmla="*/ 109 h 246"/>
                <a:gd name="T18" fmla="*/ 211 w 289"/>
                <a:gd name="T19" fmla="*/ 91 h 246"/>
                <a:gd name="T20" fmla="*/ 284 w 289"/>
                <a:gd name="T21" fmla="*/ 96 h 246"/>
                <a:gd name="T22" fmla="*/ 289 w 289"/>
                <a:gd name="T23" fmla="*/ 72 h 246"/>
                <a:gd name="T24" fmla="*/ 237 w 289"/>
                <a:gd name="T25" fmla="*/ 75 h 246"/>
                <a:gd name="T26" fmla="*/ 236 w 289"/>
                <a:gd name="T27" fmla="*/ 59 h 246"/>
                <a:gd name="T28" fmla="*/ 289 w 289"/>
                <a:gd name="T29" fmla="*/ 53 h 246"/>
                <a:gd name="T30" fmla="*/ 286 w 289"/>
                <a:gd name="T31" fmla="*/ 37 h 246"/>
                <a:gd name="T32" fmla="*/ 256 w 289"/>
                <a:gd name="T33" fmla="*/ 44 h 246"/>
                <a:gd name="T34" fmla="*/ 256 w 289"/>
                <a:gd name="T35" fmla="*/ 27 h 246"/>
                <a:gd name="T36" fmla="*/ 279 w 289"/>
                <a:gd name="T37" fmla="*/ 21 h 246"/>
                <a:gd name="T38" fmla="*/ 261 w 289"/>
                <a:gd name="T39" fmla="*/ 0 h 246"/>
                <a:gd name="T40" fmla="*/ 0 w 289"/>
                <a:gd name="T41" fmla="*/ 243 h 246"/>
                <a:gd name="T42" fmla="*/ 20 w 289"/>
                <a:gd name="T43" fmla="*/ 24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9" h="246">
                  <a:moveTo>
                    <a:pt x="20" y="242"/>
                  </a:moveTo>
                  <a:cubicBezTo>
                    <a:pt x="28" y="238"/>
                    <a:pt x="35" y="232"/>
                    <a:pt x="42" y="227"/>
                  </a:cubicBezTo>
                  <a:cubicBezTo>
                    <a:pt x="101" y="180"/>
                    <a:pt x="178" y="161"/>
                    <a:pt x="235" y="179"/>
                  </a:cubicBezTo>
                  <a:cubicBezTo>
                    <a:pt x="243" y="170"/>
                    <a:pt x="251" y="160"/>
                    <a:pt x="258" y="151"/>
                  </a:cubicBezTo>
                  <a:cubicBezTo>
                    <a:pt x="234" y="144"/>
                    <a:pt x="207" y="144"/>
                    <a:pt x="181" y="146"/>
                  </a:cubicBezTo>
                  <a:cubicBezTo>
                    <a:pt x="169" y="147"/>
                    <a:pt x="174" y="130"/>
                    <a:pt x="185" y="129"/>
                  </a:cubicBezTo>
                  <a:cubicBezTo>
                    <a:pt x="214" y="126"/>
                    <a:pt x="243" y="127"/>
                    <a:pt x="268" y="134"/>
                  </a:cubicBezTo>
                  <a:cubicBezTo>
                    <a:pt x="272" y="127"/>
                    <a:pt x="275" y="121"/>
                    <a:pt x="278" y="114"/>
                  </a:cubicBezTo>
                  <a:cubicBezTo>
                    <a:pt x="257" y="107"/>
                    <a:pt x="231" y="107"/>
                    <a:pt x="207" y="109"/>
                  </a:cubicBezTo>
                  <a:cubicBezTo>
                    <a:pt x="196" y="110"/>
                    <a:pt x="200" y="92"/>
                    <a:pt x="211" y="91"/>
                  </a:cubicBezTo>
                  <a:cubicBezTo>
                    <a:pt x="237" y="90"/>
                    <a:pt x="262" y="90"/>
                    <a:pt x="284" y="96"/>
                  </a:cubicBezTo>
                  <a:cubicBezTo>
                    <a:pt x="287" y="88"/>
                    <a:pt x="288" y="80"/>
                    <a:pt x="289" y="72"/>
                  </a:cubicBezTo>
                  <a:cubicBezTo>
                    <a:pt x="273" y="68"/>
                    <a:pt x="254" y="69"/>
                    <a:pt x="237" y="75"/>
                  </a:cubicBezTo>
                  <a:cubicBezTo>
                    <a:pt x="225" y="80"/>
                    <a:pt x="224" y="63"/>
                    <a:pt x="236" y="59"/>
                  </a:cubicBezTo>
                  <a:cubicBezTo>
                    <a:pt x="254" y="53"/>
                    <a:pt x="273" y="51"/>
                    <a:pt x="289" y="53"/>
                  </a:cubicBezTo>
                  <a:cubicBezTo>
                    <a:pt x="289" y="48"/>
                    <a:pt x="288" y="42"/>
                    <a:pt x="286" y="37"/>
                  </a:cubicBezTo>
                  <a:cubicBezTo>
                    <a:pt x="276" y="38"/>
                    <a:pt x="266" y="40"/>
                    <a:pt x="256" y="44"/>
                  </a:cubicBezTo>
                  <a:cubicBezTo>
                    <a:pt x="244" y="48"/>
                    <a:pt x="244" y="31"/>
                    <a:pt x="256" y="27"/>
                  </a:cubicBezTo>
                  <a:cubicBezTo>
                    <a:pt x="264" y="24"/>
                    <a:pt x="272" y="22"/>
                    <a:pt x="279" y="21"/>
                  </a:cubicBezTo>
                  <a:cubicBezTo>
                    <a:pt x="275" y="13"/>
                    <a:pt x="269" y="6"/>
                    <a:pt x="261" y="0"/>
                  </a:cubicBezTo>
                  <a:cubicBezTo>
                    <a:pt x="171" y="77"/>
                    <a:pt x="82" y="157"/>
                    <a:pt x="0" y="243"/>
                  </a:cubicBezTo>
                  <a:cubicBezTo>
                    <a:pt x="5" y="246"/>
                    <a:pt x="13" y="245"/>
                    <a:pt x="20" y="242"/>
                  </a:cubicBezTo>
                  <a:close/>
                </a:path>
              </a:pathLst>
            </a:custGeom>
            <a:solidFill>
              <a:srgbClr val="4C7B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i$ḷiḑé"/>
            <p:cNvSpPr/>
            <p:nvPr/>
          </p:nvSpPr>
          <p:spPr bwMode="auto">
            <a:xfrm>
              <a:off x="11383081" y="2882083"/>
              <a:ext cx="1192292" cy="1138874"/>
            </a:xfrm>
            <a:custGeom>
              <a:avLst/>
              <a:gdLst>
                <a:gd name="T0" fmla="*/ 268 w 268"/>
                <a:gd name="T1" fmla="*/ 13 h 256"/>
                <a:gd name="T2" fmla="*/ 241 w 268"/>
                <a:gd name="T3" fmla="*/ 2 h 256"/>
                <a:gd name="T4" fmla="*/ 237 w 268"/>
                <a:gd name="T5" fmla="*/ 23 h 256"/>
                <a:gd name="T6" fmla="*/ 219 w 268"/>
                <a:gd name="T7" fmla="*/ 25 h 256"/>
                <a:gd name="T8" fmla="*/ 222 w 268"/>
                <a:gd name="T9" fmla="*/ 0 h 256"/>
                <a:gd name="T10" fmla="*/ 208 w 268"/>
                <a:gd name="T11" fmla="*/ 1 h 256"/>
                <a:gd name="T12" fmla="*/ 216 w 268"/>
                <a:gd name="T13" fmla="*/ 27 h 256"/>
                <a:gd name="T14" fmla="*/ 198 w 268"/>
                <a:gd name="T15" fmla="*/ 37 h 256"/>
                <a:gd name="T16" fmla="*/ 187 w 268"/>
                <a:gd name="T17" fmla="*/ 5 h 256"/>
                <a:gd name="T18" fmla="*/ 172 w 268"/>
                <a:gd name="T19" fmla="*/ 9 h 256"/>
                <a:gd name="T20" fmla="*/ 164 w 268"/>
                <a:gd name="T21" fmla="*/ 11 h 256"/>
                <a:gd name="T22" fmla="*/ 184 w 268"/>
                <a:gd name="T23" fmla="*/ 38 h 256"/>
                <a:gd name="T24" fmla="*/ 168 w 268"/>
                <a:gd name="T25" fmla="*/ 51 h 256"/>
                <a:gd name="T26" fmla="*/ 144 w 268"/>
                <a:gd name="T27" fmla="*/ 17 h 256"/>
                <a:gd name="T28" fmla="*/ 130 w 268"/>
                <a:gd name="T29" fmla="*/ 23 h 256"/>
                <a:gd name="T30" fmla="*/ 148 w 268"/>
                <a:gd name="T31" fmla="*/ 65 h 256"/>
                <a:gd name="T32" fmla="*/ 129 w 268"/>
                <a:gd name="T33" fmla="*/ 71 h 256"/>
                <a:gd name="T34" fmla="*/ 112 w 268"/>
                <a:gd name="T35" fmla="*/ 32 h 256"/>
                <a:gd name="T36" fmla="*/ 91 w 268"/>
                <a:gd name="T37" fmla="*/ 45 h 256"/>
                <a:gd name="T38" fmla="*/ 121 w 268"/>
                <a:gd name="T39" fmla="*/ 83 h 256"/>
                <a:gd name="T40" fmla="*/ 103 w 268"/>
                <a:gd name="T41" fmla="*/ 93 h 256"/>
                <a:gd name="T42" fmla="*/ 75 w 268"/>
                <a:gd name="T43" fmla="*/ 58 h 256"/>
                <a:gd name="T44" fmla="*/ 72 w 268"/>
                <a:gd name="T45" fmla="*/ 62 h 256"/>
                <a:gd name="T46" fmla="*/ 67 w 268"/>
                <a:gd name="T47" fmla="*/ 69 h 256"/>
                <a:gd name="T48" fmla="*/ 68 w 268"/>
                <a:gd name="T49" fmla="*/ 79 h 256"/>
                <a:gd name="T50" fmla="*/ 28 w 268"/>
                <a:gd name="T51" fmla="*/ 210 h 256"/>
                <a:gd name="T52" fmla="*/ 8 w 268"/>
                <a:gd name="T53" fmla="*/ 231 h 256"/>
                <a:gd name="T54" fmla="*/ 6 w 268"/>
                <a:gd name="T55" fmla="*/ 255 h 256"/>
                <a:gd name="T56" fmla="*/ 7 w 268"/>
                <a:gd name="T57" fmla="*/ 256 h 256"/>
                <a:gd name="T58" fmla="*/ 268 w 268"/>
                <a:gd name="T59" fmla="*/ 1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8" h="256">
                  <a:moveTo>
                    <a:pt x="268" y="13"/>
                  </a:moveTo>
                  <a:cubicBezTo>
                    <a:pt x="261" y="8"/>
                    <a:pt x="251" y="4"/>
                    <a:pt x="241" y="2"/>
                  </a:cubicBezTo>
                  <a:cubicBezTo>
                    <a:pt x="241" y="9"/>
                    <a:pt x="240" y="16"/>
                    <a:pt x="237" y="23"/>
                  </a:cubicBezTo>
                  <a:cubicBezTo>
                    <a:pt x="233" y="35"/>
                    <a:pt x="215" y="36"/>
                    <a:pt x="219" y="25"/>
                  </a:cubicBezTo>
                  <a:cubicBezTo>
                    <a:pt x="222" y="16"/>
                    <a:pt x="223" y="8"/>
                    <a:pt x="222" y="0"/>
                  </a:cubicBezTo>
                  <a:cubicBezTo>
                    <a:pt x="217" y="0"/>
                    <a:pt x="212" y="1"/>
                    <a:pt x="208" y="1"/>
                  </a:cubicBezTo>
                  <a:cubicBezTo>
                    <a:pt x="211" y="9"/>
                    <a:pt x="214" y="18"/>
                    <a:pt x="216" y="27"/>
                  </a:cubicBezTo>
                  <a:cubicBezTo>
                    <a:pt x="219" y="37"/>
                    <a:pt x="201" y="47"/>
                    <a:pt x="198" y="37"/>
                  </a:cubicBezTo>
                  <a:cubicBezTo>
                    <a:pt x="195" y="26"/>
                    <a:pt x="192" y="15"/>
                    <a:pt x="187" y="5"/>
                  </a:cubicBezTo>
                  <a:cubicBezTo>
                    <a:pt x="182" y="6"/>
                    <a:pt x="177" y="7"/>
                    <a:pt x="172" y="9"/>
                  </a:cubicBezTo>
                  <a:cubicBezTo>
                    <a:pt x="169" y="9"/>
                    <a:pt x="167" y="10"/>
                    <a:pt x="164" y="11"/>
                  </a:cubicBezTo>
                  <a:cubicBezTo>
                    <a:pt x="170" y="20"/>
                    <a:pt x="176" y="29"/>
                    <a:pt x="184" y="38"/>
                  </a:cubicBezTo>
                  <a:cubicBezTo>
                    <a:pt x="191" y="45"/>
                    <a:pt x="175" y="58"/>
                    <a:pt x="168" y="51"/>
                  </a:cubicBezTo>
                  <a:cubicBezTo>
                    <a:pt x="159" y="41"/>
                    <a:pt x="152" y="29"/>
                    <a:pt x="144" y="17"/>
                  </a:cubicBezTo>
                  <a:cubicBezTo>
                    <a:pt x="139" y="19"/>
                    <a:pt x="135" y="21"/>
                    <a:pt x="130" y="23"/>
                  </a:cubicBezTo>
                  <a:cubicBezTo>
                    <a:pt x="139" y="35"/>
                    <a:pt x="145" y="49"/>
                    <a:pt x="148" y="65"/>
                  </a:cubicBezTo>
                  <a:cubicBezTo>
                    <a:pt x="149" y="75"/>
                    <a:pt x="131" y="81"/>
                    <a:pt x="129" y="71"/>
                  </a:cubicBezTo>
                  <a:cubicBezTo>
                    <a:pt x="127" y="56"/>
                    <a:pt x="121" y="43"/>
                    <a:pt x="112" y="32"/>
                  </a:cubicBezTo>
                  <a:cubicBezTo>
                    <a:pt x="104" y="36"/>
                    <a:pt x="97" y="40"/>
                    <a:pt x="91" y="45"/>
                  </a:cubicBezTo>
                  <a:cubicBezTo>
                    <a:pt x="103" y="56"/>
                    <a:pt x="114" y="68"/>
                    <a:pt x="121" y="83"/>
                  </a:cubicBezTo>
                  <a:cubicBezTo>
                    <a:pt x="125" y="92"/>
                    <a:pt x="108" y="102"/>
                    <a:pt x="103" y="93"/>
                  </a:cubicBezTo>
                  <a:cubicBezTo>
                    <a:pt x="97" y="79"/>
                    <a:pt x="87" y="68"/>
                    <a:pt x="75" y="58"/>
                  </a:cubicBezTo>
                  <a:cubicBezTo>
                    <a:pt x="74" y="60"/>
                    <a:pt x="73" y="61"/>
                    <a:pt x="72" y="62"/>
                  </a:cubicBezTo>
                  <a:cubicBezTo>
                    <a:pt x="70" y="64"/>
                    <a:pt x="67" y="67"/>
                    <a:pt x="67" y="69"/>
                  </a:cubicBezTo>
                  <a:cubicBezTo>
                    <a:pt x="66" y="73"/>
                    <a:pt x="67" y="76"/>
                    <a:pt x="68" y="79"/>
                  </a:cubicBezTo>
                  <a:cubicBezTo>
                    <a:pt x="84" y="116"/>
                    <a:pt x="67" y="172"/>
                    <a:pt x="28" y="210"/>
                  </a:cubicBezTo>
                  <a:cubicBezTo>
                    <a:pt x="21" y="217"/>
                    <a:pt x="13" y="223"/>
                    <a:pt x="8" y="231"/>
                  </a:cubicBezTo>
                  <a:cubicBezTo>
                    <a:pt x="2" y="239"/>
                    <a:pt x="0" y="250"/>
                    <a:pt x="6" y="255"/>
                  </a:cubicBezTo>
                  <a:cubicBezTo>
                    <a:pt x="6" y="255"/>
                    <a:pt x="6" y="255"/>
                    <a:pt x="7" y="256"/>
                  </a:cubicBezTo>
                  <a:cubicBezTo>
                    <a:pt x="89" y="170"/>
                    <a:pt x="178" y="90"/>
                    <a:pt x="268" y="13"/>
                  </a:cubicBezTo>
                  <a:close/>
                </a:path>
              </a:pathLst>
            </a:custGeom>
            <a:solidFill>
              <a:srgbClr val="408C7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ïṩḻïḑê"/>
            <p:cNvSpPr/>
            <p:nvPr/>
          </p:nvSpPr>
          <p:spPr bwMode="auto">
            <a:xfrm>
              <a:off x="10073270" y="2211152"/>
              <a:ext cx="2292705" cy="2606803"/>
            </a:xfrm>
            <a:custGeom>
              <a:avLst/>
              <a:gdLst>
                <a:gd name="T0" fmla="*/ 491 w 516"/>
                <a:gd name="T1" fmla="*/ 0 h 586"/>
                <a:gd name="T2" fmla="*/ 514 w 516"/>
                <a:gd name="T3" fmla="*/ 63 h 586"/>
                <a:gd name="T4" fmla="*/ 471 w 516"/>
                <a:gd name="T5" fmla="*/ 586 h 586"/>
                <a:gd name="T6" fmla="*/ 0 w 516"/>
                <a:gd name="T7" fmla="*/ 586 h 586"/>
                <a:gd name="T8" fmla="*/ 491 w 516"/>
                <a:gd name="T9" fmla="*/ 0 h 586"/>
              </a:gdLst>
              <a:ahLst/>
              <a:cxnLst>
                <a:cxn ang="0">
                  <a:pos x="T0" y="T1"/>
                </a:cxn>
                <a:cxn ang="0">
                  <a:pos x="T2" y="T3"/>
                </a:cxn>
                <a:cxn ang="0">
                  <a:pos x="T4" y="T5"/>
                </a:cxn>
                <a:cxn ang="0">
                  <a:pos x="T6" y="T7"/>
                </a:cxn>
                <a:cxn ang="0">
                  <a:pos x="T8" y="T9"/>
                </a:cxn>
              </a:cxnLst>
              <a:rect l="0" t="0" r="r" b="b"/>
              <a:pathLst>
                <a:path w="516" h="586">
                  <a:moveTo>
                    <a:pt x="491" y="0"/>
                  </a:moveTo>
                  <a:cubicBezTo>
                    <a:pt x="507" y="17"/>
                    <a:pt x="516" y="40"/>
                    <a:pt x="514" y="63"/>
                  </a:cubicBezTo>
                  <a:cubicBezTo>
                    <a:pt x="471" y="586"/>
                    <a:pt x="471" y="586"/>
                    <a:pt x="471" y="586"/>
                  </a:cubicBezTo>
                  <a:cubicBezTo>
                    <a:pt x="0" y="586"/>
                    <a:pt x="0" y="586"/>
                    <a:pt x="0" y="586"/>
                  </a:cubicBezTo>
                  <a:lnTo>
                    <a:pt x="491" y="0"/>
                  </a:lnTo>
                  <a:close/>
                </a:path>
              </a:pathLst>
            </a:custGeom>
            <a:solidFill>
              <a:srgbClr val="D3C0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íşḻiḓè"/>
            <p:cNvSpPr/>
            <p:nvPr/>
          </p:nvSpPr>
          <p:spPr bwMode="auto">
            <a:xfrm>
              <a:off x="8374573" y="2074402"/>
              <a:ext cx="3880291" cy="2743553"/>
            </a:xfrm>
            <a:custGeom>
              <a:avLst/>
              <a:gdLst>
                <a:gd name="T0" fmla="*/ 0 w 873"/>
                <a:gd name="T1" fmla="*/ 617 h 617"/>
                <a:gd name="T2" fmla="*/ 46 w 873"/>
                <a:gd name="T3" fmla="*/ 58 h 617"/>
                <a:gd name="T4" fmla="*/ 110 w 873"/>
                <a:gd name="T5" fmla="*/ 0 h 617"/>
                <a:gd name="T6" fmla="*/ 807 w 873"/>
                <a:gd name="T7" fmla="*/ 0 h 617"/>
                <a:gd name="T8" fmla="*/ 873 w 873"/>
                <a:gd name="T9" fmla="*/ 31 h 617"/>
                <a:gd name="T10" fmla="*/ 382 w 873"/>
                <a:gd name="T11" fmla="*/ 617 h 617"/>
                <a:gd name="T12" fmla="*/ 0 w 873"/>
                <a:gd name="T13" fmla="*/ 617 h 617"/>
              </a:gdLst>
              <a:ahLst/>
              <a:cxnLst>
                <a:cxn ang="0">
                  <a:pos x="T0" y="T1"/>
                </a:cxn>
                <a:cxn ang="0">
                  <a:pos x="T2" y="T3"/>
                </a:cxn>
                <a:cxn ang="0">
                  <a:pos x="T4" y="T5"/>
                </a:cxn>
                <a:cxn ang="0">
                  <a:pos x="T6" y="T7"/>
                </a:cxn>
                <a:cxn ang="0">
                  <a:pos x="T8" y="T9"/>
                </a:cxn>
                <a:cxn ang="0">
                  <a:pos x="T10" y="T11"/>
                </a:cxn>
                <a:cxn ang="0">
                  <a:pos x="T12" y="T13"/>
                </a:cxn>
              </a:cxnLst>
              <a:rect l="0" t="0" r="r" b="b"/>
              <a:pathLst>
                <a:path w="873" h="617">
                  <a:moveTo>
                    <a:pt x="0" y="617"/>
                  </a:moveTo>
                  <a:cubicBezTo>
                    <a:pt x="46" y="58"/>
                    <a:pt x="46" y="58"/>
                    <a:pt x="46" y="58"/>
                  </a:cubicBezTo>
                  <a:cubicBezTo>
                    <a:pt x="48" y="24"/>
                    <a:pt x="75" y="0"/>
                    <a:pt x="110" y="0"/>
                  </a:cubicBezTo>
                  <a:cubicBezTo>
                    <a:pt x="807" y="0"/>
                    <a:pt x="807" y="0"/>
                    <a:pt x="807" y="0"/>
                  </a:cubicBezTo>
                  <a:cubicBezTo>
                    <a:pt x="832" y="0"/>
                    <a:pt x="856" y="12"/>
                    <a:pt x="873" y="31"/>
                  </a:cubicBezTo>
                  <a:cubicBezTo>
                    <a:pt x="382" y="617"/>
                    <a:pt x="382" y="617"/>
                    <a:pt x="382" y="617"/>
                  </a:cubicBezTo>
                  <a:lnTo>
                    <a:pt x="0" y="617"/>
                  </a:lnTo>
                  <a:close/>
                </a:path>
              </a:pathLst>
            </a:custGeom>
            <a:solidFill>
              <a:srgbClr val="D6D5C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 name="íŝḻiḋè"/>
            <p:cNvSpPr/>
            <p:nvPr/>
          </p:nvSpPr>
          <p:spPr bwMode="auto">
            <a:xfrm>
              <a:off x="8216456" y="2074402"/>
              <a:ext cx="4002085" cy="2743553"/>
            </a:xfrm>
            <a:custGeom>
              <a:avLst/>
              <a:gdLst>
                <a:gd name="T0" fmla="*/ 0 w 901"/>
                <a:gd name="T1" fmla="*/ 617 h 617"/>
                <a:gd name="T2" fmla="*/ 853 w 901"/>
                <a:gd name="T3" fmla="*/ 617 h 617"/>
                <a:gd name="T4" fmla="*/ 898 w 901"/>
                <a:gd name="T5" fmla="*/ 66 h 617"/>
                <a:gd name="T6" fmla="*/ 836 w 901"/>
                <a:gd name="T7" fmla="*/ 0 h 617"/>
                <a:gd name="T8" fmla="*/ 110 w 901"/>
                <a:gd name="T9" fmla="*/ 0 h 617"/>
                <a:gd name="T10" fmla="*/ 46 w 901"/>
                <a:gd name="T11" fmla="*/ 58 h 617"/>
                <a:gd name="T12" fmla="*/ 0 w 901"/>
                <a:gd name="T13" fmla="*/ 617 h 617"/>
              </a:gdLst>
              <a:ahLst/>
              <a:cxnLst>
                <a:cxn ang="0">
                  <a:pos x="T0" y="T1"/>
                </a:cxn>
                <a:cxn ang="0">
                  <a:pos x="T2" y="T3"/>
                </a:cxn>
                <a:cxn ang="0">
                  <a:pos x="T4" y="T5"/>
                </a:cxn>
                <a:cxn ang="0">
                  <a:pos x="T6" y="T7"/>
                </a:cxn>
                <a:cxn ang="0">
                  <a:pos x="T8" y="T9"/>
                </a:cxn>
                <a:cxn ang="0">
                  <a:pos x="T10" y="T11"/>
                </a:cxn>
                <a:cxn ang="0">
                  <a:pos x="T12" y="T13"/>
                </a:cxn>
              </a:cxnLst>
              <a:rect l="0" t="0" r="r" b="b"/>
              <a:pathLst>
                <a:path w="901" h="617">
                  <a:moveTo>
                    <a:pt x="0" y="617"/>
                  </a:moveTo>
                  <a:cubicBezTo>
                    <a:pt x="853" y="617"/>
                    <a:pt x="853" y="617"/>
                    <a:pt x="853" y="617"/>
                  </a:cubicBezTo>
                  <a:cubicBezTo>
                    <a:pt x="898" y="66"/>
                    <a:pt x="898" y="66"/>
                    <a:pt x="898" y="66"/>
                  </a:cubicBezTo>
                  <a:cubicBezTo>
                    <a:pt x="901" y="32"/>
                    <a:pt x="870" y="0"/>
                    <a:pt x="836" y="0"/>
                  </a:cubicBezTo>
                  <a:cubicBezTo>
                    <a:pt x="110" y="0"/>
                    <a:pt x="110" y="0"/>
                    <a:pt x="110" y="0"/>
                  </a:cubicBezTo>
                  <a:cubicBezTo>
                    <a:pt x="75" y="0"/>
                    <a:pt x="48" y="24"/>
                    <a:pt x="46" y="58"/>
                  </a:cubicBezTo>
                  <a:lnTo>
                    <a:pt x="0" y="617"/>
                  </a:lnTo>
                  <a:close/>
                </a:path>
              </a:pathLst>
            </a:custGeom>
            <a:solidFill>
              <a:srgbClr val="4D4D4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2" name="îŝļíḍe"/>
            <p:cNvSpPr/>
            <p:nvPr/>
          </p:nvSpPr>
          <p:spPr bwMode="auto">
            <a:xfrm>
              <a:off x="8286968" y="3345752"/>
              <a:ext cx="3687986" cy="1461519"/>
            </a:xfrm>
            <a:custGeom>
              <a:avLst/>
              <a:gdLst>
                <a:gd name="T0" fmla="*/ 23 w 830"/>
                <a:gd name="T1" fmla="*/ 40 h 329"/>
                <a:gd name="T2" fmla="*/ 13 w 830"/>
                <a:gd name="T3" fmla="*/ 168 h 329"/>
                <a:gd name="T4" fmla="*/ 0 w 830"/>
                <a:gd name="T5" fmla="*/ 329 h 329"/>
                <a:gd name="T6" fmla="*/ 817 w 830"/>
                <a:gd name="T7" fmla="*/ 329 h 329"/>
                <a:gd name="T8" fmla="*/ 818 w 830"/>
                <a:gd name="T9" fmla="*/ 315 h 329"/>
                <a:gd name="T10" fmla="*/ 830 w 830"/>
                <a:gd name="T11" fmla="*/ 163 h 329"/>
                <a:gd name="T12" fmla="*/ 805 w 830"/>
                <a:gd name="T13" fmla="*/ 148 h 329"/>
                <a:gd name="T14" fmla="*/ 23 w 830"/>
                <a:gd name="T15" fmla="*/ 40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329">
                  <a:moveTo>
                    <a:pt x="23" y="40"/>
                  </a:moveTo>
                  <a:cubicBezTo>
                    <a:pt x="13" y="168"/>
                    <a:pt x="13" y="168"/>
                    <a:pt x="13" y="168"/>
                  </a:cubicBezTo>
                  <a:cubicBezTo>
                    <a:pt x="0" y="329"/>
                    <a:pt x="0" y="329"/>
                    <a:pt x="0" y="329"/>
                  </a:cubicBezTo>
                  <a:cubicBezTo>
                    <a:pt x="817" y="329"/>
                    <a:pt x="817" y="329"/>
                    <a:pt x="817" y="329"/>
                  </a:cubicBezTo>
                  <a:cubicBezTo>
                    <a:pt x="818" y="315"/>
                    <a:pt x="818" y="315"/>
                    <a:pt x="818" y="315"/>
                  </a:cubicBezTo>
                  <a:cubicBezTo>
                    <a:pt x="830" y="163"/>
                    <a:pt x="830" y="163"/>
                    <a:pt x="830" y="163"/>
                  </a:cubicBezTo>
                  <a:cubicBezTo>
                    <a:pt x="822" y="158"/>
                    <a:pt x="814" y="153"/>
                    <a:pt x="805" y="148"/>
                  </a:cubicBezTo>
                  <a:cubicBezTo>
                    <a:pt x="559" y="0"/>
                    <a:pt x="245" y="166"/>
                    <a:pt x="23" y="40"/>
                  </a:cubicBezTo>
                  <a:close/>
                </a:path>
              </a:pathLst>
            </a:custGeom>
            <a:gradFill>
              <a:gsLst>
                <a:gs pos="38000">
                  <a:srgbClr val="FBD786"/>
                </a:gs>
                <a:gs pos="0">
                  <a:srgbClr val="C6FFDD"/>
                </a:gs>
                <a:gs pos="100000">
                  <a:srgbClr val="F7797D"/>
                </a:gs>
              </a:gsLst>
              <a:lin ang="2700000" scaled="0"/>
            </a:gradFill>
            <a:ln>
              <a:noFill/>
            </a:ln>
          </p:spPr>
          <p:txBody>
            <a:bodyPr anchor="ctr"/>
            <a:lstStyle/>
            <a:p>
              <a:pPr lvl="0" algn="ctr"/>
              <a:endParaRPr/>
            </a:p>
          </p:txBody>
        </p:sp>
        <p:sp>
          <p:nvSpPr>
            <p:cNvPr id="23" name="ïṧ1íḑè"/>
            <p:cNvSpPr/>
            <p:nvPr/>
          </p:nvSpPr>
          <p:spPr bwMode="auto">
            <a:xfrm>
              <a:off x="8389531" y="2292348"/>
              <a:ext cx="3675165" cy="1790574"/>
            </a:xfrm>
            <a:custGeom>
              <a:avLst/>
              <a:gdLst>
                <a:gd name="T0" fmla="*/ 818 w 827"/>
                <a:gd name="T1" fmla="*/ 271 h 403"/>
                <a:gd name="T2" fmla="*/ 827 w 827"/>
                <a:gd name="T3" fmla="*/ 158 h 403"/>
                <a:gd name="T4" fmla="*/ 30 w 827"/>
                <a:gd name="T5" fmla="*/ 0 h 403"/>
                <a:gd name="T6" fmla="*/ 20 w 827"/>
                <a:gd name="T7" fmla="*/ 29 h 403"/>
                <a:gd name="T8" fmla="*/ 13 w 827"/>
                <a:gd name="T9" fmla="*/ 119 h 403"/>
                <a:gd name="T10" fmla="*/ 8 w 827"/>
                <a:gd name="T11" fmla="*/ 182 h 403"/>
                <a:gd name="T12" fmla="*/ 0 w 827"/>
                <a:gd name="T13" fmla="*/ 277 h 403"/>
                <a:gd name="T14" fmla="*/ 782 w 827"/>
                <a:gd name="T15" fmla="*/ 385 h 403"/>
                <a:gd name="T16" fmla="*/ 807 w 827"/>
                <a:gd name="T17" fmla="*/ 400 h 403"/>
                <a:gd name="T18" fmla="*/ 808 w 827"/>
                <a:gd name="T19" fmla="*/ 396 h 403"/>
                <a:gd name="T20" fmla="*/ 818 w 827"/>
                <a:gd name="T21" fmla="*/ 271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7" h="403">
                  <a:moveTo>
                    <a:pt x="818" y="271"/>
                  </a:moveTo>
                  <a:cubicBezTo>
                    <a:pt x="827" y="158"/>
                    <a:pt x="827" y="158"/>
                    <a:pt x="827" y="158"/>
                  </a:cubicBezTo>
                  <a:cubicBezTo>
                    <a:pt x="559" y="94"/>
                    <a:pt x="251" y="206"/>
                    <a:pt x="30" y="0"/>
                  </a:cubicBezTo>
                  <a:cubicBezTo>
                    <a:pt x="25" y="8"/>
                    <a:pt x="21" y="18"/>
                    <a:pt x="20" y="29"/>
                  </a:cubicBezTo>
                  <a:cubicBezTo>
                    <a:pt x="13" y="119"/>
                    <a:pt x="13" y="119"/>
                    <a:pt x="13" y="119"/>
                  </a:cubicBezTo>
                  <a:cubicBezTo>
                    <a:pt x="8" y="182"/>
                    <a:pt x="8" y="182"/>
                    <a:pt x="8" y="182"/>
                  </a:cubicBezTo>
                  <a:cubicBezTo>
                    <a:pt x="0" y="277"/>
                    <a:pt x="0" y="277"/>
                    <a:pt x="0" y="277"/>
                  </a:cubicBezTo>
                  <a:cubicBezTo>
                    <a:pt x="222" y="403"/>
                    <a:pt x="536" y="237"/>
                    <a:pt x="782" y="385"/>
                  </a:cubicBezTo>
                  <a:cubicBezTo>
                    <a:pt x="791" y="390"/>
                    <a:pt x="799" y="395"/>
                    <a:pt x="807" y="400"/>
                  </a:cubicBezTo>
                  <a:cubicBezTo>
                    <a:pt x="808" y="396"/>
                    <a:pt x="808" y="396"/>
                    <a:pt x="808" y="396"/>
                  </a:cubicBezTo>
                  <a:lnTo>
                    <a:pt x="818" y="271"/>
                  </a:lnTo>
                  <a:close/>
                </a:path>
              </a:pathLst>
            </a:custGeom>
            <a:gradFill>
              <a:gsLst>
                <a:gs pos="48000">
                  <a:srgbClr val="FBD786"/>
                </a:gs>
                <a:gs pos="100000">
                  <a:srgbClr val="C6FFDD"/>
                </a:gs>
                <a:gs pos="0">
                  <a:srgbClr val="F7797D"/>
                </a:gs>
              </a:gsLst>
              <a:lin ang="2700000" scaled="0"/>
            </a:gradFill>
            <a:ln>
              <a:noFill/>
            </a:ln>
          </p:spPr>
          <p:txBody>
            <a:bodyPr anchor="ctr"/>
            <a:lstStyle/>
            <a:p>
              <a:pPr lvl="0" algn="ctr"/>
              <a:endParaRPr/>
            </a:p>
          </p:txBody>
        </p:sp>
        <p:sp>
          <p:nvSpPr>
            <p:cNvPr id="24" name="íṩļiḋé"/>
            <p:cNvSpPr/>
            <p:nvPr/>
          </p:nvSpPr>
          <p:spPr bwMode="auto">
            <a:xfrm>
              <a:off x="8522008" y="2176965"/>
              <a:ext cx="3596107" cy="1029901"/>
            </a:xfrm>
            <a:custGeom>
              <a:avLst/>
              <a:gdLst>
                <a:gd name="T0" fmla="*/ 797 w 809"/>
                <a:gd name="T1" fmla="*/ 184 h 232"/>
                <a:gd name="T2" fmla="*/ 807 w 809"/>
                <a:gd name="T3" fmla="*/ 61 h 232"/>
                <a:gd name="T4" fmla="*/ 748 w 809"/>
                <a:gd name="T5" fmla="*/ 0 h 232"/>
                <a:gd name="T6" fmla="*/ 52 w 809"/>
                <a:gd name="T7" fmla="*/ 0 h 232"/>
                <a:gd name="T8" fmla="*/ 0 w 809"/>
                <a:gd name="T9" fmla="*/ 26 h 232"/>
                <a:gd name="T10" fmla="*/ 797 w 809"/>
                <a:gd name="T11" fmla="*/ 184 h 232"/>
              </a:gdLst>
              <a:ahLst/>
              <a:cxnLst>
                <a:cxn ang="0">
                  <a:pos x="T0" y="T1"/>
                </a:cxn>
                <a:cxn ang="0">
                  <a:pos x="T2" y="T3"/>
                </a:cxn>
                <a:cxn ang="0">
                  <a:pos x="T4" y="T5"/>
                </a:cxn>
                <a:cxn ang="0">
                  <a:pos x="T6" y="T7"/>
                </a:cxn>
                <a:cxn ang="0">
                  <a:pos x="T8" y="T9"/>
                </a:cxn>
                <a:cxn ang="0">
                  <a:pos x="T10" y="T11"/>
                </a:cxn>
              </a:cxnLst>
              <a:rect l="0" t="0" r="r" b="b"/>
              <a:pathLst>
                <a:path w="809" h="232">
                  <a:moveTo>
                    <a:pt x="797" y="184"/>
                  </a:moveTo>
                  <a:cubicBezTo>
                    <a:pt x="807" y="61"/>
                    <a:pt x="807" y="61"/>
                    <a:pt x="807" y="61"/>
                  </a:cubicBezTo>
                  <a:cubicBezTo>
                    <a:pt x="809" y="29"/>
                    <a:pt x="781" y="0"/>
                    <a:pt x="748" y="0"/>
                  </a:cubicBezTo>
                  <a:cubicBezTo>
                    <a:pt x="52" y="0"/>
                    <a:pt x="52" y="0"/>
                    <a:pt x="52" y="0"/>
                  </a:cubicBezTo>
                  <a:cubicBezTo>
                    <a:pt x="30" y="0"/>
                    <a:pt x="11" y="10"/>
                    <a:pt x="0" y="26"/>
                  </a:cubicBezTo>
                  <a:cubicBezTo>
                    <a:pt x="221" y="232"/>
                    <a:pt x="529" y="120"/>
                    <a:pt x="797" y="184"/>
                  </a:cubicBezTo>
                  <a:close/>
                </a:path>
              </a:pathLst>
            </a:custGeom>
            <a:gradFill>
              <a:gsLst>
                <a:gs pos="38000">
                  <a:srgbClr val="FBD786"/>
                </a:gs>
                <a:gs pos="0">
                  <a:srgbClr val="C6FFDD"/>
                </a:gs>
                <a:gs pos="100000">
                  <a:srgbClr val="F7797D"/>
                </a:gs>
              </a:gsLst>
              <a:lin ang="2700000" scaled="0"/>
            </a:gradFill>
            <a:ln>
              <a:noFill/>
            </a:ln>
          </p:spPr>
          <p:txBody>
            <a:bodyPr anchor="ctr"/>
            <a:lstStyle/>
            <a:p>
              <a:pPr algn="ctr"/>
              <a:endParaRPr/>
            </a:p>
          </p:txBody>
        </p:sp>
        <p:sp>
          <p:nvSpPr>
            <p:cNvPr id="25" name="išlide"/>
            <p:cNvSpPr/>
            <p:nvPr/>
          </p:nvSpPr>
          <p:spPr bwMode="auto">
            <a:xfrm>
              <a:off x="9571139" y="2559437"/>
              <a:ext cx="1950829" cy="1198703"/>
            </a:xfrm>
            <a:custGeom>
              <a:avLst/>
              <a:gdLst>
                <a:gd name="T0" fmla="*/ 855 w 913"/>
                <a:gd name="T1" fmla="*/ 561 h 561"/>
                <a:gd name="T2" fmla="*/ 0 w 913"/>
                <a:gd name="T3" fmla="*/ 561 h 561"/>
                <a:gd name="T4" fmla="*/ 58 w 913"/>
                <a:gd name="T5" fmla="*/ 0 h 561"/>
                <a:gd name="T6" fmla="*/ 913 w 913"/>
                <a:gd name="T7" fmla="*/ 0 h 561"/>
                <a:gd name="T8" fmla="*/ 855 w 913"/>
                <a:gd name="T9" fmla="*/ 561 h 561"/>
              </a:gdLst>
              <a:ahLst/>
              <a:cxnLst>
                <a:cxn ang="0">
                  <a:pos x="T0" y="T1"/>
                </a:cxn>
                <a:cxn ang="0">
                  <a:pos x="T2" y="T3"/>
                </a:cxn>
                <a:cxn ang="0">
                  <a:pos x="T4" y="T5"/>
                </a:cxn>
                <a:cxn ang="0">
                  <a:pos x="T6" y="T7"/>
                </a:cxn>
                <a:cxn ang="0">
                  <a:pos x="T8" y="T9"/>
                </a:cxn>
              </a:cxnLst>
              <a:rect l="0" t="0" r="r" b="b"/>
              <a:pathLst>
                <a:path w="913" h="561">
                  <a:moveTo>
                    <a:pt x="855" y="561"/>
                  </a:moveTo>
                  <a:lnTo>
                    <a:pt x="0" y="561"/>
                  </a:lnTo>
                  <a:lnTo>
                    <a:pt x="58" y="0"/>
                  </a:lnTo>
                  <a:lnTo>
                    <a:pt x="913" y="0"/>
                  </a:lnTo>
                  <a:lnTo>
                    <a:pt x="855" y="561"/>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26" name="i$ļíḑè"/>
            <p:cNvSpPr/>
            <p:nvPr/>
          </p:nvSpPr>
          <p:spPr bwMode="auto">
            <a:xfrm>
              <a:off x="8712176" y="3243189"/>
              <a:ext cx="1237164" cy="621787"/>
            </a:xfrm>
            <a:custGeom>
              <a:avLst/>
              <a:gdLst>
                <a:gd name="T0" fmla="*/ 547 w 579"/>
                <a:gd name="T1" fmla="*/ 291 h 291"/>
                <a:gd name="T2" fmla="*/ 0 w 579"/>
                <a:gd name="T3" fmla="*/ 291 h 291"/>
                <a:gd name="T4" fmla="*/ 30 w 579"/>
                <a:gd name="T5" fmla="*/ 0 h 291"/>
                <a:gd name="T6" fmla="*/ 579 w 579"/>
                <a:gd name="T7" fmla="*/ 0 h 291"/>
                <a:gd name="T8" fmla="*/ 547 w 579"/>
                <a:gd name="T9" fmla="*/ 291 h 291"/>
              </a:gdLst>
              <a:ahLst/>
              <a:cxnLst>
                <a:cxn ang="0">
                  <a:pos x="T0" y="T1"/>
                </a:cxn>
                <a:cxn ang="0">
                  <a:pos x="T2" y="T3"/>
                </a:cxn>
                <a:cxn ang="0">
                  <a:pos x="T4" y="T5"/>
                </a:cxn>
                <a:cxn ang="0">
                  <a:pos x="T6" y="T7"/>
                </a:cxn>
                <a:cxn ang="0">
                  <a:pos x="T8" y="T9"/>
                </a:cxn>
              </a:cxnLst>
              <a:rect l="0" t="0" r="r" b="b"/>
              <a:pathLst>
                <a:path w="579" h="291">
                  <a:moveTo>
                    <a:pt x="547" y="291"/>
                  </a:moveTo>
                  <a:lnTo>
                    <a:pt x="0" y="291"/>
                  </a:lnTo>
                  <a:lnTo>
                    <a:pt x="30" y="0"/>
                  </a:lnTo>
                  <a:lnTo>
                    <a:pt x="579" y="0"/>
                  </a:lnTo>
                  <a:lnTo>
                    <a:pt x="547" y="291"/>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27" name="îşḻíḍê"/>
            <p:cNvSpPr/>
            <p:nvPr/>
          </p:nvSpPr>
          <p:spPr bwMode="auto">
            <a:xfrm>
              <a:off x="10744201" y="3593612"/>
              <a:ext cx="914518" cy="623923"/>
            </a:xfrm>
            <a:custGeom>
              <a:avLst/>
              <a:gdLst>
                <a:gd name="T0" fmla="*/ 399 w 428"/>
                <a:gd name="T1" fmla="*/ 292 h 292"/>
                <a:gd name="T2" fmla="*/ 0 w 428"/>
                <a:gd name="T3" fmla="*/ 292 h 292"/>
                <a:gd name="T4" fmla="*/ 31 w 428"/>
                <a:gd name="T5" fmla="*/ 0 h 292"/>
                <a:gd name="T6" fmla="*/ 428 w 428"/>
                <a:gd name="T7" fmla="*/ 0 h 292"/>
                <a:gd name="T8" fmla="*/ 399 w 428"/>
                <a:gd name="T9" fmla="*/ 292 h 292"/>
              </a:gdLst>
              <a:ahLst/>
              <a:cxnLst>
                <a:cxn ang="0">
                  <a:pos x="T0" y="T1"/>
                </a:cxn>
                <a:cxn ang="0">
                  <a:pos x="T2" y="T3"/>
                </a:cxn>
                <a:cxn ang="0">
                  <a:pos x="T4" y="T5"/>
                </a:cxn>
                <a:cxn ang="0">
                  <a:pos x="T6" y="T7"/>
                </a:cxn>
                <a:cxn ang="0">
                  <a:pos x="T8" y="T9"/>
                </a:cxn>
              </a:cxnLst>
              <a:rect l="0" t="0" r="r" b="b"/>
              <a:pathLst>
                <a:path w="428" h="292">
                  <a:moveTo>
                    <a:pt x="399" y="292"/>
                  </a:moveTo>
                  <a:lnTo>
                    <a:pt x="0" y="292"/>
                  </a:lnTo>
                  <a:lnTo>
                    <a:pt x="31" y="0"/>
                  </a:lnTo>
                  <a:lnTo>
                    <a:pt x="428" y="0"/>
                  </a:lnTo>
                  <a:lnTo>
                    <a:pt x="399" y="292"/>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28" name="ïṡ1îďê"/>
            <p:cNvSpPr/>
            <p:nvPr/>
          </p:nvSpPr>
          <p:spPr bwMode="auto">
            <a:xfrm>
              <a:off x="8489956" y="3057295"/>
              <a:ext cx="895288" cy="376063"/>
            </a:xfrm>
            <a:custGeom>
              <a:avLst/>
              <a:gdLst>
                <a:gd name="T0" fmla="*/ 400 w 419"/>
                <a:gd name="T1" fmla="*/ 176 h 176"/>
                <a:gd name="T2" fmla="*/ 0 w 419"/>
                <a:gd name="T3" fmla="*/ 176 h 176"/>
                <a:gd name="T4" fmla="*/ 19 w 419"/>
                <a:gd name="T5" fmla="*/ 0 h 176"/>
                <a:gd name="T6" fmla="*/ 419 w 419"/>
                <a:gd name="T7" fmla="*/ 0 h 176"/>
                <a:gd name="T8" fmla="*/ 400 w 419"/>
                <a:gd name="T9" fmla="*/ 176 h 176"/>
              </a:gdLst>
              <a:ahLst/>
              <a:cxnLst>
                <a:cxn ang="0">
                  <a:pos x="T0" y="T1"/>
                </a:cxn>
                <a:cxn ang="0">
                  <a:pos x="T2" y="T3"/>
                </a:cxn>
                <a:cxn ang="0">
                  <a:pos x="T4" y="T5"/>
                </a:cxn>
                <a:cxn ang="0">
                  <a:pos x="T6" y="T7"/>
                </a:cxn>
                <a:cxn ang="0">
                  <a:pos x="T8" y="T9"/>
                </a:cxn>
              </a:cxnLst>
              <a:rect l="0" t="0" r="r" b="b"/>
              <a:pathLst>
                <a:path w="419" h="176">
                  <a:moveTo>
                    <a:pt x="400" y="176"/>
                  </a:moveTo>
                  <a:lnTo>
                    <a:pt x="0" y="176"/>
                  </a:lnTo>
                  <a:lnTo>
                    <a:pt x="19" y="0"/>
                  </a:lnTo>
                  <a:lnTo>
                    <a:pt x="419" y="0"/>
                  </a:lnTo>
                  <a:lnTo>
                    <a:pt x="400" y="176"/>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29" name="îSľíḓè"/>
            <p:cNvSpPr/>
            <p:nvPr/>
          </p:nvSpPr>
          <p:spPr bwMode="auto">
            <a:xfrm>
              <a:off x="10041219" y="3905573"/>
              <a:ext cx="888877" cy="378201"/>
            </a:xfrm>
            <a:custGeom>
              <a:avLst/>
              <a:gdLst>
                <a:gd name="T0" fmla="*/ 398 w 416"/>
                <a:gd name="T1" fmla="*/ 177 h 177"/>
                <a:gd name="T2" fmla="*/ 0 w 416"/>
                <a:gd name="T3" fmla="*/ 177 h 177"/>
                <a:gd name="T4" fmla="*/ 19 w 416"/>
                <a:gd name="T5" fmla="*/ 0 h 177"/>
                <a:gd name="T6" fmla="*/ 416 w 416"/>
                <a:gd name="T7" fmla="*/ 0 h 177"/>
                <a:gd name="T8" fmla="*/ 398 w 416"/>
                <a:gd name="T9" fmla="*/ 177 h 177"/>
              </a:gdLst>
              <a:ahLst/>
              <a:cxnLst>
                <a:cxn ang="0">
                  <a:pos x="T0" y="T1"/>
                </a:cxn>
                <a:cxn ang="0">
                  <a:pos x="T2" y="T3"/>
                </a:cxn>
                <a:cxn ang="0">
                  <a:pos x="T4" y="T5"/>
                </a:cxn>
                <a:cxn ang="0">
                  <a:pos x="T6" y="T7"/>
                </a:cxn>
                <a:cxn ang="0">
                  <a:pos x="T8" y="T9"/>
                </a:cxn>
              </a:cxnLst>
              <a:rect l="0" t="0" r="r" b="b"/>
              <a:pathLst>
                <a:path w="416" h="177">
                  <a:moveTo>
                    <a:pt x="398" y="177"/>
                  </a:moveTo>
                  <a:lnTo>
                    <a:pt x="0" y="177"/>
                  </a:lnTo>
                  <a:lnTo>
                    <a:pt x="19" y="0"/>
                  </a:lnTo>
                  <a:lnTo>
                    <a:pt x="416" y="0"/>
                  </a:lnTo>
                  <a:lnTo>
                    <a:pt x="398" y="177"/>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30" name="îṩľíďè"/>
            <p:cNvSpPr/>
            <p:nvPr/>
          </p:nvSpPr>
          <p:spPr bwMode="auto">
            <a:xfrm>
              <a:off x="11002744" y="2388500"/>
              <a:ext cx="935885" cy="822639"/>
            </a:xfrm>
            <a:custGeom>
              <a:avLst/>
              <a:gdLst>
                <a:gd name="T0" fmla="*/ 399 w 438"/>
                <a:gd name="T1" fmla="*/ 385 h 385"/>
                <a:gd name="T2" fmla="*/ 0 w 438"/>
                <a:gd name="T3" fmla="*/ 385 h 385"/>
                <a:gd name="T4" fmla="*/ 41 w 438"/>
                <a:gd name="T5" fmla="*/ 0 h 385"/>
                <a:gd name="T6" fmla="*/ 438 w 438"/>
                <a:gd name="T7" fmla="*/ 0 h 385"/>
                <a:gd name="T8" fmla="*/ 399 w 438"/>
                <a:gd name="T9" fmla="*/ 385 h 385"/>
              </a:gdLst>
              <a:ahLst/>
              <a:cxnLst>
                <a:cxn ang="0">
                  <a:pos x="T0" y="T1"/>
                </a:cxn>
                <a:cxn ang="0">
                  <a:pos x="T2" y="T3"/>
                </a:cxn>
                <a:cxn ang="0">
                  <a:pos x="T4" y="T5"/>
                </a:cxn>
                <a:cxn ang="0">
                  <a:pos x="T6" y="T7"/>
                </a:cxn>
                <a:cxn ang="0">
                  <a:pos x="T8" y="T9"/>
                </a:cxn>
              </a:cxnLst>
              <a:rect l="0" t="0" r="r" b="b"/>
              <a:pathLst>
                <a:path w="438" h="385">
                  <a:moveTo>
                    <a:pt x="399" y="385"/>
                  </a:moveTo>
                  <a:lnTo>
                    <a:pt x="0" y="385"/>
                  </a:lnTo>
                  <a:lnTo>
                    <a:pt x="41" y="0"/>
                  </a:lnTo>
                  <a:lnTo>
                    <a:pt x="438" y="0"/>
                  </a:lnTo>
                  <a:lnTo>
                    <a:pt x="399" y="385"/>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31" name="iṣḷîḋe"/>
            <p:cNvSpPr/>
            <p:nvPr/>
          </p:nvSpPr>
          <p:spPr bwMode="auto">
            <a:xfrm>
              <a:off x="9712163" y="2629950"/>
              <a:ext cx="1747840" cy="382474"/>
            </a:xfrm>
            <a:custGeom>
              <a:avLst/>
              <a:gdLst>
                <a:gd name="T0" fmla="*/ 799 w 818"/>
                <a:gd name="T1" fmla="*/ 179 h 179"/>
                <a:gd name="T2" fmla="*/ 0 w 818"/>
                <a:gd name="T3" fmla="*/ 179 h 179"/>
                <a:gd name="T4" fmla="*/ 19 w 818"/>
                <a:gd name="T5" fmla="*/ 0 h 179"/>
                <a:gd name="T6" fmla="*/ 818 w 818"/>
                <a:gd name="T7" fmla="*/ 0 h 179"/>
                <a:gd name="T8" fmla="*/ 799 w 818"/>
                <a:gd name="T9" fmla="*/ 179 h 179"/>
              </a:gdLst>
              <a:ahLst/>
              <a:cxnLst>
                <a:cxn ang="0">
                  <a:pos x="T0" y="T1"/>
                </a:cxn>
                <a:cxn ang="0">
                  <a:pos x="T2" y="T3"/>
                </a:cxn>
                <a:cxn ang="0">
                  <a:pos x="T4" y="T5"/>
                </a:cxn>
                <a:cxn ang="0">
                  <a:pos x="T6" y="T7"/>
                </a:cxn>
                <a:cxn ang="0">
                  <a:pos x="T8" y="T9"/>
                </a:cxn>
              </a:cxnLst>
              <a:rect l="0" t="0" r="r" b="b"/>
              <a:pathLst>
                <a:path w="818" h="179">
                  <a:moveTo>
                    <a:pt x="799" y="179"/>
                  </a:moveTo>
                  <a:lnTo>
                    <a:pt x="0" y="179"/>
                  </a:lnTo>
                  <a:lnTo>
                    <a:pt x="19" y="0"/>
                  </a:lnTo>
                  <a:lnTo>
                    <a:pt x="818" y="0"/>
                  </a:lnTo>
                  <a:lnTo>
                    <a:pt x="799" y="179"/>
                  </a:lnTo>
                  <a:close/>
                </a:path>
              </a:pathLst>
            </a:custGeom>
            <a:solidFill>
              <a:srgbClr val="CFD8DC"/>
            </a:solidFill>
            <a:ln w="14288" cap="flat">
              <a:solidFill>
                <a:srgbClr val="FFFFFF"/>
              </a:solidFill>
              <a:prstDash val="solid"/>
              <a:miter lim="800000"/>
            </a:ln>
          </p:spPr>
          <p:txBody>
            <a:bodyPr anchor="ctr"/>
            <a:lstStyle/>
            <a:p>
              <a:pPr algn="ctr"/>
              <a:endParaRPr/>
            </a:p>
          </p:txBody>
        </p:sp>
        <p:sp>
          <p:nvSpPr>
            <p:cNvPr id="32" name="îṩlïḓé"/>
            <p:cNvSpPr/>
            <p:nvPr/>
          </p:nvSpPr>
          <p:spPr bwMode="auto">
            <a:xfrm>
              <a:off x="9641652" y="3493186"/>
              <a:ext cx="1728610" cy="198716"/>
            </a:xfrm>
            <a:custGeom>
              <a:avLst/>
              <a:gdLst>
                <a:gd name="T0" fmla="*/ 799 w 809"/>
                <a:gd name="T1" fmla="*/ 93 h 93"/>
                <a:gd name="T2" fmla="*/ 0 w 809"/>
                <a:gd name="T3" fmla="*/ 93 h 93"/>
                <a:gd name="T4" fmla="*/ 8 w 809"/>
                <a:gd name="T5" fmla="*/ 0 h 93"/>
                <a:gd name="T6" fmla="*/ 809 w 809"/>
                <a:gd name="T7" fmla="*/ 0 h 93"/>
                <a:gd name="T8" fmla="*/ 799 w 809"/>
                <a:gd name="T9" fmla="*/ 93 h 93"/>
              </a:gdLst>
              <a:ahLst/>
              <a:cxnLst>
                <a:cxn ang="0">
                  <a:pos x="T0" y="T1"/>
                </a:cxn>
                <a:cxn ang="0">
                  <a:pos x="T2" y="T3"/>
                </a:cxn>
                <a:cxn ang="0">
                  <a:pos x="T4" y="T5"/>
                </a:cxn>
                <a:cxn ang="0">
                  <a:pos x="T6" y="T7"/>
                </a:cxn>
                <a:cxn ang="0">
                  <a:pos x="T8" y="T9"/>
                </a:cxn>
              </a:cxnLst>
              <a:rect l="0" t="0" r="r" b="b"/>
              <a:pathLst>
                <a:path w="809" h="93">
                  <a:moveTo>
                    <a:pt x="799" y="93"/>
                  </a:moveTo>
                  <a:lnTo>
                    <a:pt x="0" y="93"/>
                  </a:lnTo>
                  <a:lnTo>
                    <a:pt x="8" y="0"/>
                  </a:lnTo>
                  <a:lnTo>
                    <a:pt x="809" y="0"/>
                  </a:lnTo>
                  <a:lnTo>
                    <a:pt x="799" y="93"/>
                  </a:lnTo>
                  <a:close/>
                </a:path>
              </a:pathLst>
            </a:custGeom>
            <a:solidFill>
              <a:srgbClr val="CFD8DC"/>
            </a:solidFill>
            <a:ln w="14288" cap="flat">
              <a:solidFill>
                <a:srgbClr val="FFFFFF"/>
              </a:solidFill>
              <a:prstDash val="solid"/>
              <a:miter lim="800000"/>
            </a:ln>
          </p:spPr>
          <p:txBody>
            <a:bodyPr anchor="ctr"/>
            <a:lstStyle/>
            <a:p>
              <a:pPr algn="ctr"/>
              <a:endParaRPr/>
            </a:p>
          </p:txBody>
        </p:sp>
        <p:sp>
          <p:nvSpPr>
            <p:cNvPr id="33" name="îš1ïdê"/>
            <p:cNvSpPr/>
            <p:nvPr/>
          </p:nvSpPr>
          <p:spPr bwMode="auto">
            <a:xfrm>
              <a:off x="9669429" y="3057295"/>
              <a:ext cx="861100" cy="376063"/>
            </a:xfrm>
            <a:custGeom>
              <a:avLst/>
              <a:gdLst>
                <a:gd name="T0" fmla="*/ 384 w 403"/>
                <a:gd name="T1" fmla="*/ 176 h 176"/>
                <a:gd name="T2" fmla="*/ 0 w 403"/>
                <a:gd name="T3" fmla="*/ 176 h 176"/>
                <a:gd name="T4" fmla="*/ 18 w 403"/>
                <a:gd name="T5" fmla="*/ 0 h 176"/>
                <a:gd name="T6" fmla="*/ 403 w 403"/>
                <a:gd name="T7" fmla="*/ 0 h 176"/>
                <a:gd name="T8" fmla="*/ 384 w 403"/>
                <a:gd name="T9" fmla="*/ 176 h 176"/>
              </a:gdLst>
              <a:ahLst/>
              <a:cxnLst>
                <a:cxn ang="0">
                  <a:pos x="T0" y="T1"/>
                </a:cxn>
                <a:cxn ang="0">
                  <a:pos x="T2" y="T3"/>
                </a:cxn>
                <a:cxn ang="0">
                  <a:pos x="T4" y="T5"/>
                </a:cxn>
                <a:cxn ang="0">
                  <a:pos x="T6" y="T7"/>
                </a:cxn>
                <a:cxn ang="0">
                  <a:pos x="T8" y="T9"/>
                </a:cxn>
              </a:cxnLst>
              <a:rect l="0" t="0" r="r" b="b"/>
              <a:pathLst>
                <a:path w="403" h="176">
                  <a:moveTo>
                    <a:pt x="384" y="176"/>
                  </a:moveTo>
                  <a:lnTo>
                    <a:pt x="0" y="176"/>
                  </a:lnTo>
                  <a:lnTo>
                    <a:pt x="18" y="0"/>
                  </a:lnTo>
                  <a:lnTo>
                    <a:pt x="403" y="0"/>
                  </a:lnTo>
                  <a:lnTo>
                    <a:pt x="384" y="176"/>
                  </a:lnTo>
                  <a:close/>
                </a:path>
              </a:pathLst>
            </a:custGeom>
            <a:solidFill>
              <a:srgbClr val="CFD8DC"/>
            </a:solidFill>
            <a:ln w="14288" cap="flat">
              <a:solidFill>
                <a:srgbClr val="FFFFFF"/>
              </a:solidFill>
              <a:prstDash val="solid"/>
              <a:miter lim="800000"/>
            </a:ln>
          </p:spPr>
          <p:txBody>
            <a:bodyPr anchor="ctr"/>
            <a:lstStyle/>
            <a:p>
              <a:pPr algn="ctr"/>
              <a:endParaRPr/>
            </a:p>
          </p:txBody>
        </p:sp>
        <p:sp>
          <p:nvSpPr>
            <p:cNvPr id="34" name="îṥḻíḍê"/>
            <p:cNvSpPr/>
            <p:nvPr/>
          </p:nvSpPr>
          <p:spPr bwMode="auto">
            <a:xfrm>
              <a:off x="10551896" y="3057295"/>
              <a:ext cx="863236" cy="376063"/>
            </a:xfrm>
            <a:custGeom>
              <a:avLst/>
              <a:gdLst>
                <a:gd name="T0" fmla="*/ 385 w 404"/>
                <a:gd name="T1" fmla="*/ 176 h 176"/>
                <a:gd name="T2" fmla="*/ 0 w 404"/>
                <a:gd name="T3" fmla="*/ 176 h 176"/>
                <a:gd name="T4" fmla="*/ 19 w 404"/>
                <a:gd name="T5" fmla="*/ 0 h 176"/>
                <a:gd name="T6" fmla="*/ 404 w 404"/>
                <a:gd name="T7" fmla="*/ 0 h 176"/>
                <a:gd name="T8" fmla="*/ 385 w 404"/>
                <a:gd name="T9" fmla="*/ 176 h 176"/>
              </a:gdLst>
              <a:ahLst/>
              <a:cxnLst>
                <a:cxn ang="0">
                  <a:pos x="T0" y="T1"/>
                </a:cxn>
                <a:cxn ang="0">
                  <a:pos x="T2" y="T3"/>
                </a:cxn>
                <a:cxn ang="0">
                  <a:pos x="T4" y="T5"/>
                </a:cxn>
                <a:cxn ang="0">
                  <a:pos x="T6" y="T7"/>
                </a:cxn>
                <a:cxn ang="0">
                  <a:pos x="T8" y="T9"/>
                </a:cxn>
              </a:cxnLst>
              <a:rect l="0" t="0" r="r" b="b"/>
              <a:pathLst>
                <a:path w="404" h="176">
                  <a:moveTo>
                    <a:pt x="385" y="176"/>
                  </a:moveTo>
                  <a:lnTo>
                    <a:pt x="0" y="176"/>
                  </a:lnTo>
                  <a:lnTo>
                    <a:pt x="19" y="0"/>
                  </a:lnTo>
                  <a:lnTo>
                    <a:pt x="404" y="0"/>
                  </a:lnTo>
                  <a:lnTo>
                    <a:pt x="385" y="176"/>
                  </a:lnTo>
                  <a:close/>
                </a:path>
              </a:pathLst>
            </a:custGeom>
            <a:solidFill>
              <a:srgbClr val="CFD8DC"/>
            </a:solidFill>
            <a:ln w="14288" cap="flat">
              <a:solidFill>
                <a:srgbClr val="FFFFFF"/>
              </a:solidFill>
              <a:prstDash val="solid"/>
              <a:miter lim="800000"/>
            </a:ln>
          </p:spPr>
          <p:txBody>
            <a:bodyPr anchor="ctr"/>
            <a:lstStyle/>
            <a:p>
              <a:pPr algn="ctr"/>
              <a:endParaRPr/>
            </a:p>
          </p:txBody>
        </p:sp>
        <p:sp>
          <p:nvSpPr>
            <p:cNvPr id="35" name="îšļíḓe"/>
            <p:cNvSpPr/>
            <p:nvPr/>
          </p:nvSpPr>
          <p:spPr bwMode="auto">
            <a:xfrm>
              <a:off x="8073296" y="2518840"/>
              <a:ext cx="333329" cy="630334"/>
            </a:xfrm>
            <a:custGeom>
              <a:avLst/>
              <a:gdLst>
                <a:gd name="T0" fmla="*/ 1 w 75"/>
                <a:gd name="T1" fmla="*/ 42 h 142"/>
                <a:gd name="T2" fmla="*/ 12 w 75"/>
                <a:gd name="T3" fmla="*/ 13 h 142"/>
                <a:gd name="T4" fmla="*/ 53 w 75"/>
                <a:gd name="T5" fmla="*/ 70 h 142"/>
                <a:gd name="T6" fmla="*/ 72 w 75"/>
                <a:gd name="T7" fmla="*/ 119 h 142"/>
                <a:gd name="T8" fmla="*/ 52 w 75"/>
                <a:gd name="T9" fmla="*/ 136 h 142"/>
                <a:gd name="T10" fmla="*/ 18 w 75"/>
                <a:gd name="T11" fmla="*/ 86 h 142"/>
                <a:gd name="T12" fmla="*/ 1 w 75"/>
                <a:gd name="T13" fmla="*/ 42 h 142"/>
              </a:gdLst>
              <a:ahLst/>
              <a:cxnLst>
                <a:cxn ang="0">
                  <a:pos x="T0" y="T1"/>
                </a:cxn>
                <a:cxn ang="0">
                  <a:pos x="T2" y="T3"/>
                </a:cxn>
                <a:cxn ang="0">
                  <a:pos x="T4" y="T5"/>
                </a:cxn>
                <a:cxn ang="0">
                  <a:pos x="T6" y="T7"/>
                </a:cxn>
                <a:cxn ang="0">
                  <a:pos x="T8" y="T9"/>
                </a:cxn>
                <a:cxn ang="0">
                  <a:pos x="T10" y="T11"/>
                </a:cxn>
                <a:cxn ang="0">
                  <a:pos x="T12" y="T13"/>
                </a:cxn>
              </a:cxnLst>
              <a:rect l="0" t="0" r="r" b="b"/>
              <a:pathLst>
                <a:path w="75" h="142">
                  <a:moveTo>
                    <a:pt x="1" y="42"/>
                  </a:moveTo>
                  <a:cubicBezTo>
                    <a:pt x="0" y="33"/>
                    <a:pt x="3" y="17"/>
                    <a:pt x="12" y="13"/>
                  </a:cubicBezTo>
                  <a:cubicBezTo>
                    <a:pt x="38" y="0"/>
                    <a:pt x="47" y="56"/>
                    <a:pt x="53" y="70"/>
                  </a:cubicBezTo>
                  <a:cubicBezTo>
                    <a:pt x="59" y="86"/>
                    <a:pt x="69" y="103"/>
                    <a:pt x="72" y="119"/>
                  </a:cubicBezTo>
                  <a:cubicBezTo>
                    <a:pt x="75" y="132"/>
                    <a:pt x="65" y="142"/>
                    <a:pt x="52" y="136"/>
                  </a:cubicBezTo>
                  <a:cubicBezTo>
                    <a:pt x="36" y="127"/>
                    <a:pt x="25" y="102"/>
                    <a:pt x="18" y="86"/>
                  </a:cubicBezTo>
                  <a:cubicBezTo>
                    <a:pt x="13" y="74"/>
                    <a:pt x="4" y="57"/>
                    <a:pt x="1" y="42"/>
                  </a:cubicBezTo>
                  <a:close/>
                </a:path>
              </a:pathLst>
            </a:custGeom>
            <a:solidFill>
              <a:srgbClr val="91B1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ïṡ1íḋê"/>
            <p:cNvSpPr/>
            <p:nvPr/>
          </p:nvSpPr>
          <p:spPr bwMode="auto">
            <a:xfrm>
              <a:off x="8259190" y="2847896"/>
              <a:ext cx="435892" cy="316235"/>
            </a:xfrm>
            <a:custGeom>
              <a:avLst/>
              <a:gdLst>
                <a:gd name="T0" fmla="*/ 89 w 98"/>
                <a:gd name="T1" fmla="*/ 0 h 71"/>
                <a:gd name="T2" fmla="*/ 32 w 98"/>
                <a:gd name="T3" fmla="*/ 23 h 71"/>
                <a:gd name="T4" fmla="*/ 7 w 98"/>
                <a:gd name="T5" fmla="*/ 37 h 71"/>
                <a:gd name="T6" fmla="*/ 8 w 98"/>
                <a:gd name="T7" fmla="*/ 63 h 71"/>
                <a:gd name="T8" fmla="*/ 42 w 98"/>
                <a:gd name="T9" fmla="*/ 56 h 71"/>
                <a:gd name="T10" fmla="*/ 45 w 98"/>
                <a:gd name="T11" fmla="*/ 54 h 71"/>
                <a:gd name="T12" fmla="*/ 98 w 98"/>
                <a:gd name="T13" fmla="*/ 11 h 71"/>
                <a:gd name="T14" fmla="*/ 89 w 98"/>
                <a:gd name="T15" fmla="*/ 0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71">
                  <a:moveTo>
                    <a:pt x="89" y="0"/>
                  </a:moveTo>
                  <a:cubicBezTo>
                    <a:pt x="86" y="0"/>
                    <a:pt x="56" y="11"/>
                    <a:pt x="32" y="23"/>
                  </a:cubicBezTo>
                  <a:cubicBezTo>
                    <a:pt x="21" y="28"/>
                    <a:pt x="12" y="34"/>
                    <a:pt x="7" y="37"/>
                  </a:cubicBezTo>
                  <a:cubicBezTo>
                    <a:pt x="0" y="44"/>
                    <a:pt x="1" y="58"/>
                    <a:pt x="8" y="63"/>
                  </a:cubicBezTo>
                  <a:cubicBezTo>
                    <a:pt x="20" y="71"/>
                    <a:pt x="33" y="63"/>
                    <a:pt x="42" y="56"/>
                  </a:cubicBezTo>
                  <a:cubicBezTo>
                    <a:pt x="43" y="55"/>
                    <a:pt x="44" y="55"/>
                    <a:pt x="45" y="54"/>
                  </a:cubicBezTo>
                  <a:cubicBezTo>
                    <a:pt x="60" y="43"/>
                    <a:pt x="98" y="10"/>
                    <a:pt x="98" y="11"/>
                  </a:cubicBezTo>
                  <a:lnTo>
                    <a:pt x="89" y="0"/>
                  </a:lnTo>
                  <a:close/>
                </a:path>
              </a:pathLst>
            </a:custGeom>
            <a:solidFill>
              <a:srgbClr val="91B1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iś1ïďè"/>
            <p:cNvSpPr/>
            <p:nvPr/>
          </p:nvSpPr>
          <p:spPr bwMode="auto">
            <a:xfrm>
              <a:off x="8645938" y="2745333"/>
              <a:ext cx="119657" cy="143161"/>
            </a:xfrm>
            <a:custGeom>
              <a:avLst/>
              <a:gdLst>
                <a:gd name="T0" fmla="*/ 21 w 27"/>
                <a:gd name="T1" fmla="*/ 0 h 32"/>
                <a:gd name="T2" fmla="*/ 0 w 27"/>
                <a:gd name="T3" fmla="*/ 21 h 32"/>
                <a:gd name="T4" fmla="*/ 10 w 27"/>
                <a:gd name="T5" fmla="*/ 32 h 32"/>
                <a:gd name="T6" fmla="*/ 26 w 27"/>
                <a:gd name="T7" fmla="*/ 15 h 32"/>
                <a:gd name="T8" fmla="*/ 27 w 27"/>
                <a:gd name="T9" fmla="*/ 6 h 32"/>
                <a:gd name="T10" fmla="*/ 21 w 27"/>
                <a:gd name="T11" fmla="*/ 0 h 32"/>
              </a:gdLst>
              <a:ahLst/>
              <a:cxnLst>
                <a:cxn ang="0">
                  <a:pos x="T0" y="T1"/>
                </a:cxn>
                <a:cxn ang="0">
                  <a:pos x="T2" y="T3"/>
                </a:cxn>
                <a:cxn ang="0">
                  <a:pos x="T4" y="T5"/>
                </a:cxn>
                <a:cxn ang="0">
                  <a:pos x="T6" y="T7"/>
                </a:cxn>
                <a:cxn ang="0">
                  <a:pos x="T8" y="T9"/>
                </a:cxn>
                <a:cxn ang="0">
                  <a:pos x="T10" y="T11"/>
                </a:cxn>
              </a:cxnLst>
              <a:rect l="0" t="0" r="r" b="b"/>
              <a:pathLst>
                <a:path w="27" h="32">
                  <a:moveTo>
                    <a:pt x="21" y="0"/>
                  </a:moveTo>
                  <a:cubicBezTo>
                    <a:pt x="0" y="21"/>
                    <a:pt x="0" y="21"/>
                    <a:pt x="0" y="21"/>
                  </a:cubicBezTo>
                  <a:cubicBezTo>
                    <a:pt x="4" y="24"/>
                    <a:pt x="6" y="30"/>
                    <a:pt x="10" y="32"/>
                  </a:cubicBezTo>
                  <a:cubicBezTo>
                    <a:pt x="17" y="30"/>
                    <a:pt x="24" y="22"/>
                    <a:pt x="26" y="15"/>
                  </a:cubicBezTo>
                  <a:cubicBezTo>
                    <a:pt x="27" y="6"/>
                    <a:pt x="27" y="6"/>
                    <a:pt x="27" y="6"/>
                  </a:cubicBezTo>
                  <a:cubicBezTo>
                    <a:pt x="27" y="3"/>
                    <a:pt x="24" y="0"/>
                    <a:pt x="21" y="0"/>
                  </a:cubicBez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îšľïḓê"/>
            <p:cNvSpPr/>
            <p:nvPr/>
          </p:nvSpPr>
          <p:spPr bwMode="auto">
            <a:xfrm>
              <a:off x="8722860" y="2794477"/>
              <a:ext cx="111110" cy="53419"/>
            </a:xfrm>
            <a:custGeom>
              <a:avLst/>
              <a:gdLst>
                <a:gd name="T0" fmla="*/ 0 w 52"/>
                <a:gd name="T1" fmla="*/ 14 h 25"/>
                <a:gd name="T2" fmla="*/ 25 w 52"/>
                <a:gd name="T3" fmla="*/ 0 h 25"/>
                <a:gd name="T4" fmla="*/ 52 w 52"/>
                <a:gd name="T5" fmla="*/ 4 h 25"/>
                <a:gd name="T6" fmla="*/ 50 w 52"/>
                <a:gd name="T7" fmla="*/ 8 h 25"/>
                <a:gd name="T8" fmla="*/ 27 w 52"/>
                <a:gd name="T9" fmla="*/ 10 h 25"/>
                <a:gd name="T10" fmla="*/ 2 w 52"/>
                <a:gd name="T11" fmla="*/ 25 h 25"/>
                <a:gd name="T12" fmla="*/ 0 w 52"/>
                <a:gd name="T13" fmla="*/ 14 h 25"/>
              </a:gdLst>
              <a:ahLst/>
              <a:cxnLst>
                <a:cxn ang="0">
                  <a:pos x="T0" y="T1"/>
                </a:cxn>
                <a:cxn ang="0">
                  <a:pos x="T2" y="T3"/>
                </a:cxn>
                <a:cxn ang="0">
                  <a:pos x="T4" y="T5"/>
                </a:cxn>
                <a:cxn ang="0">
                  <a:pos x="T6" y="T7"/>
                </a:cxn>
                <a:cxn ang="0">
                  <a:pos x="T8" y="T9"/>
                </a:cxn>
                <a:cxn ang="0">
                  <a:pos x="T10" y="T11"/>
                </a:cxn>
                <a:cxn ang="0">
                  <a:pos x="T12" y="T13"/>
                </a:cxn>
              </a:cxnLst>
              <a:rect l="0" t="0" r="r" b="b"/>
              <a:pathLst>
                <a:path w="52" h="25">
                  <a:moveTo>
                    <a:pt x="0" y="14"/>
                  </a:moveTo>
                  <a:lnTo>
                    <a:pt x="25" y="0"/>
                  </a:lnTo>
                  <a:lnTo>
                    <a:pt x="52" y="4"/>
                  </a:lnTo>
                  <a:lnTo>
                    <a:pt x="50" y="8"/>
                  </a:lnTo>
                  <a:lnTo>
                    <a:pt x="27" y="10"/>
                  </a:lnTo>
                  <a:lnTo>
                    <a:pt x="2" y="25"/>
                  </a:lnTo>
                  <a:lnTo>
                    <a:pt x="0" y="14"/>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işlîḓè"/>
            <p:cNvSpPr/>
            <p:nvPr/>
          </p:nvSpPr>
          <p:spPr bwMode="auto">
            <a:xfrm>
              <a:off x="8739954" y="2762427"/>
              <a:ext cx="111110" cy="49145"/>
            </a:xfrm>
            <a:custGeom>
              <a:avLst/>
              <a:gdLst>
                <a:gd name="T0" fmla="*/ 0 w 52"/>
                <a:gd name="T1" fmla="*/ 13 h 23"/>
                <a:gd name="T2" fmla="*/ 25 w 52"/>
                <a:gd name="T3" fmla="*/ 0 h 23"/>
                <a:gd name="T4" fmla="*/ 52 w 52"/>
                <a:gd name="T5" fmla="*/ 4 h 23"/>
                <a:gd name="T6" fmla="*/ 48 w 52"/>
                <a:gd name="T7" fmla="*/ 9 h 23"/>
                <a:gd name="T8" fmla="*/ 25 w 52"/>
                <a:gd name="T9" fmla="*/ 11 h 23"/>
                <a:gd name="T10" fmla="*/ 0 w 52"/>
                <a:gd name="T11" fmla="*/ 23 h 23"/>
                <a:gd name="T12" fmla="*/ 0 w 52"/>
                <a:gd name="T13" fmla="*/ 13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0" y="13"/>
                  </a:moveTo>
                  <a:lnTo>
                    <a:pt x="25" y="0"/>
                  </a:lnTo>
                  <a:lnTo>
                    <a:pt x="52" y="4"/>
                  </a:lnTo>
                  <a:lnTo>
                    <a:pt x="48" y="9"/>
                  </a:lnTo>
                  <a:lnTo>
                    <a:pt x="25" y="11"/>
                  </a:lnTo>
                  <a:lnTo>
                    <a:pt x="0" y="23"/>
                  </a:lnTo>
                  <a:lnTo>
                    <a:pt x="0" y="13"/>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îšlîdè"/>
            <p:cNvSpPr/>
            <p:nvPr/>
          </p:nvSpPr>
          <p:spPr bwMode="auto">
            <a:xfrm>
              <a:off x="8748501" y="2732513"/>
              <a:ext cx="111110" cy="49145"/>
            </a:xfrm>
            <a:custGeom>
              <a:avLst/>
              <a:gdLst>
                <a:gd name="T0" fmla="*/ 0 w 52"/>
                <a:gd name="T1" fmla="*/ 12 h 23"/>
                <a:gd name="T2" fmla="*/ 25 w 52"/>
                <a:gd name="T3" fmla="*/ 0 h 23"/>
                <a:gd name="T4" fmla="*/ 52 w 52"/>
                <a:gd name="T5" fmla="*/ 4 h 23"/>
                <a:gd name="T6" fmla="*/ 50 w 52"/>
                <a:gd name="T7" fmla="*/ 8 h 23"/>
                <a:gd name="T8" fmla="*/ 27 w 52"/>
                <a:gd name="T9" fmla="*/ 10 h 23"/>
                <a:gd name="T10" fmla="*/ 2 w 52"/>
                <a:gd name="T11" fmla="*/ 23 h 23"/>
                <a:gd name="T12" fmla="*/ 0 w 52"/>
                <a:gd name="T13" fmla="*/ 12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0" y="12"/>
                  </a:moveTo>
                  <a:lnTo>
                    <a:pt x="25" y="0"/>
                  </a:lnTo>
                  <a:lnTo>
                    <a:pt x="52" y="4"/>
                  </a:lnTo>
                  <a:lnTo>
                    <a:pt x="50" y="8"/>
                  </a:lnTo>
                  <a:lnTo>
                    <a:pt x="27" y="10"/>
                  </a:lnTo>
                  <a:lnTo>
                    <a:pt x="2" y="23"/>
                  </a:lnTo>
                  <a:lnTo>
                    <a:pt x="0" y="12"/>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1" name="îṩḷidè"/>
            <p:cNvSpPr/>
            <p:nvPr/>
          </p:nvSpPr>
          <p:spPr bwMode="auto">
            <a:xfrm>
              <a:off x="8739954" y="2696188"/>
              <a:ext cx="102563" cy="70513"/>
            </a:xfrm>
            <a:custGeom>
              <a:avLst/>
              <a:gdLst>
                <a:gd name="T0" fmla="*/ 0 w 48"/>
                <a:gd name="T1" fmla="*/ 23 h 33"/>
                <a:gd name="T2" fmla="*/ 21 w 48"/>
                <a:gd name="T3" fmla="*/ 4 h 33"/>
                <a:gd name="T4" fmla="*/ 48 w 48"/>
                <a:gd name="T5" fmla="*/ 0 h 33"/>
                <a:gd name="T6" fmla="*/ 46 w 48"/>
                <a:gd name="T7" fmla="*/ 6 h 33"/>
                <a:gd name="T8" fmla="*/ 25 w 48"/>
                <a:gd name="T9" fmla="*/ 13 h 33"/>
                <a:gd name="T10" fmla="*/ 2 w 48"/>
                <a:gd name="T11" fmla="*/ 33 h 33"/>
                <a:gd name="T12" fmla="*/ 0 w 48"/>
                <a:gd name="T13" fmla="*/ 23 h 33"/>
              </a:gdLst>
              <a:ahLst/>
              <a:cxnLst>
                <a:cxn ang="0">
                  <a:pos x="T0" y="T1"/>
                </a:cxn>
                <a:cxn ang="0">
                  <a:pos x="T2" y="T3"/>
                </a:cxn>
                <a:cxn ang="0">
                  <a:pos x="T4" y="T5"/>
                </a:cxn>
                <a:cxn ang="0">
                  <a:pos x="T6" y="T7"/>
                </a:cxn>
                <a:cxn ang="0">
                  <a:pos x="T8" y="T9"/>
                </a:cxn>
                <a:cxn ang="0">
                  <a:pos x="T10" y="T11"/>
                </a:cxn>
                <a:cxn ang="0">
                  <a:pos x="T12" y="T13"/>
                </a:cxn>
              </a:cxnLst>
              <a:rect l="0" t="0" r="r" b="b"/>
              <a:pathLst>
                <a:path w="48" h="33">
                  <a:moveTo>
                    <a:pt x="0" y="23"/>
                  </a:moveTo>
                  <a:lnTo>
                    <a:pt x="21" y="4"/>
                  </a:lnTo>
                  <a:lnTo>
                    <a:pt x="48" y="0"/>
                  </a:lnTo>
                  <a:lnTo>
                    <a:pt x="46" y="6"/>
                  </a:lnTo>
                  <a:lnTo>
                    <a:pt x="25" y="13"/>
                  </a:lnTo>
                  <a:lnTo>
                    <a:pt x="2" y="33"/>
                  </a:lnTo>
                  <a:lnTo>
                    <a:pt x="0" y="23"/>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2" name="ísļiḑê"/>
            <p:cNvSpPr/>
            <p:nvPr/>
          </p:nvSpPr>
          <p:spPr bwMode="auto">
            <a:xfrm>
              <a:off x="8654485" y="2713282"/>
              <a:ext cx="81195" cy="155982"/>
            </a:xfrm>
            <a:custGeom>
              <a:avLst/>
              <a:gdLst>
                <a:gd name="T0" fmla="*/ 15 w 18"/>
                <a:gd name="T1" fmla="*/ 22 h 35"/>
                <a:gd name="T2" fmla="*/ 15 w 18"/>
                <a:gd name="T3" fmla="*/ 16 h 35"/>
                <a:gd name="T4" fmla="*/ 18 w 18"/>
                <a:gd name="T5" fmla="*/ 6 h 35"/>
                <a:gd name="T6" fmla="*/ 17 w 18"/>
                <a:gd name="T7" fmla="*/ 0 h 35"/>
                <a:gd name="T8" fmla="*/ 7 w 18"/>
                <a:gd name="T9" fmla="*/ 15 h 35"/>
                <a:gd name="T10" fmla="*/ 1 w 18"/>
                <a:gd name="T11" fmla="*/ 25 h 35"/>
                <a:gd name="T12" fmla="*/ 1 w 18"/>
                <a:gd name="T13" fmla="*/ 31 h 35"/>
                <a:gd name="T14" fmla="*/ 7 w 18"/>
                <a:gd name="T15" fmla="*/ 34 h 35"/>
                <a:gd name="T16" fmla="*/ 14 w 18"/>
                <a:gd name="T17" fmla="*/ 29 h 35"/>
                <a:gd name="T18" fmla="*/ 15 w 18"/>
                <a:gd name="T19"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35">
                  <a:moveTo>
                    <a:pt x="15" y="22"/>
                  </a:moveTo>
                  <a:cubicBezTo>
                    <a:pt x="15" y="16"/>
                    <a:pt x="15" y="16"/>
                    <a:pt x="15" y="16"/>
                  </a:cubicBezTo>
                  <a:cubicBezTo>
                    <a:pt x="18" y="6"/>
                    <a:pt x="18" y="6"/>
                    <a:pt x="18" y="6"/>
                  </a:cubicBezTo>
                  <a:cubicBezTo>
                    <a:pt x="17" y="0"/>
                    <a:pt x="17" y="0"/>
                    <a:pt x="17" y="0"/>
                  </a:cubicBezTo>
                  <a:cubicBezTo>
                    <a:pt x="7" y="15"/>
                    <a:pt x="7" y="15"/>
                    <a:pt x="7" y="15"/>
                  </a:cubicBezTo>
                  <a:cubicBezTo>
                    <a:pt x="7" y="15"/>
                    <a:pt x="1" y="24"/>
                    <a:pt x="1" y="25"/>
                  </a:cubicBezTo>
                  <a:cubicBezTo>
                    <a:pt x="0" y="26"/>
                    <a:pt x="0" y="29"/>
                    <a:pt x="1" y="31"/>
                  </a:cubicBezTo>
                  <a:cubicBezTo>
                    <a:pt x="2" y="33"/>
                    <a:pt x="4" y="35"/>
                    <a:pt x="7" y="34"/>
                  </a:cubicBezTo>
                  <a:cubicBezTo>
                    <a:pt x="9" y="33"/>
                    <a:pt x="12" y="31"/>
                    <a:pt x="14" y="29"/>
                  </a:cubicBezTo>
                  <a:cubicBezTo>
                    <a:pt x="15" y="27"/>
                    <a:pt x="16" y="24"/>
                    <a:pt x="15" y="22"/>
                  </a:cubicBezTo>
                  <a:close/>
                </a:path>
              </a:pathLst>
            </a:custGeom>
            <a:solidFill>
              <a:srgbClr val="FDD0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3" name="îṣļíḑé"/>
            <p:cNvSpPr/>
            <p:nvPr/>
          </p:nvSpPr>
          <p:spPr bwMode="auto">
            <a:xfrm>
              <a:off x="7789111" y="2029530"/>
              <a:ext cx="399568" cy="431618"/>
            </a:xfrm>
            <a:custGeom>
              <a:avLst/>
              <a:gdLst>
                <a:gd name="T0" fmla="*/ 29 w 90"/>
                <a:gd name="T1" fmla="*/ 97 h 97"/>
                <a:gd name="T2" fmla="*/ 20 w 90"/>
                <a:gd name="T3" fmla="*/ 73 h 97"/>
                <a:gd name="T4" fmla="*/ 12 w 90"/>
                <a:gd name="T5" fmla="*/ 63 h 97"/>
                <a:gd name="T6" fmla="*/ 8 w 90"/>
                <a:gd name="T7" fmla="*/ 51 h 97"/>
                <a:gd name="T8" fmla="*/ 0 w 90"/>
                <a:gd name="T9" fmla="*/ 44 h 97"/>
                <a:gd name="T10" fmla="*/ 8 w 90"/>
                <a:gd name="T11" fmla="*/ 30 h 97"/>
                <a:gd name="T12" fmla="*/ 16 w 90"/>
                <a:gd name="T13" fmla="*/ 22 h 97"/>
                <a:gd name="T14" fmla="*/ 22 w 90"/>
                <a:gd name="T15" fmla="*/ 10 h 97"/>
                <a:gd name="T16" fmla="*/ 46 w 90"/>
                <a:gd name="T17" fmla="*/ 8 h 97"/>
                <a:gd name="T18" fmla="*/ 58 w 90"/>
                <a:gd name="T19" fmla="*/ 4 h 97"/>
                <a:gd name="T20" fmla="*/ 79 w 90"/>
                <a:gd name="T21" fmla="*/ 3 h 97"/>
                <a:gd name="T22" fmla="*/ 87 w 90"/>
                <a:gd name="T23" fmla="*/ 14 h 97"/>
                <a:gd name="T24" fmla="*/ 84 w 90"/>
                <a:gd name="T25" fmla="*/ 30 h 97"/>
                <a:gd name="T26" fmla="*/ 83 w 90"/>
                <a:gd name="T27" fmla="*/ 42 h 97"/>
                <a:gd name="T28" fmla="*/ 75 w 90"/>
                <a:gd name="T29" fmla="*/ 55 h 97"/>
                <a:gd name="T30" fmla="*/ 65 w 90"/>
                <a:gd name="T31" fmla="*/ 59 h 97"/>
                <a:gd name="T32" fmla="*/ 29 w 90"/>
                <a:gd name="T33"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0" h="97">
                  <a:moveTo>
                    <a:pt x="29" y="97"/>
                  </a:moveTo>
                  <a:cubicBezTo>
                    <a:pt x="29" y="90"/>
                    <a:pt x="25" y="79"/>
                    <a:pt x="20" y="73"/>
                  </a:cubicBezTo>
                  <a:cubicBezTo>
                    <a:pt x="18" y="69"/>
                    <a:pt x="14" y="67"/>
                    <a:pt x="12" y="63"/>
                  </a:cubicBezTo>
                  <a:cubicBezTo>
                    <a:pt x="10" y="58"/>
                    <a:pt x="12" y="54"/>
                    <a:pt x="8" y="51"/>
                  </a:cubicBezTo>
                  <a:cubicBezTo>
                    <a:pt x="4" y="48"/>
                    <a:pt x="1" y="49"/>
                    <a:pt x="0" y="44"/>
                  </a:cubicBezTo>
                  <a:cubicBezTo>
                    <a:pt x="0" y="39"/>
                    <a:pt x="4" y="32"/>
                    <a:pt x="8" y="30"/>
                  </a:cubicBezTo>
                  <a:cubicBezTo>
                    <a:pt x="13" y="27"/>
                    <a:pt x="14" y="29"/>
                    <a:pt x="16" y="22"/>
                  </a:cubicBezTo>
                  <a:cubicBezTo>
                    <a:pt x="17" y="18"/>
                    <a:pt x="19" y="14"/>
                    <a:pt x="22" y="10"/>
                  </a:cubicBezTo>
                  <a:cubicBezTo>
                    <a:pt x="31" y="1"/>
                    <a:pt x="37" y="6"/>
                    <a:pt x="46" y="8"/>
                  </a:cubicBezTo>
                  <a:cubicBezTo>
                    <a:pt x="52" y="9"/>
                    <a:pt x="54" y="6"/>
                    <a:pt x="58" y="4"/>
                  </a:cubicBezTo>
                  <a:cubicBezTo>
                    <a:pt x="64" y="1"/>
                    <a:pt x="73" y="0"/>
                    <a:pt x="79" y="3"/>
                  </a:cubicBezTo>
                  <a:cubicBezTo>
                    <a:pt x="82" y="6"/>
                    <a:pt x="86" y="10"/>
                    <a:pt x="87" y="14"/>
                  </a:cubicBezTo>
                  <a:cubicBezTo>
                    <a:pt x="90" y="20"/>
                    <a:pt x="87" y="24"/>
                    <a:pt x="84" y="30"/>
                  </a:cubicBezTo>
                  <a:cubicBezTo>
                    <a:pt x="81" y="35"/>
                    <a:pt x="82" y="36"/>
                    <a:pt x="83" y="42"/>
                  </a:cubicBezTo>
                  <a:cubicBezTo>
                    <a:pt x="85" y="51"/>
                    <a:pt x="81" y="51"/>
                    <a:pt x="75" y="55"/>
                  </a:cubicBezTo>
                  <a:cubicBezTo>
                    <a:pt x="71" y="57"/>
                    <a:pt x="68" y="58"/>
                    <a:pt x="65" y="59"/>
                  </a:cubicBezTo>
                  <a:lnTo>
                    <a:pt x="29" y="97"/>
                  </a:lnTo>
                  <a:close/>
                </a:path>
              </a:pathLst>
            </a:custGeom>
            <a:solidFill>
              <a:srgbClr val="82771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4" name="îṣ1îdê"/>
            <p:cNvSpPr/>
            <p:nvPr/>
          </p:nvSpPr>
          <p:spPr bwMode="auto">
            <a:xfrm>
              <a:off x="7863897" y="3234642"/>
              <a:ext cx="467943" cy="1480750"/>
            </a:xfrm>
            <a:custGeom>
              <a:avLst/>
              <a:gdLst>
                <a:gd name="T0" fmla="*/ 23 w 105"/>
                <a:gd name="T1" fmla="*/ 79 h 333"/>
                <a:gd name="T2" fmla="*/ 67 w 105"/>
                <a:gd name="T3" fmla="*/ 186 h 333"/>
                <a:gd name="T4" fmla="*/ 58 w 105"/>
                <a:gd name="T5" fmla="*/ 231 h 333"/>
                <a:gd name="T6" fmla="*/ 70 w 105"/>
                <a:gd name="T7" fmla="*/ 333 h 333"/>
                <a:gd name="T8" fmla="*/ 90 w 105"/>
                <a:gd name="T9" fmla="*/ 333 h 333"/>
                <a:gd name="T10" fmla="*/ 105 w 105"/>
                <a:gd name="T11" fmla="*/ 173 h 333"/>
                <a:gd name="T12" fmla="*/ 74 w 105"/>
                <a:gd name="T13" fmla="*/ 0 h 333"/>
                <a:gd name="T14" fmla="*/ 19 w 105"/>
                <a:gd name="T15" fmla="*/ 7 h 333"/>
                <a:gd name="T16" fmla="*/ 3 w 105"/>
                <a:gd name="T17" fmla="*/ 31 h 333"/>
                <a:gd name="T18" fmla="*/ 9 w 105"/>
                <a:gd name="T19" fmla="*/ 59 h 333"/>
                <a:gd name="T20" fmla="*/ 23 w 105"/>
                <a:gd name="T21" fmla="*/ 7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333">
                  <a:moveTo>
                    <a:pt x="23" y="79"/>
                  </a:moveTo>
                  <a:cubicBezTo>
                    <a:pt x="33" y="94"/>
                    <a:pt x="67" y="182"/>
                    <a:pt x="67" y="186"/>
                  </a:cubicBezTo>
                  <a:cubicBezTo>
                    <a:pt x="58" y="231"/>
                    <a:pt x="58" y="231"/>
                    <a:pt x="58" y="231"/>
                  </a:cubicBezTo>
                  <a:cubicBezTo>
                    <a:pt x="70" y="333"/>
                    <a:pt x="70" y="333"/>
                    <a:pt x="70" y="333"/>
                  </a:cubicBezTo>
                  <a:cubicBezTo>
                    <a:pt x="90" y="333"/>
                    <a:pt x="90" y="333"/>
                    <a:pt x="90" y="333"/>
                  </a:cubicBezTo>
                  <a:cubicBezTo>
                    <a:pt x="105" y="173"/>
                    <a:pt x="105" y="173"/>
                    <a:pt x="105" y="173"/>
                  </a:cubicBezTo>
                  <a:cubicBezTo>
                    <a:pt x="74" y="0"/>
                    <a:pt x="74" y="0"/>
                    <a:pt x="74" y="0"/>
                  </a:cubicBezTo>
                  <a:cubicBezTo>
                    <a:pt x="19" y="7"/>
                    <a:pt x="19" y="7"/>
                    <a:pt x="19" y="7"/>
                  </a:cubicBezTo>
                  <a:cubicBezTo>
                    <a:pt x="16" y="12"/>
                    <a:pt x="3" y="31"/>
                    <a:pt x="3" y="31"/>
                  </a:cubicBezTo>
                  <a:cubicBezTo>
                    <a:pt x="0" y="36"/>
                    <a:pt x="7" y="54"/>
                    <a:pt x="9" y="59"/>
                  </a:cubicBezTo>
                  <a:cubicBezTo>
                    <a:pt x="12" y="67"/>
                    <a:pt x="18" y="73"/>
                    <a:pt x="23" y="79"/>
                  </a:cubicBezTo>
                  <a:close/>
                </a:path>
              </a:pathLst>
            </a:custGeom>
            <a:gradFill>
              <a:gsLst>
                <a:gs pos="0">
                  <a:schemeClr val="bg1">
                    <a:lumMod val="65000"/>
                  </a:schemeClr>
                </a:gs>
                <a:gs pos="94000">
                  <a:schemeClr val="accent3">
                    <a:lumMod val="75000"/>
                  </a:schemeClr>
                </a:gs>
              </a:gsLst>
              <a:lin ang="2700000" scaled="0"/>
            </a:gradFill>
            <a:ln>
              <a:noFill/>
            </a:ln>
          </p:spPr>
          <p:txBody>
            <a:bodyPr anchor="ctr"/>
            <a:lstStyle/>
            <a:p>
              <a:pPr lvl="0" algn="ctr"/>
              <a:endParaRPr/>
            </a:p>
          </p:txBody>
        </p:sp>
        <p:sp>
          <p:nvSpPr>
            <p:cNvPr id="45" name="ï$ļïḓè"/>
            <p:cNvSpPr/>
            <p:nvPr/>
          </p:nvSpPr>
          <p:spPr bwMode="auto">
            <a:xfrm>
              <a:off x="7620311" y="3317975"/>
              <a:ext cx="510678" cy="1401691"/>
            </a:xfrm>
            <a:custGeom>
              <a:avLst/>
              <a:gdLst>
                <a:gd name="T0" fmla="*/ 0 w 115"/>
                <a:gd name="T1" fmla="*/ 315 h 315"/>
                <a:gd name="T2" fmla="*/ 19 w 115"/>
                <a:gd name="T3" fmla="*/ 315 h 315"/>
                <a:gd name="T4" fmla="*/ 80 w 115"/>
                <a:gd name="T5" fmla="*/ 172 h 315"/>
                <a:gd name="T6" fmla="*/ 96 w 115"/>
                <a:gd name="T7" fmla="*/ 70 h 315"/>
                <a:gd name="T8" fmla="*/ 105 w 115"/>
                <a:gd name="T9" fmla="*/ 61 h 315"/>
                <a:gd name="T10" fmla="*/ 115 w 115"/>
                <a:gd name="T11" fmla="*/ 5 h 315"/>
                <a:gd name="T12" fmla="*/ 95 w 115"/>
                <a:gd name="T13" fmla="*/ 0 h 315"/>
                <a:gd name="T14" fmla="*/ 41 w 115"/>
                <a:gd name="T15" fmla="*/ 0 h 315"/>
                <a:gd name="T16" fmla="*/ 35 w 115"/>
                <a:gd name="T17" fmla="*/ 78 h 315"/>
                <a:gd name="T18" fmla="*/ 40 w 115"/>
                <a:gd name="T19" fmla="*/ 166 h 315"/>
                <a:gd name="T20" fmla="*/ 20 w 115"/>
                <a:gd name="T21" fmla="*/ 199 h 315"/>
                <a:gd name="T22" fmla="*/ 0 w 11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 h="315">
                  <a:moveTo>
                    <a:pt x="0" y="315"/>
                  </a:moveTo>
                  <a:cubicBezTo>
                    <a:pt x="19" y="315"/>
                    <a:pt x="19" y="315"/>
                    <a:pt x="19" y="315"/>
                  </a:cubicBezTo>
                  <a:cubicBezTo>
                    <a:pt x="80" y="172"/>
                    <a:pt x="80" y="172"/>
                    <a:pt x="80" y="172"/>
                  </a:cubicBezTo>
                  <a:cubicBezTo>
                    <a:pt x="96" y="70"/>
                    <a:pt x="96" y="70"/>
                    <a:pt x="96" y="70"/>
                  </a:cubicBezTo>
                  <a:cubicBezTo>
                    <a:pt x="105" y="61"/>
                    <a:pt x="105" y="61"/>
                    <a:pt x="105" y="61"/>
                  </a:cubicBezTo>
                  <a:cubicBezTo>
                    <a:pt x="115" y="5"/>
                    <a:pt x="115" y="5"/>
                    <a:pt x="115" y="5"/>
                  </a:cubicBezTo>
                  <a:cubicBezTo>
                    <a:pt x="95" y="0"/>
                    <a:pt x="95" y="0"/>
                    <a:pt x="95" y="0"/>
                  </a:cubicBezTo>
                  <a:cubicBezTo>
                    <a:pt x="41" y="0"/>
                    <a:pt x="41" y="0"/>
                    <a:pt x="41" y="0"/>
                  </a:cubicBezTo>
                  <a:cubicBezTo>
                    <a:pt x="36" y="25"/>
                    <a:pt x="34" y="51"/>
                    <a:pt x="35" y="78"/>
                  </a:cubicBezTo>
                  <a:cubicBezTo>
                    <a:pt x="40" y="166"/>
                    <a:pt x="40" y="166"/>
                    <a:pt x="40" y="166"/>
                  </a:cubicBezTo>
                  <a:cubicBezTo>
                    <a:pt x="20" y="199"/>
                    <a:pt x="20" y="199"/>
                    <a:pt x="20" y="199"/>
                  </a:cubicBezTo>
                  <a:lnTo>
                    <a:pt x="0" y="315"/>
                  </a:lnTo>
                  <a:close/>
                </a:path>
              </a:pathLst>
            </a:custGeom>
            <a:gradFill>
              <a:gsLst>
                <a:gs pos="0">
                  <a:schemeClr val="bg1">
                    <a:lumMod val="65000"/>
                  </a:schemeClr>
                </a:gs>
                <a:gs pos="94000">
                  <a:schemeClr val="accent3">
                    <a:lumMod val="75000"/>
                  </a:schemeClr>
                </a:gs>
              </a:gsLst>
              <a:lin ang="2700000" scaled="0"/>
            </a:gradFill>
            <a:ln>
              <a:noFill/>
            </a:ln>
          </p:spPr>
          <p:txBody>
            <a:bodyPr anchor="ctr"/>
            <a:lstStyle/>
            <a:p>
              <a:pPr algn="ctr"/>
              <a:endParaRPr dirty="0"/>
            </a:p>
          </p:txBody>
        </p:sp>
        <p:sp>
          <p:nvSpPr>
            <p:cNvPr id="46" name="îṥlîḋé"/>
            <p:cNvSpPr/>
            <p:nvPr/>
          </p:nvSpPr>
          <p:spPr bwMode="auto">
            <a:xfrm>
              <a:off x="7722873" y="2499609"/>
              <a:ext cx="536318" cy="886741"/>
            </a:xfrm>
            <a:custGeom>
              <a:avLst/>
              <a:gdLst>
                <a:gd name="T0" fmla="*/ 0 w 121"/>
                <a:gd name="T1" fmla="*/ 49 h 199"/>
                <a:gd name="T2" fmla="*/ 0 w 121"/>
                <a:gd name="T3" fmla="*/ 46 h 199"/>
                <a:gd name="T4" fmla="*/ 10 w 121"/>
                <a:gd name="T5" fmla="*/ 13 h 199"/>
                <a:gd name="T6" fmla="*/ 52 w 121"/>
                <a:gd name="T7" fmla="*/ 2 h 199"/>
                <a:gd name="T8" fmla="*/ 109 w 121"/>
                <a:gd name="T9" fmla="*/ 21 h 199"/>
                <a:gd name="T10" fmla="*/ 111 w 121"/>
                <a:gd name="T11" fmla="*/ 76 h 199"/>
                <a:gd name="T12" fmla="*/ 109 w 121"/>
                <a:gd name="T13" fmla="*/ 155 h 199"/>
                <a:gd name="T14" fmla="*/ 113 w 121"/>
                <a:gd name="T15" fmla="*/ 178 h 199"/>
                <a:gd name="T16" fmla="*/ 69 w 121"/>
                <a:gd name="T17" fmla="*/ 198 h 199"/>
                <a:gd name="T18" fmla="*/ 13 w 121"/>
                <a:gd name="T19" fmla="*/ 184 h 199"/>
                <a:gd name="T20" fmla="*/ 10 w 121"/>
                <a:gd name="T21" fmla="*/ 138 h 199"/>
                <a:gd name="T22" fmla="*/ 2 w 121"/>
                <a:gd name="T23" fmla="*/ 87 h 199"/>
                <a:gd name="T24" fmla="*/ 0 w 121"/>
                <a:gd name="T25" fmla="*/ 4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199">
                  <a:moveTo>
                    <a:pt x="0" y="49"/>
                  </a:moveTo>
                  <a:cubicBezTo>
                    <a:pt x="0" y="48"/>
                    <a:pt x="0" y="47"/>
                    <a:pt x="0" y="46"/>
                  </a:cubicBezTo>
                  <a:cubicBezTo>
                    <a:pt x="0" y="35"/>
                    <a:pt x="0" y="22"/>
                    <a:pt x="10" y="13"/>
                  </a:cubicBezTo>
                  <a:cubicBezTo>
                    <a:pt x="21" y="3"/>
                    <a:pt x="38" y="3"/>
                    <a:pt x="52" y="2"/>
                  </a:cubicBezTo>
                  <a:cubicBezTo>
                    <a:pt x="75" y="0"/>
                    <a:pt x="96" y="3"/>
                    <a:pt x="109" y="21"/>
                  </a:cubicBezTo>
                  <a:cubicBezTo>
                    <a:pt x="121" y="36"/>
                    <a:pt x="115" y="58"/>
                    <a:pt x="111" y="76"/>
                  </a:cubicBezTo>
                  <a:cubicBezTo>
                    <a:pt x="104" y="102"/>
                    <a:pt x="104" y="128"/>
                    <a:pt x="109" y="155"/>
                  </a:cubicBezTo>
                  <a:cubicBezTo>
                    <a:pt x="110" y="160"/>
                    <a:pt x="113" y="172"/>
                    <a:pt x="113" y="178"/>
                  </a:cubicBezTo>
                  <a:cubicBezTo>
                    <a:pt x="110" y="195"/>
                    <a:pt x="80" y="197"/>
                    <a:pt x="69" y="198"/>
                  </a:cubicBezTo>
                  <a:cubicBezTo>
                    <a:pt x="58" y="198"/>
                    <a:pt x="17" y="199"/>
                    <a:pt x="13" y="184"/>
                  </a:cubicBezTo>
                  <a:cubicBezTo>
                    <a:pt x="10" y="170"/>
                    <a:pt x="12" y="152"/>
                    <a:pt x="10" y="138"/>
                  </a:cubicBezTo>
                  <a:cubicBezTo>
                    <a:pt x="7" y="121"/>
                    <a:pt x="5" y="104"/>
                    <a:pt x="2" y="87"/>
                  </a:cubicBezTo>
                  <a:cubicBezTo>
                    <a:pt x="1" y="74"/>
                    <a:pt x="0" y="62"/>
                    <a:pt x="0" y="49"/>
                  </a:cubicBezTo>
                  <a:close/>
                </a:path>
              </a:pathLst>
            </a:custGeom>
            <a:gradFill>
              <a:gsLst>
                <a:gs pos="0">
                  <a:srgbClr val="84AFC6"/>
                </a:gs>
                <a:gs pos="100000">
                  <a:srgbClr val="8D90C1"/>
                </a:gs>
              </a:gsLst>
              <a:lin ang="2700000" scaled="0"/>
            </a:gradFill>
            <a:ln>
              <a:noFill/>
            </a:ln>
          </p:spPr>
          <p:txBody>
            <a:bodyPr anchor="ctr"/>
            <a:lstStyle/>
            <a:p>
              <a:pPr algn="ctr"/>
              <a:endParaRPr/>
            </a:p>
          </p:txBody>
        </p:sp>
        <p:sp>
          <p:nvSpPr>
            <p:cNvPr id="47" name="ïṣḷiḑé"/>
            <p:cNvSpPr/>
            <p:nvPr/>
          </p:nvSpPr>
          <p:spPr bwMode="auto">
            <a:xfrm>
              <a:off x="7904494" y="2322262"/>
              <a:ext cx="147435" cy="258544"/>
            </a:xfrm>
            <a:custGeom>
              <a:avLst/>
              <a:gdLst>
                <a:gd name="T0" fmla="*/ 2 w 33"/>
                <a:gd name="T1" fmla="*/ 8 h 58"/>
                <a:gd name="T2" fmla="*/ 0 w 33"/>
                <a:gd name="T3" fmla="*/ 46 h 58"/>
                <a:gd name="T4" fmla="*/ 6 w 33"/>
                <a:gd name="T5" fmla="*/ 53 h 58"/>
                <a:gd name="T6" fmla="*/ 24 w 33"/>
                <a:gd name="T7" fmla="*/ 57 h 58"/>
                <a:gd name="T8" fmla="*/ 33 w 33"/>
                <a:gd name="T9" fmla="*/ 50 h 58"/>
                <a:gd name="T10" fmla="*/ 32 w 33"/>
                <a:gd name="T11" fmla="*/ 23 h 58"/>
                <a:gd name="T12" fmla="*/ 2 w 33"/>
                <a:gd name="T13" fmla="*/ 8 h 58"/>
              </a:gdLst>
              <a:ahLst/>
              <a:cxnLst>
                <a:cxn ang="0">
                  <a:pos x="T0" y="T1"/>
                </a:cxn>
                <a:cxn ang="0">
                  <a:pos x="T2" y="T3"/>
                </a:cxn>
                <a:cxn ang="0">
                  <a:pos x="T4" y="T5"/>
                </a:cxn>
                <a:cxn ang="0">
                  <a:pos x="T6" y="T7"/>
                </a:cxn>
                <a:cxn ang="0">
                  <a:pos x="T8" y="T9"/>
                </a:cxn>
                <a:cxn ang="0">
                  <a:pos x="T10" y="T11"/>
                </a:cxn>
                <a:cxn ang="0">
                  <a:pos x="T12" y="T13"/>
                </a:cxn>
              </a:cxnLst>
              <a:rect l="0" t="0" r="r" b="b"/>
              <a:pathLst>
                <a:path w="33" h="58">
                  <a:moveTo>
                    <a:pt x="2" y="8"/>
                  </a:moveTo>
                  <a:cubicBezTo>
                    <a:pt x="0" y="46"/>
                    <a:pt x="0" y="46"/>
                    <a:pt x="0" y="46"/>
                  </a:cubicBezTo>
                  <a:cubicBezTo>
                    <a:pt x="0" y="49"/>
                    <a:pt x="3" y="52"/>
                    <a:pt x="6" y="53"/>
                  </a:cubicBezTo>
                  <a:cubicBezTo>
                    <a:pt x="24" y="57"/>
                    <a:pt x="24" y="57"/>
                    <a:pt x="24" y="57"/>
                  </a:cubicBezTo>
                  <a:cubicBezTo>
                    <a:pt x="29" y="58"/>
                    <a:pt x="33" y="55"/>
                    <a:pt x="33" y="50"/>
                  </a:cubicBezTo>
                  <a:cubicBezTo>
                    <a:pt x="32" y="23"/>
                    <a:pt x="32" y="23"/>
                    <a:pt x="32" y="23"/>
                  </a:cubicBezTo>
                  <a:cubicBezTo>
                    <a:pt x="32" y="23"/>
                    <a:pt x="14" y="0"/>
                    <a:pt x="2" y="8"/>
                  </a:cubicBezTo>
                  <a:close/>
                </a:path>
              </a:pathLst>
            </a:custGeom>
            <a:gradFill>
              <a:gsLst>
                <a:gs pos="0">
                  <a:srgbClr val="FFC1BD"/>
                </a:gs>
                <a:gs pos="100000">
                  <a:srgbClr val="FFE1DE"/>
                </a:gs>
              </a:gsLst>
              <a:lin ang="300000" scaled="0"/>
            </a:gradFill>
            <a:ln>
              <a:noFill/>
            </a:ln>
          </p:spPr>
          <p:txBody>
            <a:bodyPr anchor="ctr"/>
            <a:lstStyle/>
            <a:p>
              <a:pPr algn="ctr"/>
              <a:endParaRPr/>
            </a:p>
          </p:txBody>
        </p:sp>
        <p:sp>
          <p:nvSpPr>
            <p:cNvPr id="48" name="iSľíďe"/>
            <p:cNvSpPr/>
            <p:nvPr/>
          </p:nvSpPr>
          <p:spPr bwMode="auto">
            <a:xfrm>
              <a:off x="7863897" y="2176965"/>
              <a:ext cx="262818" cy="288458"/>
            </a:xfrm>
            <a:custGeom>
              <a:avLst/>
              <a:gdLst>
                <a:gd name="T0" fmla="*/ 12 w 59"/>
                <a:gd name="T1" fmla="*/ 50 h 65"/>
                <a:gd name="T2" fmla="*/ 14 w 59"/>
                <a:gd name="T3" fmla="*/ 51 h 65"/>
                <a:gd name="T4" fmla="*/ 15 w 59"/>
                <a:gd name="T5" fmla="*/ 54 h 65"/>
                <a:gd name="T6" fmla="*/ 21 w 59"/>
                <a:gd name="T7" fmla="*/ 60 h 65"/>
                <a:gd name="T8" fmla="*/ 27 w 59"/>
                <a:gd name="T9" fmla="*/ 62 h 65"/>
                <a:gd name="T10" fmla="*/ 49 w 59"/>
                <a:gd name="T11" fmla="*/ 65 h 65"/>
                <a:gd name="T12" fmla="*/ 59 w 59"/>
                <a:gd name="T13" fmla="*/ 56 h 65"/>
                <a:gd name="T14" fmla="*/ 57 w 59"/>
                <a:gd name="T15" fmla="*/ 32 h 65"/>
                <a:gd name="T16" fmla="*/ 55 w 59"/>
                <a:gd name="T17" fmla="*/ 23 h 65"/>
                <a:gd name="T18" fmla="*/ 54 w 59"/>
                <a:gd name="T19" fmla="*/ 20 h 65"/>
                <a:gd name="T20" fmla="*/ 53 w 59"/>
                <a:gd name="T21" fmla="*/ 19 h 65"/>
                <a:gd name="T22" fmla="*/ 50 w 59"/>
                <a:gd name="T23" fmla="*/ 7 h 65"/>
                <a:gd name="T24" fmla="*/ 48 w 59"/>
                <a:gd name="T25" fmla="*/ 3 h 65"/>
                <a:gd name="T26" fmla="*/ 42 w 59"/>
                <a:gd name="T27" fmla="*/ 0 h 65"/>
                <a:gd name="T28" fmla="*/ 18 w 59"/>
                <a:gd name="T29" fmla="*/ 7 h 65"/>
                <a:gd name="T30" fmla="*/ 15 w 59"/>
                <a:gd name="T31" fmla="*/ 10 h 65"/>
                <a:gd name="T32" fmla="*/ 15 w 59"/>
                <a:gd name="T33" fmla="*/ 22 h 65"/>
                <a:gd name="T34" fmla="*/ 12 w 59"/>
                <a:gd name="T35" fmla="*/ 33 h 65"/>
                <a:gd name="T36" fmla="*/ 10 w 59"/>
                <a:gd name="T37" fmla="*/ 34 h 65"/>
                <a:gd name="T38" fmla="*/ 7 w 59"/>
                <a:gd name="T39" fmla="*/ 33 h 65"/>
                <a:gd name="T40" fmla="*/ 2 w 59"/>
                <a:gd name="T41" fmla="*/ 35 h 65"/>
                <a:gd name="T42" fmla="*/ 2 w 59"/>
                <a:gd name="T43" fmla="*/ 46 h 65"/>
                <a:gd name="T44" fmla="*/ 8 w 59"/>
                <a:gd name="T45" fmla="*/ 51 h 65"/>
                <a:gd name="T46" fmla="*/ 11 w 59"/>
                <a:gd name="T47" fmla="*/ 51 h 65"/>
                <a:gd name="T48" fmla="*/ 12 w 59"/>
                <a:gd name="T49" fmla="*/ 5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65">
                  <a:moveTo>
                    <a:pt x="12" y="50"/>
                  </a:moveTo>
                  <a:cubicBezTo>
                    <a:pt x="13" y="50"/>
                    <a:pt x="14" y="50"/>
                    <a:pt x="14" y="51"/>
                  </a:cubicBezTo>
                  <a:cubicBezTo>
                    <a:pt x="15" y="53"/>
                    <a:pt x="15" y="52"/>
                    <a:pt x="15" y="54"/>
                  </a:cubicBezTo>
                  <a:cubicBezTo>
                    <a:pt x="16" y="57"/>
                    <a:pt x="18" y="59"/>
                    <a:pt x="21" y="60"/>
                  </a:cubicBezTo>
                  <a:cubicBezTo>
                    <a:pt x="23" y="61"/>
                    <a:pt x="25" y="61"/>
                    <a:pt x="27" y="62"/>
                  </a:cubicBezTo>
                  <a:cubicBezTo>
                    <a:pt x="49" y="65"/>
                    <a:pt x="49" y="65"/>
                    <a:pt x="49" y="65"/>
                  </a:cubicBezTo>
                  <a:cubicBezTo>
                    <a:pt x="54" y="65"/>
                    <a:pt x="58" y="61"/>
                    <a:pt x="59" y="56"/>
                  </a:cubicBezTo>
                  <a:cubicBezTo>
                    <a:pt x="59" y="46"/>
                    <a:pt x="57" y="32"/>
                    <a:pt x="57" y="32"/>
                  </a:cubicBezTo>
                  <a:cubicBezTo>
                    <a:pt x="57" y="29"/>
                    <a:pt x="56" y="25"/>
                    <a:pt x="55" y="23"/>
                  </a:cubicBezTo>
                  <a:cubicBezTo>
                    <a:pt x="54" y="20"/>
                    <a:pt x="54" y="20"/>
                    <a:pt x="54" y="20"/>
                  </a:cubicBezTo>
                  <a:cubicBezTo>
                    <a:pt x="53" y="19"/>
                    <a:pt x="53" y="19"/>
                    <a:pt x="53" y="19"/>
                  </a:cubicBezTo>
                  <a:cubicBezTo>
                    <a:pt x="53" y="15"/>
                    <a:pt x="52" y="11"/>
                    <a:pt x="50" y="7"/>
                  </a:cubicBezTo>
                  <a:cubicBezTo>
                    <a:pt x="48" y="3"/>
                    <a:pt x="48" y="3"/>
                    <a:pt x="48" y="3"/>
                  </a:cubicBezTo>
                  <a:cubicBezTo>
                    <a:pt x="47" y="1"/>
                    <a:pt x="45" y="0"/>
                    <a:pt x="42" y="0"/>
                  </a:cubicBezTo>
                  <a:cubicBezTo>
                    <a:pt x="18" y="7"/>
                    <a:pt x="18" y="7"/>
                    <a:pt x="18" y="7"/>
                  </a:cubicBezTo>
                  <a:cubicBezTo>
                    <a:pt x="17" y="7"/>
                    <a:pt x="15" y="9"/>
                    <a:pt x="15" y="10"/>
                  </a:cubicBezTo>
                  <a:cubicBezTo>
                    <a:pt x="15" y="22"/>
                    <a:pt x="15" y="22"/>
                    <a:pt x="15" y="22"/>
                  </a:cubicBezTo>
                  <a:cubicBezTo>
                    <a:pt x="15" y="23"/>
                    <a:pt x="13" y="30"/>
                    <a:pt x="12" y="33"/>
                  </a:cubicBezTo>
                  <a:cubicBezTo>
                    <a:pt x="11" y="34"/>
                    <a:pt x="11" y="35"/>
                    <a:pt x="10" y="34"/>
                  </a:cubicBezTo>
                  <a:cubicBezTo>
                    <a:pt x="9" y="33"/>
                    <a:pt x="7" y="33"/>
                    <a:pt x="7" y="33"/>
                  </a:cubicBezTo>
                  <a:cubicBezTo>
                    <a:pt x="5" y="32"/>
                    <a:pt x="3" y="33"/>
                    <a:pt x="2" y="35"/>
                  </a:cubicBezTo>
                  <a:cubicBezTo>
                    <a:pt x="0" y="38"/>
                    <a:pt x="0" y="43"/>
                    <a:pt x="2" y="46"/>
                  </a:cubicBezTo>
                  <a:cubicBezTo>
                    <a:pt x="3" y="48"/>
                    <a:pt x="5" y="50"/>
                    <a:pt x="8" y="51"/>
                  </a:cubicBezTo>
                  <a:cubicBezTo>
                    <a:pt x="9" y="51"/>
                    <a:pt x="10" y="51"/>
                    <a:pt x="11" y="51"/>
                  </a:cubicBezTo>
                  <a:cubicBezTo>
                    <a:pt x="11" y="50"/>
                    <a:pt x="12" y="50"/>
                    <a:pt x="12" y="50"/>
                  </a:cubicBezTo>
                  <a:close/>
                </a:path>
              </a:pathLst>
            </a:custGeom>
            <a:solidFill>
              <a:srgbClr val="FFD2CF"/>
            </a:solidFill>
            <a:ln>
              <a:noFill/>
            </a:ln>
          </p:spPr>
          <p:txBody>
            <a:bodyPr anchor="ctr"/>
            <a:lstStyle/>
            <a:p>
              <a:pPr algn="ctr"/>
              <a:endParaRPr/>
            </a:p>
          </p:txBody>
        </p:sp>
        <p:sp>
          <p:nvSpPr>
            <p:cNvPr id="49" name="ï$lîdè"/>
            <p:cNvSpPr/>
            <p:nvPr/>
          </p:nvSpPr>
          <p:spPr bwMode="auto">
            <a:xfrm>
              <a:off x="7588259" y="4715392"/>
              <a:ext cx="284185" cy="111110"/>
            </a:xfrm>
            <a:custGeom>
              <a:avLst/>
              <a:gdLst>
                <a:gd name="T0" fmla="*/ 6 w 64"/>
                <a:gd name="T1" fmla="*/ 0 h 25"/>
                <a:gd name="T2" fmla="*/ 24 w 64"/>
                <a:gd name="T3" fmla="*/ 0 h 25"/>
                <a:gd name="T4" fmla="*/ 43 w 64"/>
                <a:gd name="T5" fmla="*/ 13 h 25"/>
                <a:gd name="T6" fmla="*/ 62 w 64"/>
                <a:gd name="T7" fmla="*/ 19 h 25"/>
                <a:gd name="T8" fmla="*/ 64 w 64"/>
                <a:gd name="T9" fmla="*/ 25 h 25"/>
                <a:gd name="T10" fmla="*/ 2 w 64"/>
                <a:gd name="T11" fmla="*/ 25 h 25"/>
                <a:gd name="T12" fmla="*/ 6 w 64"/>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64" h="25">
                  <a:moveTo>
                    <a:pt x="6" y="0"/>
                  </a:moveTo>
                  <a:cubicBezTo>
                    <a:pt x="24" y="0"/>
                    <a:pt x="24" y="0"/>
                    <a:pt x="24" y="0"/>
                  </a:cubicBezTo>
                  <a:cubicBezTo>
                    <a:pt x="43" y="13"/>
                    <a:pt x="43" y="13"/>
                    <a:pt x="43" y="13"/>
                  </a:cubicBezTo>
                  <a:cubicBezTo>
                    <a:pt x="62" y="19"/>
                    <a:pt x="62" y="19"/>
                    <a:pt x="62" y="19"/>
                  </a:cubicBezTo>
                  <a:cubicBezTo>
                    <a:pt x="64" y="25"/>
                    <a:pt x="64" y="25"/>
                    <a:pt x="64" y="25"/>
                  </a:cubicBezTo>
                  <a:cubicBezTo>
                    <a:pt x="2" y="25"/>
                    <a:pt x="2" y="25"/>
                    <a:pt x="2" y="25"/>
                  </a:cubicBezTo>
                  <a:cubicBezTo>
                    <a:pt x="2" y="25"/>
                    <a:pt x="0" y="9"/>
                    <a:pt x="6"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0" name="íşľïḋê"/>
            <p:cNvSpPr/>
            <p:nvPr/>
          </p:nvSpPr>
          <p:spPr bwMode="auto">
            <a:xfrm>
              <a:off x="8152354" y="4711119"/>
              <a:ext cx="286321" cy="111110"/>
            </a:xfrm>
            <a:custGeom>
              <a:avLst/>
              <a:gdLst>
                <a:gd name="T0" fmla="*/ 6 w 64"/>
                <a:gd name="T1" fmla="*/ 0 h 25"/>
                <a:gd name="T2" fmla="*/ 24 w 64"/>
                <a:gd name="T3" fmla="*/ 0 h 25"/>
                <a:gd name="T4" fmla="*/ 43 w 64"/>
                <a:gd name="T5" fmla="*/ 15 h 25"/>
                <a:gd name="T6" fmla="*/ 62 w 64"/>
                <a:gd name="T7" fmla="*/ 20 h 25"/>
                <a:gd name="T8" fmla="*/ 64 w 64"/>
                <a:gd name="T9" fmla="*/ 25 h 25"/>
                <a:gd name="T10" fmla="*/ 2 w 64"/>
                <a:gd name="T11" fmla="*/ 25 h 25"/>
                <a:gd name="T12" fmla="*/ 6 w 64"/>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64" h="25">
                  <a:moveTo>
                    <a:pt x="6" y="0"/>
                  </a:moveTo>
                  <a:cubicBezTo>
                    <a:pt x="24" y="0"/>
                    <a:pt x="24" y="0"/>
                    <a:pt x="24" y="0"/>
                  </a:cubicBezTo>
                  <a:cubicBezTo>
                    <a:pt x="43" y="15"/>
                    <a:pt x="43" y="15"/>
                    <a:pt x="43" y="15"/>
                  </a:cubicBezTo>
                  <a:cubicBezTo>
                    <a:pt x="62" y="20"/>
                    <a:pt x="62" y="20"/>
                    <a:pt x="62" y="20"/>
                  </a:cubicBezTo>
                  <a:cubicBezTo>
                    <a:pt x="64" y="25"/>
                    <a:pt x="64" y="25"/>
                    <a:pt x="64" y="25"/>
                  </a:cubicBezTo>
                  <a:cubicBezTo>
                    <a:pt x="2" y="25"/>
                    <a:pt x="2" y="25"/>
                    <a:pt x="2" y="25"/>
                  </a:cubicBezTo>
                  <a:cubicBezTo>
                    <a:pt x="2" y="25"/>
                    <a:pt x="0" y="16"/>
                    <a:pt x="6"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1" name="îṣľiḑe"/>
            <p:cNvSpPr/>
            <p:nvPr/>
          </p:nvSpPr>
          <p:spPr bwMode="auto">
            <a:xfrm>
              <a:off x="7957913" y="2251749"/>
              <a:ext cx="87606" cy="83333"/>
            </a:xfrm>
            <a:custGeom>
              <a:avLst/>
              <a:gdLst>
                <a:gd name="T0" fmla="*/ 10 w 20"/>
                <a:gd name="T1" fmla="*/ 19 h 19"/>
                <a:gd name="T2" fmla="*/ 1 w 20"/>
                <a:gd name="T3" fmla="*/ 12 h 19"/>
                <a:gd name="T4" fmla="*/ 2 w 20"/>
                <a:gd name="T5" fmla="*/ 5 h 19"/>
                <a:gd name="T6" fmla="*/ 8 w 20"/>
                <a:gd name="T7" fmla="*/ 0 h 19"/>
                <a:gd name="T8" fmla="*/ 10 w 20"/>
                <a:gd name="T9" fmla="*/ 0 h 19"/>
                <a:gd name="T10" fmla="*/ 19 w 20"/>
                <a:gd name="T11" fmla="*/ 7 h 19"/>
                <a:gd name="T12" fmla="*/ 18 w 20"/>
                <a:gd name="T13" fmla="*/ 15 h 19"/>
                <a:gd name="T14" fmla="*/ 12 w 20"/>
                <a:gd name="T15" fmla="*/ 19 h 19"/>
                <a:gd name="T16" fmla="*/ 10 w 20"/>
                <a:gd name="T17" fmla="*/ 19 h 19"/>
                <a:gd name="T18" fmla="*/ 10 w 20"/>
                <a:gd name="T19" fmla="*/ 1 h 19"/>
                <a:gd name="T20" fmla="*/ 8 w 20"/>
                <a:gd name="T21" fmla="*/ 2 h 19"/>
                <a:gd name="T22" fmla="*/ 3 w 20"/>
                <a:gd name="T23" fmla="*/ 5 h 19"/>
                <a:gd name="T24" fmla="*/ 2 w 20"/>
                <a:gd name="T25" fmla="*/ 11 h 19"/>
                <a:gd name="T26" fmla="*/ 10 w 20"/>
                <a:gd name="T27" fmla="*/ 18 h 19"/>
                <a:gd name="T28" fmla="*/ 12 w 20"/>
                <a:gd name="T29" fmla="*/ 17 h 19"/>
                <a:gd name="T30" fmla="*/ 17 w 20"/>
                <a:gd name="T31" fmla="*/ 14 h 19"/>
                <a:gd name="T32" fmla="*/ 18 w 20"/>
                <a:gd name="T33" fmla="*/ 8 h 19"/>
                <a:gd name="T34" fmla="*/ 10 w 20"/>
                <a:gd name="T3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19">
                  <a:moveTo>
                    <a:pt x="10" y="19"/>
                  </a:moveTo>
                  <a:cubicBezTo>
                    <a:pt x="5" y="19"/>
                    <a:pt x="2" y="16"/>
                    <a:pt x="1" y="12"/>
                  </a:cubicBezTo>
                  <a:cubicBezTo>
                    <a:pt x="0" y="9"/>
                    <a:pt x="0" y="7"/>
                    <a:pt x="2" y="5"/>
                  </a:cubicBezTo>
                  <a:cubicBezTo>
                    <a:pt x="3" y="2"/>
                    <a:pt x="5" y="1"/>
                    <a:pt x="8" y="0"/>
                  </a:cubicBezTo>
                  <a:cubicBezTo>
                    <a:pt x="8" y="0"/>
                    <a:pt x="9" y="0"/>
                    <a:pt x="10" y="0"/>
                  </a:cubicBezTo>
                  <a:cubicBezTo>
                    <a:pt x="14" y="0"/>
                    <a:pt x="18" y="3"/>
                    <a:pt x="19" y="7"/>
                  </a:cubicBezTo>
                  <a:cubicBezTo>
                    <a:pt x="20" y="10"/>
                    <a:pt x="19" y="12"/>
                    <a:pt x="18" y="15"/>
                  </a:cubicBezTo>
                  <a:cubicBezTo>
                    <a:pt x="17" y="17"/>
                    <a:pt x="15" y="18"/>
                    <a:pt x="12" y="19"/>
                  </a:cubicBezTo>
                  <a:cubicBezTo>
                    <a:pt x="11" y="19"/>
                    <a:pt x="11" y="19"/>
                    <a:pt x="10" y="19"/>
                  </a:cubicBezTo>
                  <a:close/>
                  <a:moveTo>
                    <a:pt x="10" y="1"/>
                  </a:moveTo>
                  <a:cubicBezTo>
                    <a:pt x="9" y="1"/>
                    <a:pt x="9" y="2"/>
                    <a:pt x="8" y="2"/>
                  </a:cubicBezTo>
                  <a:cubicBezTo>
                    <a:pt x="6" y="2"/>
                    <a:pt x="4" y="4"/>
                    <a:pt x="3" y="5"/>
                  </a:cubicBezTo>
                  <a:cubicBezTo>
                    <a:pt x="2" y="7"/>
                    <a:pt x="2" y="9"/>
                    <a:pt x="2" y="11"/>
                  </a:cubicBezTo>
                  <a:cubicBezTo>
                    <a:pt x="3" y="15"/>
                    <a:pt x="6" y="18"/>
                    <a:pt x="10" y="18"/>
                  </a:cubicBezTo>
                  <a:cubicBezTo>
                    <a:pt x="11" y="18"/>
                    <a:pt x="11" y="18"/>
                    <a:pt x="12" y="17"/>
                  </a:cubicBezTo>
                  <a:cubicBezTo>
                    <a:pt x="14" y="17"/>
                    <a:pt x="16" y="16"/>
                    <a:pt x="17" y="14"/>
                  </a:cubicBezTo>
                  <a:cubicBezTo>
                    <a:pt x="18" y="12"/>
                    <a:pt x="18" y="10"/>
                    <a:pt x="18" y="8"/>
                  </a:cubicBezTo>
                  <a:cubicBezTo>
                    <a:pt x="17" y="4"/>
                    <a:pt x="14" y="1"/>
                    <a:pt x="10"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2" name="îSľiḓê"/>
            <p:cNvSpPr/>
            <p:nvPr/>
          </p:nvSpPr>
          <p:spPr bwMode="auto">
            <a:xfrm>
              <a:off x="8056202" y="2230382"/>
              <a:ext cx="87606" cy="79059"/>
            </a:xfrm>
            <a:custGeom>
              <a:avLst/>
              <a:gdLst>
                <a:gd name="T0" fmla="*/ 10 w 20"/>
                <a:gd name="T1" fmla="*/ 18 h 18"/>
                <a:gd name="T2" fmla="*/ 1 w 20"/>
                <a:gd name="T3" fmla="*/ 11 h 18"/>
                <a:gd name="T4" fmla="*/ 2 w 20"/>
                <a:gd name="T5" fmla="*/ 5 h 18"/>
                <a:gd name="T6" fmla="*/ 7 w 20"/>
                <a:gd name="T7" fmla="*/ 0 h 18"/>
                <a:gd name="T8" fmla="*/ 10 w 20"/>
                <a:gd name="T9" fmla="*/ 0 h 18"/>
                <a:gd name="T10" fmla="*/ 18 w 20"/>
                <a:gd name="T11" fmla="*/ 7 h 18"/>
                <a:gd name="T12" fmla="*/ 12 w 20"/>
                <a:gd name="T13" fmla="*/ 18 h 18"/>
                <a:gd name="T14" fmla="*/ 10 w 20"/>
                <a:gd name="T15" fmla="*/ 18 h 18"/>
                <a:gd name="T16" fmla="*/ 10 w 20"/>
                <a:gd name="T17" fmla="*/ 2 h 18"/>
                <a:gd name="T18" fmla="*/ 8 w 20"/>
                <a:gd name="T19" fmla="*/ 2 h 18"/>
                <a:gd name="T20" fmla="*/ 3 w 20"/>
                <a:gd name="T21" fmla="*/ 5 h 18"/>
                <a:gd name="T22" fmla="*/ 2 w 20"/>
                <a:gd name="T23" fmla="*/ 11 h 18"/>
                <a:gd name="T24" fmla="*/ 10 w 20"/>
                <a:gd name="T25" fmla="*/ 17 h 18"/>
                <a:gd name="T26" fmla="*/ 11 w 20"/>
                <a:gd name="T27" fmla="*/ 17 h 18"/>
                <a:gd name="T28" fmla="*/ 17 w 20"/>
                <a:gd name="T29" fmla="*/ 8 h 18"/>
                <a:gd name="T30" fmla="*/ 10 w 20"/>
                <a:gd name="T31"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8">
                  <a:moveTo>
                    <a:pt x="10" y="18"/>
                  </a:moveTo>
                  <a:cubicBezTo>
                    <a:pt x="5" y="18"/>
                    <a:pt x="2" y="16"/>
                    <a:pt x="1" y="11"/>
                  </a:cubicBezTo>
                  <a:cubicBezTo>
                    <a:pt x="0" y="9"/>
                    <a:pt x="0" y="7"/>
                    <a:pt x="2" y="5"/>
                  </a:cubicBezTo>
                  <a:cubicBezTo>
                    <a:pt x="3" y="2"/>
                    <a:pt x="5" y="1"/>
                    <a:pt x="7" y="0"/>
                  </a:cubicBezTo>
                  <a:cubicBezTo>
                    <a:pt x="8" y="0"/>
                    <a:pt x="9" y="0"/>
                    <a:pt x="10" y="0"/>
                  </a:cubicBezTo>
                  <a:cubicBezTo>
                    <a:pt x="14" y="0"/>
                    <a:pt x="17" y="3"/>
                    <a:pt x="18" y="7"/>
                  </a:cubicBezTo>
                  <a:cubicBezTo>
                    <a:pt x="20" y="12"/>
                    <a:pt x="17" y="17"/>
                    <a:pt x="12" y="18"/>
                  </a:cubicBezTo>
                  <a:cubicBezTo>
                    <a:pt x="11" y="18"/>
                    <a:pt x="10" y="18"/>
                    <a:pt x="10" y="18"/>
                  </a:cubicBezTo>
                  <a:close/>
                  <a:moveTo>
                    <a:pt x="10" y="2"/>
                  </a:moveTo>
                  <a:cubicBezTo>
                    <a:pt x="9" y="2"/>
                    <a:pt x="8" y="2"/>
                    <a:pt x="8" y="2"/>
                  </a:cubicBezTo>
                  <a:cubicBezTo>
                    <a:pt x="6" y="2"/>
                    <a:pt x="4" y="4"/>
                    <a:pt x="3" y="5"/>
                  </a:cubicBezTo>
                  <a:cubicBezTo>
                    <a:pt x="2" y="7"/>
                    <a:pt x="2" y="9"/>
                    <a:pt x="2" y="11"/>
                  </a:cubicBezTo>
                  <a:cubicBezTo>
                    <a:pt x="3" y="15"/>
                    <a:pt x="6" y="17"/>
                    <a:pt x="10" y="17"/>
                  </a:cubicBezTo>
                  <a:cubicBezTo>
                    <a:pt x="10" y="17"/>
                    <a:pt x="11" y="17"/>
                    <a:pt x="11" y="17"/>
                  </a:cubicBezTo>
                  <a:cubicBezTo>
                    <a:pt x="15" y="16"/>
                    <a:pt x="18" y="12"/>
                    <a:pt x="17" y="8"/>
                  </a:cubicBezTo>
                  <a:cubicBezTo>
                    <a:pt x="16" y="4"/>
                    <a:pt x="13" y="2"/>
                    <a:pt x="10" y="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3" name="îṩ1íḍe"/>
            <p:cNvSpPr/>
            <p:nvPr/>
          </p:nvSpPr>
          <p:spPr bwMode="auto">
            <a:xfrm>
              <a:off x="8036971" y="2277390"/>
              <a:ext cx="23505" cy="10684"/>
            </a:xfrm>
            <a:custGeom>
              <a:avLst/>
              <a:gdLst>
                <a:gd name="T0" fmla="*/ 0 w 11"/>
                <a:gd name="T1" fmla="*/ 5 h 5"/>
                <a:gd name="T2" fmla="*/ 0 w 11"/>
                <a:gd name="T3" fmla="*/ 3 h 5"/>
                <a:gd name="T4" fmla="*/ 11 w 11"/>
                <a:gd name="T5" fmla="*/ 0 h 5"/>
                <a:gd name="T6" fmla="*/ 11 w 11"/>
                <a:gd name="T7" fmla="*/ 3 h 5"/>
                <a:gd name="T8" fmla="*/ 0 w 11"/>
                <a:gd name="T9" fmla="*/ 5 h 5"/>
              </a:gdLst>
              <a:ahLst/>
              <a:cxnLst>
                <a:cxn ang="0">
                  <a:pos x="T0" y="T1"/>
                </a:cxn>
                <a:cxn ang="0">
                  <a:pos x="T2" y="T3"/>
                </a:cxn>
                <a:cxn ang="0">
                  <a:pos x="T4" y="T5"/>
                </a:cxn>
                <a:cxn ang="0">
                  <a:pos x="T6" y="T7"/>
                </a:cxn>
                <a:cxn ang="0">
                  <a:pos x="T8" y="T9"/>
                </a:cxn>
              </a:cxnLst>
              <a:rect l="0" t="0" r="r" b="b"/>
              <a:pathLst>
                <a:path w="11" h="5">
                  <a:moveTo>
                    <a:pt x="0" y="5"/>
                  </a:moveTo>
                  <a:lnTo>
                    <a:pt x="0" y="3"/>
                  </a:lnTo>
                  <a:lnTo>
                    <a:pt x="11" y="0"/>
                  </a:lnTo>
                  <a:lnTo>
                    <a:pt x="11" y="3"/>
                  </a:lnTo>
                  <a:lnTo>
                    <a:pt x="0" y="5"/>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4" name="îṩlídé"/>
            <p:cNvSpPr/>
            <p:nvPr/>
          </p:nvSpPr>
          <p:spPr bwMode="auto">
            <a:xfrm>
              <a:off x="8233550" y="2412004"/>
              <a:ext cx="1252120" cy="534181"/>
            </a:xfrm>
            <a:custGeom>
              <a:avLst/>
              <a:gdLst>
                <a:gd name="T0" fmla="*/ 559 w 586"/>
                <a:gd name="T1" fmla="*/ 250 h 250"/>
                <a:gd name="T2" fmla="*/ 0 w 586"/>
                <a:gd name="T3" fmla="*/ 250 h 250"/>
                <a:gd name="T4" fmla="*/ 27 w 586"/>
                <a:gd name="T5" fmla="*/ 0 h 250"/>
                <a:gd name="T6" fmla="*/ 586 w 586"/>
                <a:gd name="T7" fmla="*/ 0 h 250"/>
                <a:gd name="T8" fmla="*/ 559 w 586"/>
                <a:gd name="T9" fmla="*/ 250 h 250"/>
              </a:gdLst>
              <a:ahLst/>
              <a:cxnLst>
                <a:cxn ang="0">
                  <a:pos x="T0" y="T1"/>
                </a:cxn>
                <a:cxn ang="0">
                  <a:pos x="T2" y="T3"/>
                </a:cxn>
                <a:cxn ang="0">
                  <a:pos x="T4" y="T5"/>
                </a:cxn>
                <a:cxn ang="0">
                  <a:pos x="T6" y="T7"/>
                </a:cxn>
                <a:cxn ang="0">
                  <a:pos x="T8" y="T9"/>
                </a:cxn>
              </a:cxnLst>
              <a:rect l="0" t="0" r="r" b="b"/>
              <a:pathLst>
                <a:path w="586" h="250">
                  <a:moveTo>
                    <a:pt x="559" y="250"/>
                  </a:moveTo>
                  <a:lnTo>
                    <a:pt x="0" y="250"/>
                  </a:lnTo>
                  <a:lnTo>
                    <a:pt x="27" y="0"/>
                  </a:lnTo>
                  <a:lnTo>
                    <a:pt x="586" y="0"/>
                  </a:lnTo>
                  <a:lnTo>
                    <a:pt x="559" y="250"/>
                  </a:lnTo>
                  <a:close/>
                </a:path>
              </a:pathLst>
            </a:custGeom>
            <a:solidFill>
              <a:srgbClr val="CFD8DC">
                <a:alpha val="30000"/>
              </a:srgbClr>
            </a:solidFill>
            <a:ln w="14288" cap="flat">
              <a:solidFill>
                <a:srgbClr val="FFFFFF">
                  <a:alpha val="30000"/>
                </a:srgbClr>
              </a:solidFill>
              <a:prstDash val="solid"/>
              <a:miter lim="800000"/>
            </a:ln>
          </p:spPr>
          <p:txBody>
            <a:bodyPr anchor="ctr"/>
            <a:lstStyle/>
            <a:p>
              <a:pPr algn="ctr"/>
              <a:endParaRPr/>
            </a:p>
          </p:txBody>
        </p:sp>
        <p:sp>
          <p:nvSpPr>
            <p:cNvPr id="55" name="išľïḍe"/>
            <p:cNvSpPr/>
            <p:nvPr/>
          </p:nvSpPr>
          <p:spPr bwMode="auto">
            <a:xfrm>
              <a:off x="7731420" y="2531661"/>
              <a:ext cx="333329" cy="636744"/>
            </a:xfrm>
            <a:custGeom>
              <a:avLst/>
              <a:gdLst>
                <a:gd name="T0" fmla="*/ 1 w 75"/>
                <a:gd name="T1" fmla="*/ 42 h 143"/>
                <a:gd name="T2" fmla="*/ 12 w 75"/>
                <a:gd name="T3" fmla="*/ 14 h 143"/>
                <a:gd name="T4" fmla="*/ 53 w 75"/>
                <a:gd name="T5" fmla="*/ 71 h 143"/>
                <a:gd name="T6" fmla="*/ 72 w 75"/>
                <a:gd name="T7" fmla="*/ 120 h 143"/>
                <a:gd name="T8" fmla="*/ 52 w 75"/>
                <a:gd name="T9" fmla="*/ 136 h 143"/>
                <a:gd name="T10" fmla="*/ 18 w 75"/>
                <a:gd name="T11" fmla="*/ 86 h 143"/>
                <a:gd name="T12" fmla="*/ 1 w 75"/>
                <a:gd name="T13" fmla="*/ 42 h 143"/>
              </a:gdLst>
              <a:ahLst/>
              <a:cxnLst>
                <a:cxn ang="0">
                  <a:pos x="T0" y="T1"/>
                </a:cxn>
                <a:cxn ang="0">
                  <a:pos x="T2" y="T3"/>
                </a:cxn>
                <a:cxn ang="0">
                  <a:pos x="T4" y="T5"/>
                </a:cxn>
                <a:cxn ang="0">
                  <a:pos x="T6" y="T7"/>
                </a:cxn>
                <a:cxn ang="0">
                  <a:pos x="T8" y="T9"/>
                </a:cxn>
                <a:cxn ang="0">
                  <a:pos x="T10" y="T11"/>
                </a:cxn>
                <a:cxn ang="0">
                  <a:pos x="T12" y="T13"/>
                </a:cxn>
              </a:cxnLst>
              <a:rect l="0" t="0" r="r" b="b"/>
              <a:pathLst>
                <a:path w="75" h="143">
                  <a:moveTo>
                    <a:pt x="1" y="42"/>
                  </a:moveTo>
                  <a:cubicBezTo>
                    <a:pt x="0" y="33"/>
                    <a:pt x="3" y="18"/>
                    <a:pt x="12" y="14"/>
                  </a:cubicBezTo>
                  <a:cubicBezTo>
                    <a:pt x="38" y="0"/>
                    <a:pt x="47" y="57"/>
                    <a:pt x="53" y="71"/>
                  </a:cubicBezTo>
                  <a:cubicBezTo>
                    <a:pt x="59" y="87"/>
                    <a:pt x="69" y="103"/>
                    <a:pt x="72" y="120"/>
                  </a:cubicBezTo>
                  <a:cubicBezTo>
                    <a:pt x="75" y="133"/>
                    <a:pt x="65" y="143"/>
                    <a:pt x="52" y="136"/>
                  </a:cubicBezTo>
                  <a:cubicBezTo>
                    <a:pt x="36" y="128"/>
                    <a:pt x="25" y="103"/>
                    <a:pt x="18" y="86"/>
                  </a:cubicBezTo>
                  <a:cubicBezTo>
                    <a:pt x="13" y="74"/>
                    <a:pt x="4" y="58"/>
                    <a:pt x="1" y="42"/>
                  </a:cubicBezTo>
                  <a:close/>
                </a:path>
              </a:pathLst>
            </a:custGeom>
            <a:solidFill>
              <a:srgbClr val="91B1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6" name="işľïḍê"/>
            <p:cNvSpPr/>
            <p:nvPr/>
          </p:nvSpPr>
          <p:spPr bwMode="auto">
            <a:xfrm>
              <a:off x="7917315" y="2852169"/>
              <a:ext cx="435892" cy="316235"/>
            </a:xfrm>
            <a:custGeom>
              <a:avLst/>
              <a:gdLst>
                <a:gd name="T0" fmla="*/ 89 w 98"/>
                <a:gd name="T1" fmla="*/ 1 h 71"/>
                <a:gd name="T2" fmla="*/ 32 w 98"/>
                <a:gd name="T3" fmla="*/ 24 h 71"/>
                <a:gd name="T4" fmla="*/ 7 w 98"/>
                <a:gd name="T5" fmla="*/ 38 h 71"/>
                <a:gd name="T6" fmla="*/ 8 w 98"/>
                <a:gd name="T7" fmla="*/ 63 h 71"/>
                <a:gd name="T8" fmla="*/ 42 w 98"/>
                <a:gd name="T9" fmla="*/ 56 h 71"/>
                <a:gd name="T10" fmla="*/ 45 w 98"/>
                <a:gd name="T11" fmla="*/ 55 h 71"/>
                <a:gd name="T12" fmla="*/ 98 w 98"/>
                <a:gd name="T13" fmla="*/ 11 h 71"/>
                <a:gd name="T14" fmla="*/ 89 w 98"/>
                <a:gd name="T15" fmla="*/ 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71">
                  <a:moveTo>
                    <a:pt x="89" y="1"/>
                  </a:moveTo>
                  <a:cubicBezTo>
                    <a:pt x="86" y="0"/>
                    <a:pt x="56" y="11"/>
                    <a:pt x="32" y="24"/>
                  </a:cubicBezTo>
                  <a:cubicBezTo>
                    <a:pt x="21" y="29"/>
                    <a:pt x="12" y="34"/>
                    <a:pt x="7" y="38"/>
                  </a:cubicBezTo>
                  <a:cubicBezTo>
                    <a:pt x="0" y="44"/>
                    <a:pt x="1" y="58"/>
                    <a:pt x="8" y="63"/>
                  </a:cubicBezTo>
                  <a:cubicBezTo>
                    <a:pt x="20" y="71"/>
                    <a:pt x="33" y="63"/>
                    <a:pt x="42" y="56"/>
                  </a:cubicBezTo>
                  <a:cubicBezTo>
                    <a:pt x="43" y="56"/>
                    <a:pt x="44" y="55"/>
                    <a:pt x="45" y="55"/>
                  </a:cubicBezTo>
                  <a:cubicBezTo>
                    <a:pt x="60" y="43"/>
                    <a:pt x="98" y="10"/>
                    <a:pt x="98" y="11"/>
                  </a:cubicBezTo>
                  <a:lnTo>
                    <a:pt x="89" y="1"/>
                  </a:lnTo>
                  <a:close/>
                </a:path>
              </a:pathLst>
            </a:custGeom>
            <a:solidFill>
              <a:srgbClr val="91B1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7" name="ísľíḓê"/>
            <p:cNvSpPr/>
            <p:nvPr/>
          </p:nvSpPr>
          <p:spPr bwMode="auto">
            <a:xfrm>
              <a:off x="8308336" y="2762427"/>
              <a:ext cx="115383" cy="143161"/>
            </a:xfrm>
            <a:custGeom>
              <a:avLst/>
              <a:gdLst>
                <a:gd name="T0" fmla="*/ 20 w 26"/>
                <a:gd name="T1" fmla="*/ 0 h 32"/>
                <a:gd name="T2" fmla="*/ 0 w 26"/>
                <a:gd name="T3" fmla="*/ 21 h 32"/>
                <a:gd name="T4" fmla="*/ 9 w 26"/>
                <a:gd name="T5" fmla="*/ 32 h 32"/>
                <a:gd name="T6" fmla="*/ 25 w 26"/>
                <a:gd name="T7" fmla="*/ 15 h 32"/>
                <a:gd name="T8" fmla="*/ 26 w 26"/>
                <a:gd name="T9" fmla="*/ 6 h 32"/>
                <a:gd name="T10" fmla="*/ 20 w 26"/>
                <a:gd name="T11" fmla="*/ 0 h 32"/>
              </a:gdLst>
              <a:ahLst/>
              <a:cxnLst>
                <a:cxn ang="0">
                  <a:pos x="T0" y="T1"/>
                </a:cxn>
                <a:cxn ang="0">
                  <a:pos x="T2" y="T3"/>
                </a:cxn>
                <a:cxn ang="0">
                  <a:pos x="T4" y="T5"/>
                </a:cxn>
                <a:cxn ang="0">
                  <a:pos x="T6" y="T7"/>
                </a:cxn>
                <a:cxn ang="0">
                  <a:pos x="T8" y="T9"/>
                </a:cxn>
                <a:cxn ang="0">
                  <a:pos x="T10" y="T11"/>
                </a:cxn>
              </a:cxnLst>
              <a:rect l="0" t="0" r="r" b="b"/>
              <a:pathLst>
                <a:path w="26" h="32">
                  <a:moveTo>
                    <a:pt x="20" y="0"/>
                  </a:moveTo>
                  <a:cubicBezTo>
                    <a:pt x="0" y="21"/>
                    <a:pt x="0" y="21"/>
                    <a:pt x="0" y="21"/>
                  </a:cubicBezTo>
                  <a:cubicBezTo>
                    <a:pt x="3" y="24"/>
                    <a:pt x="5" y="30"/>
                    <a:pt x="9" y="32"/>
                  </a:cubicBezTo>
                  <a:cubicBezTo>
                    <a:pt x="16" y="30"/>
                    <a:pt x="23" y="22"/>
                    <a:pt x="25" y="15"/>
                  </a:cubicBezTo>
                  <a:cubicBezTo>
                    <a:pt x="26" y="6"/>
                    <a:pt x="26" y="6"/>
                    <a:pt x="26" y="6"/>
                  </a:cubicBezTo>
                  <a:cubicBezTo>
                    <a:pt x="26" y="3"/>
                    <a:pt x="23" y="0"/>
                    <a:pt x="20" y="0"/>
                  </a:cubicBez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8" name="îŝļídé"/>
            <p:cNvSpPr/>
            <p:nvPr/>
          </p:nvSpPr>
          <p:spPr bwMode="auto">
            <a:xfrm>
              <a:off x="8378847" y="2811571"/>
              <a:ext cx="111110" cy="53419"/>
            </a:xfrm>
            <a:custGeom>
              <a:avLst/>
              <a:gdLst>
                <a:gd name="T0" fmla="*/ 0 w 52"/>
                <a:gd name="T1" fmla="*/ 15 h 25"/>
                <a:gd name="T2" fmla="*/ 25 w 52"/>
                <a:gd name="T3" fmla="*/ 0 h 25"/>
                <a:gd name="T4" fmla="*/ 52 w 52"/>
                <a:gd name="T5" fmla="*/ 4 h 25"/>
                <a:gd name="T6" fmla="*/ 50 w 52"/>
                <a:gd name="T7" fmla="*/ 8 h 25"/>
                <a:gd name="T8" fmla="*/ 28 w 52"/>
                <a:gd name="T9" fmla="*/ 11 h 25"/>
                <a:gd name="T10" fmla="*/ 3 w 52"/>
                <a:gd name="T11" fmla="*/ 25 h 25"/>
                <a:gd name="T12" fmla="*/ 0 w 52"/>
                <a:gd name="T13" fmla="*/ 15 h 25"/>
              </a:gdLst>
              <a:ahLst/>
              <a:cxnLst>
                <a:cxn ang="0">
                  <a:pos x="T0" y="T1"/>
                </a:cxn>
                <a:cxn ang="0">
                  <a:pos x="T2" y="T3"/>
                </a:cxn>
                <a:cxn ang="0">
                  <a:pos x="T4" y="T5"/>
                </a:cxn>
                <a:cxn ang="0">
                  <a:pos x="T6" y="T7"/>
                </a:cxn>
                <a:cxn ang="0">
                  <a:pos x="T8" y="T9"/>
                </a:cxn>
                <a:cxn ang="0">
                  <a:pos x="T10" y="T11"/>
                </a:cxn>
                <a:cxn ang="0">
                  <a:pos x="T12" y="T13"/>
                </a:cxn>
              </a:cxnLst>
              <a:rect l="0" t="0" r="r" b="b"/>
              <a:pathLst>
                <a:path w="52" h="25">
                  <a:moveTo>
                    <a:pt x="0" y="15"/>
                  </a:moveTo>
                  <a:lnTo>
                    <a:pt x="25" y="0"/>
                  </a:lnTo>
                  <a:lnTo>
                    <a:pt x="52" y="4"/>
                  </a:lnTo>
                  <a:lnTo>
                    <a:pt x="50" y="8"/>
                  </a:lnTo>
                  <a:lnTo>
                    <a:pt x="28" y="11"/>
                  </a:lnTo>
                  <a:lnTo>
                    <a:pt x="3" y="25"/>
                  </a:lnTo>
                  <a:lnTo>
                    <a:pt x="0" y="15"/>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9" name="íşľíḋê"/>
            <p:cNvSpPr/>
            <p:nvPr/>
          </p:nvSpPr>
          <p:spPr bwMode="auto">
            <a:xfrm>
              <a:off x="8398078" y="2781657"/>
              <a:ext cx="111110" cy="47008"/>
            </a:xfrm>
            <a:custGeom>
              <a:avLst/>
              <a:gdLst>
                <a:gd name="T0" fmla="*/ 0 w 52"/>
                <a:gd name="T1" fmla="*/ 12 h 22"/>
                <a:gd name="T2" fmla="*/ 25 w 52"/>
                <a:gd name="T3" fmla="*/ 0 h 22"/>
                <a:gd name="T4" fmla="*/ 52 w 52"/>
                <a:gd name="T5" fmla="*/ 4 h 22"/>
                <a:gd name="T6" fmla="*/ 48 w 52"/>
                <a:gd name="T7" fmla="*/ 8 h 22"/>
                <a:gd name="T8" fmla="*/ 25 w 52"/>
                <a:gd name="T9" fmla="*/ 10 h 22"/>
                <a:gd name="T10" fmla="*/ 0 w 52"/>
                <a:gd name="T11" fmla="*/ 22 h 22"/>
                <a:gd name="T12" fmla="*/ 0 w 52"/>
                <a:gd name="T13" fmla="*/ 12 h 22"/>
              </a:gdLst>
              <a:ahLst/>
              <a:cxnLst>
                <a:cxn ang="0">
                  <a:pos x="T0" y="T1"/>
                </a:cxn>
                <a:cxn ang="0">
                  <a:pos x="T2" y="T3"/>
                </a:cxn>
                <a:cxn ang="0">
                  <a:pos x="T4" y="T5"/>
                </a:cxn>
                <a:cxn ang="0">
                  <a:pos x="T6" y="T7"/>
                </a:cxn>
                <a:cxn ang="0">
                  <a:pos x="T8" y="T9"/>
                </a:cxn>
                <a:cxn ang="0">
                  <a:pos x="T10" y="T11"/>
                </a:cxn>
                <a:cxn ang="0">
                  <a:pos x="T12" y="T13"/>
                </a:cxn>
              </a:cxnLst>
              <a:rect l="0" t="0" r="r" b="b"/>
              <a:pathLst>
                <a:path w="52" h="22">
                  <a:moveTo>
                    <a:pt x="0" y="12"/>
                  </a:moveTo>
                  <a:lnTo>
                    <a:pt x="25" y="0"/>
                  </a:lnTo>
                  <a:lnTo>
                    <a:pt x="52" y="4"/>
                  </a:lnTo>
                  <a:lnTo>
                    <a:pt x="48" y="8"/>
                  </a:lnTo>
                  <a:lnTo>
                    <a:pt x="25" y="10"/>
                  </a:lnTo>
                  <a:lnTo>
                    <a:pt x="0" y="22"/>
                  </a:lnTo>
                  <a:lnTo>
                    <a:pt x="0" y="12"/>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0" name="îśļïďê"/>
            <p:cNvSpPr/>
            <p:nvPr/>
          </p:nvSpPr>
          <p:spPr bwMode="auto">
            <a:xfrm>
              <a:off x="8406625" y="2749607"/>
              <a:ext cx="111110" cy="49145"/>
            </a:xfrm>
            <a:custGeom>
              <a:avLst/>
              <a:gdLst>
                <a:gd name="T0" fmla="*/ 0 w 52"/>
                <a:gd name="T1" fmla="*/ 13 h 23"/>
                <a:gd name="T2" fmla="*/ 25 w 52"/>
                <a:gd name="T3" fmla="*/ 0 h 23"/>
                <a:gd name="T4" fmla="*/ 52 w 52"/>
                <a:gd name="T5" fmla="*/ 4 h 23"/>
                <a:gd name="T6" fmla="*/ 50 w 52"/>
                <a:gd name="T7" fmla="*/ 8 h 23"/>
                <a:gd name="T8" fmla="*/ 27 w 52"/>
                <a:gd name="T9" fmla="*/ 8 h 23"/>
                <a:gd name="T10" fmla="*/ 2 w 52"/>
                <a:gd name="T11" fmla="*/ 23 h 23"/>
                <a:gd name="T12" fmla="*/ 0 w 52"/>
                <a:gd name="T13" fmla="*/ 13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0" y="13"/>
                  </a:moveTo>
                  <a:lnTo>
                    <a:pt x="25" y="0"/>
                  </a:lnTo>
                  <a:lnTo>
                    <a:pt x="52" y="4"/>
                  </a:lnTo>
                  <a:lnTo>
                    <a:pt x="50" y="8"/>
                  </a:lnTo>
                  <a:lnTo>
                    <a:pt x="27" y="8"/>
                  </a:lnTo>
                  <a:lnTo>
                    <a:pt x="2" y="23"/>
                  </a:lnTo>
                  <a:lnTo>
                    <a:pt x="0" y="13"/>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1" name="îšļiďê"/>
            <p:cNvSpPr/>
            <p:nvPr/>
          </p:nvSpPr>
          <p:spPr bwMode="auto">
            <a:xfrm>
              <a:off x="8398078" y="2713282"/>
              <a:ext cx="102563" cy="72649"/>
            </a:xfrm>
            <a:custGeom>
              <a:avLst/>
              <a:gdLst>
                <a:gd name="T0" fmla="*/ 0 w 48"/>
                <a:gd name="T1" fmla="*/ 23 h 34"/>
                <a:gd name="T2" fmla="*/ 21 w 48"/>
                <a:gd name="T3" fmla="*/ 2 h 34"/>
                <a:gd name="T4" fmla="*/ 48 w 48"/>
                <a:gd name="T5" fmla="*/ 0 h 34"/>
                <a:gd name="T6" fmla="*/ 46 w 48"/>
                <a:gd name="T7" fmla="*/ 7 h 34"/>
                <a:gd name="T8" fmla="*/ 25 w 48"/>
                <a:gd name="T9" fmla="*/ 13 h 34"/>
                <a:gd name="T10" fmla="*/ 4 w 48"/>
                <a:gd name="T11" fmla="*/ 34 h 34"/>
                <a:gd name="T12" fmla="*/ 0 w 48"/>
                <a:gd name="T13" fmla="*/ 23 h 34"/>
              </a:gdLst>
              <a:ahLst/>
              <a:cxnLst>
                <a:cxn ang="0">
                  <a:pos x="T0" y="T1"/>
                </a:cxn>
                <a:cxn ang="0">
                  <a:pos x="T2" y="T3"/>
                </a:cxn>
                <a:cxn ang="0">
                  <a:pos x="T4" y="T5"/>
                </a:cxn>
                <a:cxn ang="0">
                  <a:pos x="T6" y="T7"/>
                </a:cxn>
                <a:cxn ang="0">
                  <a:pos x="T8" y="T9"/>
                </a:cxn>
                <a:cxn ang="0">
                  <a:pos x="T10" y="T11"/>
                </a:cxn>
                <a:cxn ang="0">
                  <a:pos x="T12" y="T13"/>
                </a:cxn>
              </a:cxnLst>
              <a:rect l="0" t="0" r="r" b="b"/>
              <a:pathLst>
                <a:path w="48" h="34">
                  <a:moveTo>
                    <a:pt x="0" y="23"/>
                  </a:moveTo>
                  <a:lnTo>
                    <a:pt x="21" y="2"/>
                  </a:lnTo>
                  <a:lnTo>
                    <a:pt x="48" y="0"/>
                  </a:lnTo>
                  <a:lnTo>
                    <a:pt x="46" y="7"/>
                  </a:lnTo>
                  <a:lnTo>
                    <a:pt x="25" y="13"/>
                  </a:lnTo>
                  <a:lnTo>
                    <a:pt x="4" y="34"/>
                  </a:lnTo>
                  <a:lnTo>
                    <a:pt x="0" y="23"/>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2" name="îŝ1idè"/>
            <p:cNvSpPr/>
            <p:nvPr/>
          </p:nvSpPr>
          <p:spPr bwMode="auto">
            <a:xfrm>
              <a:off x="7086130" y="4817955"/>
              <a:ext cx="2835433" cy="190169"/>
            </a:xfrm>
            <a:custGeom>
              <a:avLst/>
              <a:gdLst>
                <a:gd name="T0" fmla="*/ 40 w 638"/>
                <a:gd name="T1" fmla="*/ 0 h 43"/>
                <a:gd name="T2" fmla="*/ 638 w 638"/>
                <a:gd name="T3" fmla="*/ 0 h 43"/>
                <a:gd name="T4" fmla="*/ 602 w 638"/>
                <a:gd name="T5" fmla="*/ 43 h 43"/>
                <a:gd name="T6" fmla="*/ 4 w 638"/>
                <a:gd name="T7" fmla="*/ 43 h 43"/>
                <a:gd name="T8" fmla="*/ 40 w 638"/>
                <a:gd name="T9" fmla="*/ 0 h 43"/>
              </a:gdLst>
              <a:ahLst/>
              <a:cxnLst>
                <a:cxn ang="0">
                  <a:pos x="T0" y="T1"/>
                </a:cxn>
                <a:cxn ang="0">
                  <a:pos x="T2" y="T3"/>
                </a:cxn>
                <a:cxn ang="0">
                  <a:pos x="T4" y="T5"/>
                </a:cxn>
                <a:cxn ang="0">
                  <a:pos x="T6" y="T7"/>
                </a:cxn>
                <a:cxn ang="0">
                  <a:pos x="T8" y="T9"/>
                </a:cxn>
              </a:cxnLst>
              <a:rect l="0" t="0" r="r" b="b"/>
              <a:pathLst>
                <a:path w="638" h="43">
                  <a:moveTo>
                    <a:pt x="40" y="0"/>
                  </a:moveTo>
                  <a:cubicBezTo>
                    <a:pt x="638" y="0"/>
                    <a:pt x="638" y="0"/>
                    <a:pt x="638" y="0"/>
                  </a:cubicBezTo>
                  <a:cubicBezTo>
                    <a:pt x="602" y="43"/>
                    <a:pt x="602" y="43"/>
                    <a:pt x="602" y="43"/>
                  </a:cubicBezTo>
                  <a:cubicBezTo>
                    <a:pt x="4" y="43"/>
                    <a:pt x="4" y="43"/>
                    <a:pt x="4" y="43"/>
                  </a:cubicBezTo>
                  <a:cubicBezTo>
                    <a:pt x="0" y="19"/>
                    <a:pt x="16" y="0"/>
                    <a:pt x="40" y="0"/>
                  </a:cubicBezTo>
                  <a:close/>
                </a:path>
              </a:pathLst>
            </a:custGeom>
            <a:solidFill>
              <a:srgbClr val="C5C4B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3" name="î$ḷíḓè"/>
            <p:cNvSpPr/>
            <p:nvPr/>
          </p:nvSpPr>
          <p:spPr bwMode="auto">
            <a:xfrm>
              <a:off x="9761309" y="4817955"/>
              <a:ext cx="2423044" cy="190169"/>
            </a:xfrm>
            <a:custGeom>
              <a:avLst/>
              <a:gdLst>
                <a:gd name="T0" fmla="*/ 541 w 545"/>
                <a:gd name="T1" fmla="*/ 0 h 43"/>
                <a:gd name="T2" fmla="*/ 505 w 545"/>
                <a:gd name="T3" fmla="*/ 43 h 43"/>
                <a:gd name="T4" fmla="*/ 0 w 545"/>
                <a:gd name="T5" fmla="*/ 43 h 43"/>
                <a:gd name="T6" fmla="*/ 36 w 545"/>
                <a:gd name="T7" fmla="*/ 0 h 43"/>
                <a:gd name="T8" fmla="*/ 541 w 545"/>
                <a:gd name="T9" fmla="*/ 0 h 43"/>
              </a:gdLst>
              <a:ahLst/>
              <a:cxnLst>
                <a:cxn ang="0">
                  <a:pos x="T0" y="T1"/>
                </a:cxn>
                <a:cxn ang="0">
                  <a:pos x="T2" y="T3"/>
                </a:cxn>
                <a:cxn ang="0">
                  <a:pos x="T4" y="T5"/>
                </a:cxn>
                <a:cxn ang="0">
                  <a:pos x="T6" y="T7"/>
                </a:cxn>
                <a:cxn ang="0">
                  <a:pos x="T8" y="T9"/>
                </a:cxn>
              </a:cxnLst>
              <a:rect l="0" t="0" r="r" b="b"/>
              <a:pathLst>
                <a:path w="545" h="43">
                  <a:moveTo>
                    <a:pt x="541" y="0"/>
                  </a:moveTo>
                  <a:cubicBezTo>
                    <a:pt x="545" y="24"/>
                    <a:pt x="529" y="43"/>
                    <a:pt x="505" y="43"/>
                  </a:cubicBezTo>
                  <a:cubicBezTo>
                    <a:pt x="0" y="43"/>
                    <a:pt x="0" y="43"/>
                    <a:pt x="0" y="43"/>
                  </a:cubicBezTo>
                  <a:cubicBezTo>
                    <a:pt x="36" y="0"/>
                    <a:pt x="36" y="0"/>
                    <a:pt x="36" y="0"/>
                  </a:cubicBezTo>
                  <a:lnTo>
                    <a:pt x="541" y="0"/>
                  </a:lnTo>
                  <a:close/>
                </a:path>
              </a:pathLst>
            </a:custGeom>
            <a:solidFill>
              <a:srgbClr val="C0A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4" name="iṧḷïḍè"/>
            <p:cNvSpPr/>
            <p:nvPr/>
          </p:nvSpPr>
          <p:spPr bwMode="auto">
            <a:xfrm>
              <a:off x="6842543" y="4817955"/>
              <a:ext cx="1551261" cy="190169"/>
            </a:xfrm>
            <a:custGeom>
              <a:avLst/>
              <a:gdLst>
                <a:gd name="T0" fmla="*/ 4 w 349"/>
                <a:gd name="T1" fmla="*/ 43 h 43"/>
                <a:gd name="T2" fmla="*/ 309 w 349"/>
                <a:gd name="T3" fmla="*/ 43 h 43"/>
                <a:gd name="T4" fmla="*/ 345 w 349"/>
                <a:gd name="T5" fmla="*/ 0 h 43"/>
                <a:gd name="T6" fmla="*/ 40 w 349"/>
                <a:gd name="T7" fmla="*/ 0 h 43"/>
                <a:gd name="T8" fmla="*/ 4 w 349"/>
                <a:gd name="T9" fmla="*/ 43 h 43"/>
              </a:gdLst>
              <a:ahLst/>
              <a:cxnLst>
                <a:cxn ang="0">
                  <a:pos x="T0" y="T1"/>
                </a:cxn>
                <a:cxn ang="0">
                  <a:pos x="T2" y="T3"/>
                </a:cxn>
                <a:cxn ang="0">
                  <a:pos x="T4" y="T5"/>
                </a:cxn>
                <a:cxn ang="0">
                  <a:pos x="T6" y="T7"/>
                </a:cxn>
                <a:cxn ang="0">
                  <a:pos x="T8" y="T9"/>
                </a:cxn>
              </a:cxnLst>
              <a:rect l="0" t="0" r="r" b="b"/>
              <a:pathLst>
                <a:path w="349" h="43">
                  <a:moveTo>
                    <a:pt x="4" y="43"/>
                  </a:moveTo>
                  <a:cubicBezTo>
                    <a:pt x="309" y="43"/>
                    <a:pt x="309" y="43"/>
                    <a:pt x="309" y="43"/>
                  </a:cubicBezTo>
                  <a:cubicBezTo>
                    <a:pt x="333" y="43"/>
                    <a:pt x="349" y="24"/>
                    <a:pt x="345" y="0"/>
                  </a:cubicBezTo>
                  <a:cubicBezTo>
                    <a:pt x="40" y="0"/>
                    <a:pt x="40" y="0"/>
                    <a:pt x="40" y="0"/>
                  </a:cubicBezTo>
                  <a:cubicBezTo>
                    <a:pt x="16" y="0"/>
                    <a:pt x="0" y="19"/>
                    <a:pt x="4" y="43"/>
                  </a:cubicBezTo>
                  <a:close/>
                </a:path>
              </a:pathLst>
            </a:custGeom>
            <a:solidFill>
              <a:srgbClr val="D3C0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5" name="ïŝļîḍe"/>
            <p:cNvSpPr/>
            <p:nvPr/>
          </p:nvSpPr>
          <p:spPr bwMode="auto">
            <a:xfrm>
              <a:off x="11210007" y="2074402"/>
              <a:ext cx="365380" cy="354696"/>
            </a:xfrm>
            <a:custGeom>
              <a:avLst/>
              <a:gdLst>
                <a:gd name="T0" fmla="*/ 25 w 82"/>
                <a:gd name="T1" fmla="*/ 44 h 80"/>
                <a:gd name="T2" fmla="*/ 5 w 82"/>
                <a:gd name="T3" fmla="*/ 39 h 80"/>
                <a:gd name="T4" fmla="*/ 5 w 82"/>
                <a:gd name="T5" fmla="*/ 25 h 80"/>
                <a:gd name="T6" fmla="*/ 8 w 82"/>
                <a:gd name="T7" fmla="*/ 24 h 80"/>
                <a:gd name="T8" fmla="*/ 7 w 82"/>
                <a:gd name="T9" fmla="*/ 18 h 80"/>
                <a:gd name="T10" fmla="*/ 8 w 82"/>
                <a:gd name="T11" fmla="*/ 9 h 80"/>
                <a:gd name="T12" fmla="*/ 28 w 82"/>
                <a:gd name="T13" fmla="*/ 3 h 80"/>
                <a:gd name="T14" fmla="*/ 34 w 82"/>
                <a:gd name="T15" fmla="*/ 6 h 80"/>
                <a:gd name="T16" fmla="*/ 37 w 82"/>
                <a:gd name="T17" fmla="*/ 5 h 80"/>
                <a:gd name="T18" fmla="*/ 45 w 82"/>
                <a:gd name="T19" fmla="*/ 4 h 80"/>
                <a:gd name="T20" fmla="*/ 56 w 82"/>
                <a:gd name="T21" fmla="*/ 7 h 80"/>
                <a:gd name="T22" fmla="*/ 59 w 82"/>
                <a:gd name="T23" fmla="*/ 13 h 80"/>
                <a:gd name="T24" fmla="*/ 74 w 82"/>
                <a:gd name="T25" fmla="*/ 22 h 80"/>
                <a:gd name="T26" fmla="*/ 77 w 82"/>
                <a:gd name="T27" fmla="*/ 37 h 80"/>
                <a:gd name="T28" fmla="*/ 82 w 82"/>
                <a:gd name="T29" fmla="*/ 45 h 80"/>
                <a:gd name="T30" fmla="*/ 78 w 82"/>
                <a:gd name="T31" fmla="*/ 53 h 80"/>
                <a:gd name="T32" fmla="*/ 73 w 82"/>
                <a:gd name="T33" fmla="*/ 70 h 80"/>
                <a:gd name="T34" fmla="*/ 70 w 82"/>
                <a:gd name="T35" fmla="*/ 78 h 80"/>
                <a:gd name="T36" fmla="*/ 57 w 82"/>
                <a:gd name="T37" fmla="*/ 80 h 80"/>
                <a:gd name="T38" fmla="*/ 52 w 82"/>
                <a:gd name="T39" fmla="*/ 79 h 80"/>
                <a:gd name="T40" fmla="*/ 44 w 82"/>
                <a:gd name="T41" fmla="*/ 66 h 80"/>
                <a:gd name="T42" fmla="*/ 36 w 82"/>
                <a:gd name="T43" fmla="*/ 56 h 80"/>
                <a:gd name="T44" fmla="*/ 25 w 82"/>
                <a:gd name="T45" fmla="*/ 4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 h="80">
                  <a:moveTo>
                    <a:pt x="25" y="44"/>
                  </a:moveTo>
                  <a:cubicBezTo>
                    <a:pt x="17" y="44"/>
                    <a:pt x="11" y="45"/>
                    <a:pt x="5" y="39"/>
                  </a:cubicBezTo>
                  <a:cubicBezTo>
                    <a:pt x="0" y="35"/>
                    <a:pt x="0" y="30"/>
                    <a:pt x="5" y="25"/>
                  </a:cubicBezTo>
                  <a:cubicBezTo>
                    <a:pt x="6" y="25"/>
                    <a:pt x="7" y="25"/>
                    <a:pt x="8" y="24"/>
                  </a:cubicBezTo>
                  <a:cubicBezTo>
                    <a:pt x="8" y="22"/>
                    <a:pt x="7" y="20"/>
                    <a:pt x="7" y="18"/>
                  </a:cubicBezTo>
                  <a:cubicBezTo>
                    <a:pt x="6" y="15"/>
                    <a:pt x="6" y="12"/>
                    <a:pt x="8" y="9"/>
                  </a:cubicBezTo>
                  <a:cubicBezTo>
                    <a:pt x="12" y="5"/>
                    <a:pt x="23" y="0"/>
                    <a:pt x="28" y="3"/>
                  </a:cubicBezTo>
                  <a:cubicBezTo>
                    <a:pt x="31" y="4"/>
                    <a:pt x="31" y="6"/>
                    <a:pt x="34" y="6"/>
                  </a:cubicBezTo>
                  <a:cubicBezTo>
                    <a:pt x="34" y="6"/>
                    <a:pt x="36" y="5"/>
                    <a:pt x="37" y="5"/>
                  </a:cubicBezTo>
                  <a:cubicBezTo>
                    <a:pt x="40" y="4"/>
                    <a:pt x="43" y="4"/>
                    <a:pt x="45" y="4"/>
                  </a:cubicBezTo>
                  <a:cubicBezTo>
                    <a:pt x="49" y="4"/>
                    <a:pt x="53" y="4"/>
                    <a:pt x="56" y="7"/>
                  </a:cubicBezTo>
                  <a:cubicBezTo>
                    <a:pt x="59" y="9"/>
                    <a:pt x="59" y="10"/>
                    <a:pt x="59" y="13"/>
                  </a:cubicBezTo>
                  <a:cubicBezTo>
                    <a:pt x="61" y="19"/>
                    <a:pt x="70" y="18"/>
                    <a:pt x="74" y="22"/>
                  </a:cubicBezTo>
                  <a:cubicBezTo>
                    <a:pt x="77" y="25"/>
                    <a:pt x="81" y="34"/>
                    <a:pt x="77" y="37"/>
                  </a:cubicBezTo>
                  <a:cubicBezTo>
                    <a:pt x="79" y="41"/>
                    <a:pt x="82" y="41"/>
                    <a:pt x="82" y="45"/>
                  </a:cubicBezTo>
                  <a:cubicBezTo>
                    <a:pt x="82" y="49"/>
                    <a:pt x="80" y="50"/>
                    <a:pt x="78" y="53"/>
                  </a:cubicBezTo>
                  <a:cubicBezTo>
                    <a:pt x="75" y="58"/>
                    <a:pt x="74" y="65"/>
                    <a:pt x="73" y="70"/>
                  </a:cubicBezTo>
                  <a:cubicBezTo>
                    <a:pt x="73" y="73"/>
                    <a:pt x="73" y="76"/>
                    <a:pt x="70" y="78"/>
                  </a:cubicBezTo>
                  <a:cubicBezTo>
                    <a:pt x="67" y="80"/>
                    <a:pt x="60" y="80"/>
                    <a:pt x="57" y="80"/>
                  </a:cubicBezTo>
                  <a:cubicBezTo>
                    <a:pt x="55" y="80"/>
                    <a:pt x="54" y="80"/>
                    <a:pt x="52" y="79"/>
                  </a:cubicBezTo>
                  <a:cubicBezTo>
                    <a:pt x="49" y="75"/>
                    <a:pt x="47" y="70"/>
                    <a:pt x="44" y="66"/>
                  </a:cubicBezTo>
                  <a:cubicBezTo>
                    <a:pt x="41" y="63"/>
                    <a:pt x="39" y="59"/>
                    <a:pt x="36" y="56"/>
                  </a:cubicBezTo>
                  <a:lnTo>
                    <a:pt x="25" y="44"/>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6" name="íṥ1îḑê"/>
            <p:cNvSpPr/>
            <p:nvPr/>
          </p:nvSpPr>
          <p:spPr bwMode="auto">
            <a:xfrm>
              <a:off x="10885225" y="2971826"/>
              <a:ext cx="410251" cy="341876"/>
            </a:xfrm>
            <a:custGeom>
              <a:avLst/>
              <a:gdLst>
                <a:gd name="T0" fmla="*/ 0 w 92"/>
                <a:gd name="T1" fmla="*/ 65 h 77"/>
                <a:gd name="T2" fmla="*/ 43 w 92"/>
                <a:gd name="T3" fmla="*/ 21 h 77"/>
                <a:gd name="T4" fmla="*/ 66 w 92"/>
                <a:gd name="T5" fmla="*/ 4 h 77"/>
                <a:gd name="T6" fmla="*/ 89 w 92"/>
                <a:gd name="T7" fmla="*/ 15 h 77"/>
                <a:gd name="T8" fmla="*/ 69 w 92"/>
                <a:gd name="T9" fmla="*/ 44 h 77"/>
                <a:gd name="T10" fmla="*/ 66 w 92"/>
                <a:gd name="T11" fmla="*/ 45 h 77"/>
                <a:gd name="T12" fmla="*/ 5 w 92"/>
                <a:gd name="T13" fmla="*/ 77 h 77"/>
                <a:gd name="T14" fmla="*/ 0 w 92"/>
                <a:gd name="T15" fmla="*/ 65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77">
                  <a:moveTo>
                    <a:pt x="0" y="65"/>
                  </a:moveTo>
                  <a:cubicBezTo>
                    <a:pt x="0" y="61"/>
                    <a:pt x="22" y="39"/>
                    <a:pt x="43" y="21"/>
                  </a:cubicBezTo>
                  <a:cubicBezTo>
                    <a:pt x="52" y="13"/>
                    <a:pt x="61" y="7"/>
                    <a:pt x="66" y="4"/>
                  </a:cubicBezTo>
                  <a:cubicBezTo>
                    <a:pt x="75" y="0"/>
                    <a:pt x="87" y="6"/>
                    <a:pt x="89" y="15"/>
                  </a:cubicBezTo>
                  <a:cubicBezTo>
                    <a:pt x="92" y="29"/>
                    <a:pt x="79" y="38"/>
                    <a:pt x="69" y="44"/>
                  </a:cubicBezTo>
                  <a:cubicBezTo>
                    <a:pt x="68" y="44"/>
                    <a:pt x="67" y="45"/>
                    <a:pt x="66" y="45"/>
                  </a:cubicBezTo>
                  <a:cubicBezTo>
                    <a:pt x="50" y="55"/>
                    <a:pt x="5" y="77"/>
                    <a:pt x="5" y="77"/>
                  </a:cubicBezTo>
                  <a:lnTo>
                    <a:pt x="0" y="65"/>
                  </a:lnTo>
                  <a:close/>
                </a:path>
              </a:pathLst>
            </a:custGeom>
            <a:gradFill>
              <a:gsLst>
                <a:gs pos="0">
                  <a:srgbClr val="FFBEBB"/>
                </a:gs>
                <a:gs pos="100000">
                  <a:srgbClr val="FFBFBB"/>
                </a:gs>
              </a:gsLst>
              <a:lin ang="2700000" scaled="0"/>
            </a:gradFill>
            <a:ln>
              <a:noFill/>
            </a:ln>
          </p:spPr>
          <p:txBody>
            <a:bodyPr anchor="ctr"/>
            <a:lstStyle/>
            <a:p>
              <a:pPr algn="ctr"/>
              <a:endParaRPr/>
            </a:p>
          </p:txBody>
        </p:sp>
        <p:sp>
          <p:nvSpPr>
            <p:cNvPr id="67" name="iṩḷîḓè"/>
            <p:cNvSpPr/>
            <p:nvPr/>
          </p:nvSpPr>
          <p:spPr bwMode="auto">
            <a:xfrm>
              <a:off x="10757022" y="3251736"/>
              <a:ext cx="160255" cy="98289"/>
            </a:xfrm>
            <a:custGeom>
              <a:avLst/>
              <a:gdLst>
                <a:gd name="T0" fmla="*/ 2 w 36"/>
                <a:gd name="T1" fmla="*/ 10 h 22"/>
                <a:gd name="T2" fmla="*/ 29 w 36"/>
                <a:gd name="T3" fmla="*/ 0 h 22"/>
                <a:gd name="T4" fmla="*/ 36 w 36"/>
                <a:gd name="T5" fmla="*/ 13 h 22"/>
                <a:gd name="T6" fmla="*/ 14 w 36"/>
                <a:gd name="T7" fmla="*/ 21 h 22"/>
                <a:gd name="T8" fmla="*/ 5 w 36"/>
                <a:gd name="T9" fmla="*/ 18 h 22"/>
                <a:gd name="T10" fmla="*/ 2 w 36"/>
                <a:gd name="T11" fmla="*/ 10 h 22"/>
              </a:gdLst>
              <a:ahLst/>
              <a:cxnLst>
                <a:cxn ang="0">
                  <a:pos x="T0" y="T1"/>
                </a:cxn>
                <a:cxn ang="0">
                  <a:pos x="T2" y="T3"/>
                </a:cxn>
                <a:cxn ang="0">
                  <a:pos x="T4" y="T5"/>
                </a:cxn>
                <a:cxn ang="0">
                  <a:pos x="T6" y="T7"/>
                </a:cxn>
                <a:cxn ang="0">
                  <a:pos x="T8" y="T9"/>
                </a:cxn>
                <a:cxn ang="0">
                  <a:pos x="T10" y="T11"/>
                </a:cxn>
              </a:cxnLst>
              <a:rect l="0" t="0" r="r" b="b"/>
              <a:pathLst>
                <a:path w="36" h="22">
                  <a:moveTo>
                    <a:pt x="2" y="10"/>
                  </a:moveTo>
                  <a:cubicBezTo>
                    <a:pt x="29" y="0"/>
                    <a:pt x="29" y="0"/>
                    <a:pt x="29" y="0"/>
                  </a:cubicBezTo>
                  <a:cubicBezTo>
                    <a:pt x="31" y="4"/>
                    <a:pt x="35" y="9"/>
                    <a:pt x="36" y="13"/>
                  </a:cubicBezTo>
                  <a:cubicBezTo>
                    <a:pt x="31" y="19"/>
                    <a:pt x="21" y="22"/>
                    <a:pt x="14" y="21"/>
                  </a:cubicBezTo>
                  <a:cubicBezTo>
                    <a:pt x="5" y="18"/>
                    <a:pt x="5" y="18"/>
                    <a:pt x="5" y="18"/>
                  </a:cubicBezTo>
                  <a:cubicBezTo>
                    <a:pt x="2" y="17"/>
                    <a:pt x="0" y="13"/>
                    <a:pt x="2" y="10"/>
                  </a:cubicBez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8" name="îṡḻiḓe"/>
            <p:cNvSpPr/>
            <p:nvPr/>
          </p:nvSpPr>
          <p:spPr bwMode="auto">
            <a:xfrm>
              <a:off x="10780525" y="3313702"/>
              <a:ext cx="83333" cy="94016"/>
            </a:xfrm>
            <a:custGeom>
              <a:avLst/>
              <a:gdLst>
                <a:gd name="T0" fmla="*/ 31 w 39"/>
                <a:gd name="T1" fmla="*/ 0 h 44"/>
                <a:gd name="T2" fmla="*/ 8 w 39"/>
                <a:gd name="T3" fmla="*/ 17 h 44"/>
                <a:gd name="T4" fmla="*/ 0 w 39"/>
                <a:gd name="T5" fmla="*/ 44 h 44"/>
                <a:gd name="T6" fmla="*/ 6 w 39"/>
                <a:gd name="T7" fmla="*/ 44 h 44"/>
                <a:gd name="T8" fmla="*/ 16 w 39"/>
                <a:gd name="T9" fmla="*/ 23 h 44"/>
                <a:gd name="T10" fmla="*/ 39 w 39"/>
                <a:gd name="T11" fmla="*/ 7 h 44"/>
                <a:gd name="T12" fmla="*/ 31 w 39"/>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39" h="44">
                  <a:moveTo>
                    <a:pt x="31" y="0"/>
                  </a:moveTo>
                  <a:lnTo>
                    <a:pt x="8" y="17"/>
                  </a:lnTo>
                  <a:lnTo>
                    <a:pt x="0" y="44"/>
                  </a:lnTo>
                  <a:lnTo>
                    <a:pt x="6" y="44"/>
                  </a:lnTo>
                  <a:lnTo>
                    <a:pt x="16" y="23"/>
                  </a:lnTo>
                  <a:lnTo>
                    <a:pt x="39" y="7"/>
                  </a:lnTo>
                  <a:lnTo>
                    <a:pt x="31" y="0"/>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9" name="ïSľíḑe"/>
            <p:cNvSpPr/>
            <p:nvPr/>
          </p:nvSpPr>
          <p:spPr bwMode="auto">
            <a:xfrm>
              <a:off x="10748475" y="3313702"/>
              <a:ext cx="74786" cy="98289"/>
            </a:xfrm>
            <a:custGeom>
              <a:avLst/>
              <a:gdLst>
                <a:gd name="T0" fmla="*/ 27 w 35"/>
                <a:gd name="T1" fmla="*/ 0 h 46"/>
                <a:gd name="T2" fmla="*/ 6 w 35"/>
                <a:gd name="T3" fmla="*/ 19 h 46"/>
                <a:gd name="T4" fmla="*/ 0 w 35"/>
                <a:gd name="T5" fmla="*/ 46 h 46"/>
                <a:gd name="T6" fmla="*/ 4 w 35"/>
                <a:gd name="T7" fmla="*/ 44 h 46"/>
                <a:gd name="T8" fmla="*/ 15 w 35"/>
                <a:gd name="T9" fmla="*/ 23 h 46"/>
                <a:gd name="T10" fmla="*/ 35 w 35"/>
                <a:gd name="T11" fmla="*/ 7 h 46"/>
                <a:gd name="T12" fmla="*/ 27 w 35"/>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35" h="46">
                  <a:moveTo>
                    <a:pt x="27" y="0"/>
                  </a:moveTo>
                  <a:lnTo>
                    <a:pt x="6" y="19"/>
                  </a:lnTo>
                  <a:lnTo>
                    <a:pt x="0" y="46"/>
                  </a:lnTo>
                  <a:lnTo>
                    <a:pt x="4" y="44"/>
                  </a:lnTo>
                  <a:lnTo>
                    <a:pt x="15" y="23"/>
                  </a:lnTo>
                  <a:lnTo>
                    <a:pt x="35" y="7"/>
                  </a:lnTo>
                  <a:lnTo>
                    <a:pt x="27" y="0"/>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0" name="ïšļiḍè"/>
            <p:cNvSpPr/>
            <p:nvPr/>
          </p:nvSpPr>
          <p:spPr bwMode="auto">
            <a:xfrm>
              <a:off x="10712150" y="3313702"/>
              <a:ext cx="81195" cy="94016"/>
            </a:xfrm>
            <a:custGeom>
              <a:avLst/>
              <a:gdLst>
                <a:gd name="T0" fmla="*/ 29 w 38"/>
                <a:gd name="T1" fmla="*/ 0 h 44"/>
                <a:gd name="T2" fmla="*/ 7 w 38"/>
                <a:gd name="T3" fmla="*/ 17 h 44"/>
                <a:gd name="T4" fmla="*/ 0 w 38"/>
                <a:gd name="T5" fmla="*/ 44 h 44"/>
                <a:gd name="T6" fmla="*/ 5 w 38"/>
                <a:gd name="T7" fmla="*/ 42 h 44"/>
                <a:gd name="T8" fmla="*/ 15 w 38"/>
                <a:gd name="T9" fmla="*/ 23 h 44"/>
                <a:gd name="T10" fmla="*/ 38 w 38"/>
                <a:gd name="T11" fmla="*/ 4 h 44"/>
                <a:gd name="T12" fmla="*/ 29 w 38"/>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38" h="44">
                  <a:moveTo>
                    <a:pt x="29" y="0"/>
                  </a:moveTo>
                  <a:lnTo>
                    <a:pt x="7" y="17"/>
                  </a:lnTo>
                  <a:lnTo>
                    <a:pt x="0" y="44"/>
                  </a:lnTo>
                  <a:lnTo>
                    <a:pt x="5" y="42"/>
                  </a:lnTo>
                  <a:lnTo>
                    <a:pt x="15" y="23"/>
                  </a:lnTo>
                  <a:lnTo>
                    <a:pt x="38" y="4"/>
                  </a:lnTo>
                  <a:lnTo>
                    <a:pt x="29" y="0"/>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1" name="işlïḓé"/>
            <p:cNvSpPr/>
            <p:nvPr/>
          </p:nvSpPr>
          <p:spPr bwMode="auto">
            <a:xfrm>
              <a:off x="10682236" y="3296608"/>
              <a:ext cx="98289" cy="74786"/>
            </a:xfrm>
            <a:custGeom>
              <a:avLst/>
              <a:gdLst>
                <a:gd name="T0" fmla="*/ 39 w 46"/>
                <a:gd name="T1" fmla="*/ 0 h 35"/>
                <a:gd name="T2" fmla="*/ 12 w 46"/>
                <a:gd name="T3" fmla="*/ 12 h 35"/>
                <a:gd name="T4" fmla="*/ 0 w 46"/>
                <a:gd name="T5" fmla="*/ 35 h 35"/>
                <a:gd name="T6" fmla="*/ 4 w 46"/>
                <a:gd name="T7" fmla="*/ 35 h 35"/>
                <a:gd name="T8" fmla="*/ 21 w 46"/>
                <a:gd name="T9" fmla="*/ 19 h 35"/>
                <a:gd name="T10" fmla="*/ 46 w 46"/>
                <a:gd name="T11" fmla="*/ 8 h 35"/>
                <a:gd name="T12" fmla="*/ 39 w 46"/>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46" h="35">
                  <a:moveTo>
                    <a:pt x="39" y="0"/>
                  </a:moveTo>
                  <a:lnTo>
                    <a:pt x="12" y="12"/>
                  </a:lnTo>
                  <a:lnTo>
                    <a:pt x="0" y="35"/>
                  </a:lnTo>
                  <a:lnTo>
                    <a:pt x="4" y="35"/>
                  </a:lnTo>
                  <a:lnTo>
                    <a:pt x="21" y="19"/>
                  </a:lnTo>
                  <a:lnTo>
                    <a:pt x="46" y="8"/>
                  </a:lnTo>
                  <a:lnTo>
                    <a:pt x="39" y="0"/>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2" name="íSļïḋè"/>
            <p:cNvSpPr/>
            <p:nvPr/>
          </p:nvSpPr>
          <p:spPr bwMode="auto">
            <a:xfrm>
              <a:off x="11032658" y="2717555"/>
              <a:ext cx="485037" cy="188032"/>
            </a:xfrm>
            <a:custGeom>
              <a:avLst/>
              <a:gdLst>
                <a:gd name="T0" fmla="*/ 6 w 109"/>
                <a:gd name="T1" fmla="*/ 1 h 42"/>
                <a:gd name="T2" fmla="*/ 67 w 109"/>
                <a:gd name="T3" fmla="*/ 2 h 42"/>
                <a:gd name="T4" fmla="*/ 95 w 109"/>
                <a:gd name="T5" fmla="*/ 7 h 42"/>
                <a:gd name="T6" fmla="*/ 104 w 109"/>
                <a:gd name="T7" fmla="*/ 31 h 42"/>
                <a:gd name="T8" fmla="*/ 69 w 109"/>
                <a:gd name="T9" fmla="*/ 37 h 42"/>
                <a:gd name="T10" fmla="*/ 66 w 109"/>
                <a:gd name="T11" fmla="*/ 36 h 42"/>
                <a:gd name="T12" fmla="*/ 1 w 109"/>
                <a:gd name="T13" fmla="*/ 14 h 42"/>
                <a:gd name="T14" fmla="*/ 6 w 109"/>
                <a:gd name="T15" fmla="*/ 1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42">
                  <a:moveTo>
                    <a:pt x="6" y="1"/>
                  </a:moveTo>
                  <a:cubicBezTo>
                    <a:pt x="9" y="0"/>
                    <a:pt x="40" y="0"/>
                    <a:pt x="67" y="2"/>
                  </a:cubicBezTo>
                  <a:cubicBezTo>
                    <a:pt x="79" y="3"/>
                    <a:pt x="90" y="5"/>
                    <a:pt x="95" y="7"/>
                  </a:cubicBezTo>
                  <a:cubicBezTo>
                    <a:pt x="105" y="10"/>
                    <a:pt x="109" y="24"/>
                    <a:pt x="104" y="31"/>
                  </a:cubicBezTo>
                  <a:cubicBezTo>
                    <a:pt x="96" y="42"/>
                    <a:pt x="80" y="40"/>
                    <a:pt x="69" y="37"/>
                  </a:cubicBezTo>
                  <a:cubicBezTo>
                    <a:pt x="68" y="36"/>
                    <a:pt x="67" y="36"/>
                    <a:pt x="66" y="36"/>
                  </a:cubicBezTo>
                  <a:cubicBezTo>
                    <a:pt x="48" y="31"/>
                    <a:pt x="0" y="14"/>
                    <a:pt x="1" y="14"/>
                  </a:cubicBezTo>
                  <a:lnTo>
                    <a:pt x="6" y="1"/>
                  </a:lnTo>
                  <a:close/>
                </a:path>
              </a:pathLst>
            </a:custGeom>
            <a:gradFill>
              <a:gsLst>
                <a:gs pos="0">
                  <a:srgbClr val="FFBEBB"/>
                </a:gs>
                <a:gs pos="100000">
                  <a:srgbClr val="FFBFBB"/>
                </a:gs>
              </a:gsLst>
              <a:lin ang="2700000" scaled="0"/>
            </a:gradFill>
            <a:ln>
              <a:noFill/>
            </a:ln>
          </p:spPr>
          <p:txBody>
            <a:bodyPr anchor="ctr"/>
            <a:lstStyle/>
            <a:p>
              <a:pPr algn="ctr"/>
              <a:endParaRPr/>
            </a:p>
          </p:txBody>
        </p:sp>
        <p:sp>
          <p:nvSpPr>
            <p:cNvPr id="73" name="îṡ1íḋe"/>
            <p:cNvSpPr/>
            <p:nvPr/>
          </p:nvSpPr>
          <p:spPr bwMode="auto">
            <a:xfrm>
              <a:off x="10925822" y="2664138"/>
              <a:ext cx="138888" cy="121794"/>
            </a:xfrm>
            <a:custGeom>
              <a:avLst/>
              <a:gdLst>
                <a:gd name="T0" fmla="*/ 5 w 31"/>
                <a:gd name="T1" fmla="*/ 0 h 27"/>
                <a:gd name="T2" fmla="*/ 31 w 31"/>
                <a:gd name="T3" fmla="*/ 13 h 27"/>
                <a:gd name="T4" fmla="*/ 26 w 31"/>
                <a:gd name="T5" fmla="*/ 27 h 27"/>
                <a:gd name="T6" fmla="*/ 5 w 31"/>
                <a:gd name="T7" fmla="*/ 17 h 27"/>
                <a:gd name="T8" fmla="*/ 1 w 31"/>
                <a:gd name="T9" fmla="*/ 9 h 27"/>
                <a:gd name="T10" fmla="*/ 5 w 31"/>
                <a:gd name="T11" fmla="*/ 0 h 27"/>
              </a:gdLst>
              <a:ahLst/>
              <a:cxnLst>
                <a:cxn ang="0">
                  <a:pos x="T0" y="T1"/>
                </a:cxn>
                <a:cxn ang="0">
                  <a:pos x="T2" y="T3"/>
                </a:cxn>
                <a:cxn ang="0">
                  <a:pos x="T4" y="T5"/>
                </a:cxn>
                <a:cxn ang="0">
                  <a:pos x="T6" y="T7"/>
                </a:cxn>
                <a:cxn ang="0">
                  <a:pos x="T8" y="T9"/>
                </a:cxn>
                <a:cxn ang="0">
                  <a:pos x="T10" y="T11"/>
                </a:cxn>
              </a:cxnLst>
              <a:rect l="0" t="0" r="r" b="b"/>
              <a:pathLst>
                <a:path w="31" h="27">
                  <a:moveTo>
                    <a:pt x="5" y="0"/>
                  </a:moveTo>
                  <a:cubicBezTo>
                    <a:pt x="31" y="13"/>
                    <a:pt x="31" y="13"/>
                    <a:pt x="31" y="13"/>
                  </a:cubicBezTo>
                  <a:cubicBezTo>
                    <a:pt x="29" y="17"/>
                    <a:pt x="29" y="23"/>
                    <a:pt x="26" y="27"/>
                  </a:cubicBezTo>
                  <a:cubicBezTo>
                    <a:pt x="19" y="27"/>
                    <a:pt x="10" y="22"/>
                    <a:pt x="5" y="17"/>
                  </a:cubicBezTo>
                  <a:cubicBezTo>
                    <a:pt x="1" y="9"/>
                    <a:pt x="1" y="9"/>
                    <a:pt x="1" y="9"/>
                  </a:cubicBezTo>
                  <a:cubicBezTo>
                    <a:pt x="0" y="5"/>
                    <a:pt x="1" y="1"/>
                    <a:pt x="5" y="0"/>
                  </a:cubicBez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4" name="îṣḻîḑè"/>
            <p:cNvSpPr/>
            <p:nvPr/>
          </p:nvSpPr>
          <p:spPr bwMode="auto">
            <a:xfrm>
              <a:off x="10876678" y="2728239"/>
              <a:ext cx="119657" cy="29914"/>
            </a:xfrm>
            <a:custGeom>
              <a:avLst/>
              <a:gdLst>
                <a:gd name="T0" fmla="*/ 52 w 56"/>
                <a:gd name="T1" fmla="*/ 4 h 14"/>
                <a:gd name="T2" fmla="*/ 25 w 56"/>
                <a:gd name="T3" fmla="*/ 0 h 14"/>
                <a:gd name="T4" fmla="*/ 0 w 56"/>
                <a:gd name="T5" fmla="*/ 12 h 14"/>
                <a:gd name="T6" fmla="*/ 4 w 56"/>
                <a:gd name="T7" fmla="*/ 14 h 14"/>
                <a:gd name="T8" fmla="*/ 27 w 56"/>
                <a:gd name="T9" fmla="*/ 8 h 14"/>
                <a:gd name="T10" fmla="*/ 56 w 56"/>
                <a:gd name="T11" fmla="*/ 14 h 14"/>
                <a:gd name="T12" fmla="*/ 52 w 56"/>
                <a:gd name="T13" fmla="*/ 4 h 14"/>
              </a:gdLst>
              <a:ahLst/>
              <a:cxnLst>
                <a:cxn ang="0">
                  <a:pos x="T0" y="T1"/>
                </a:cxn>
                <a:cxn ang="0">
                  <a:pos x="T2" y="T3"/>
                </a:cxn>
                <a:cxn ang="0">
                  <a:pos x="T4" y="T5"/>
                </a:cxn>
                <a:cxn ang="0">
                  <a:pos x="T6" y="T7"/>
                </a:cxn>
                <a:cxn ang="0">
                  <a:pos x="T8" y="T9"/>
                </a:cxn>
                <a:cxn ang="0">
                  <a:pos x="T10" y="T11"/>
                </a:cxn>
                <a:cxn ang="0">
                  <a:pos x="T12" y="T13"/>
                </a:cxn>
              </a:cxnLst>
              <a:rect l="0" t="0" r="r" b="b"/>
              <a:pathLst>
                <a:path w="56" h="14">
                  <a:moveTo>
                    <a:pt x="52" y="4"/>
                  </a:moveTo>
                  <a:lnTo>
                    <a:pt x="25" y="0"/>
                  </a:lnTo>
                  <a:lnTo>
                    <a:pt x="0" y="12"/>
                  </a:lnTo>
                  <a:lnTo>
                    <a:pt x="4" y="14"/>
                  </a:lnTo>
                  <a:lnTo>
                    <a:pt x="27" y="8"/>
                  </a:lnTo>
                  <a:lnTo>
                    <a:pt x="56" y="14"/>
                  </a:lnTo>
                  <a:lnTo>
                    <a:pt x="52" y="4"/>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5" name="îsḻïḑé"/>
            <p:cNvSpPr/>
            <p:nvPr/>
          </p:nvSpPr>
          <p:spPr bwMode="auto">
            <a:xfrm>
              <a:off x="10855311" y="2700461"/>
              <a:ext cx="115383" cy="40598"/>
            </a:xfrm>
            <a:custGeom>
              <a:avLst/>
              <a:gdLst>
                <a:gd name="T0" fmla="*/ 50 w 54"/>
                <a:gd name="T1" fmla="*/ 4 h 19"/>
                <a:gd name="T2" fmla="*/ 23 w 54"/>
                <a:gd name="T3" fmla="*/ 0 h 19"/>
                <a:gd name="T4" fmla="*/ 0 w 54"/>
                <a:gd name="T5" fmla="*/ 15 h 19"/>
                <a:gd name="T6" fmla="*/ 4 w 54"/>
                <a:gd name="T7" fmla="*/ 19 h 19"/>
                <a:gd name="T8" fmla="*/ 25 w 54"/>
                <a:gd name="T9" fmla="*/ 11 h 19"/>
                <a:gd name="T10" fmla="*/ 54 w 54"/>
                <a:gd name="T11" fmla="*/ 13 h 19"/>
                <a:gd name="T12" fmla="*/ 50 w 54"/>
                <a:gd name="T13" fmla="*/ 4 h 19"/>
              </a:gdLst>
              <a:ahLst/>
              <a:cxnLst>
                <a:cxn ang="0">
                  <a:pos x="T0" y="T1"/>
                </a:cxn>
                <a:cxn ang="0">
                  <a:pos x="T2" y="T3"/>
                </a:cxn>
                <a:cxn ang="0">
                  <a:pos x="T4" y="T5"/>
                </a:cxn>
                <a:cxn ang="0">
                  <a:pos x="T6" y="T7"/>
                </a:cxn>
                <a:cxn ang="0">
                  <a:pos x="T8" y="T9"/>
                </a:cxn>
                <a:cxn ang="0">
                  <a:pos x="T10" y="T11"/>
                </a:cxn>
                <a:cxn ang="0">
                  <a:pos x="T12" y="T13"/>
                </a:cxn>
              </a:cxnLst>
              <a:rect l="0" t="0" r="r" b="b"/>
              <a:pathLst>
                <a:path w="54" h="19">
                  <a:moveTo>
                    <a:pt x="50" y="4"/>
                  </a:moveTo>
                  <a:lnTo>
                    <a:pt x="23" y="0"/>
                  </a:lnTo>
                  <a:lnTo>
                    <a:pt x="0" y="15"/>
                  </a:lnTo>
                  <a:lnTo>
                    <a:pt x="4" y="19"/>
                  </a:lnTo>
                  <a:lnTo>
                    <a:pt x="25" y="11"/>
                  </a:lnTo>
                  <a:lnTo>
                    <a:pt x="54" y="13"/>
                  </a:lnTo>
                  <a:lnTo>
                    <a:pt x="50" y="4"/>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6" name="íS1íḑê"/>
            <p:cNvSpPr/>
            <p:nvPr/>
          </p:nvSpPr>
          <p:spPr bwMode="auto">
            <a:xfrm>
              <a:off x="10833944" y="2674821"/>
              <a:ext cx="115383" cy="34188"/>
            </a:xfrm>
            <a:custGeom>
              <a:avLst/>
              <a:gdLst>
                <a:gd name="T0" fmla="*/ 51 w 54"/>
                <a:gd name="T1" fmla="*/ 4 h 16"/>
                <a:gd name="T2" fmla="*/ 22 w 54"/>
                <a:gd name="T3" fmla="*/ 0 h 16"/>
                <a:gd name="T4" fmla="*/ 0 w 54"/>
                <a:gd name="T5" fmla="*/ 14 h 16"/>
                <a:gd name="T6" fmla="*/ 4 w 54"/>
                <a:gd name="T7" fmla="*/ 16 h 16"/>
                <a:gd name="T8" fmla="*/ 24 w 54"/>
                <a:gd name="T9" fmla="*/ 10 h 16"/>
                <a:gd name="T10" fmla="*/ 54 w 54"/>
                <a:gd name="T11" fmla="*/ 14 h 16"/>
                <a:gd name="T12" fmla="*/ 51 w 54"/>
                <a:gd name="T13" fmla="*/ 4 h 16"/>
              </a:gdLst>
              <a:ahLst/>
              <a:cxnLst>
                <a:cxn ang="0">
                  <a:pos x="T0" y="T1"/>
                </a:cxn>
                <a:cxn ang="0">
                  <a:pos x="T2" y="T3"/>
                </a:cxn>
                <a:cxn ang="0">
                  <a:pos x="T4" y="T5"/>
                </a:cxn>
                <a:cxn ang="0">
                  <a:pos x="T6" y="T7"/>
                </a:cxn>
                <a:cxn ang="0">
                  <a:pos x="T8" y="T9"/>
                </a:cxn>
                <a:cxn ang="0">
                  <a:pos x="T10" y="T11"/>
                </a:cxn>
                <a:cxn ang="0">
                  <a:pos x="T12" y="T13"/>
                </a:cxn>
              </a:cxnLst>
              <a:rect l="0" t="0" r="r" b="b"/>
              <a:pathLst>
                <a:path w="54" h="16">
                  <a:moveTo>
                    <a:pt x="51" y="4"/>
                  </a:moveTo>
                  <a:lnTo>
                    <a:pt x="22" y="0"/>
                  </a:lnTo>
                  <a:lnTo>
                    <a:pt x="0" y="14"/>
                  </a:lnTo>
                  <a:lnTo>
                    <a:pt x="4" y="16"/>
                  </a:lnTo>
                  <a:lnTo>
                    <a:pt x="24" y="10"/>
                  </a:lnTo>
                  <a:lnTo>
                    <a:pt x="54" y="14"/>
                  </a:lnTo>
                  <a:lnTo>
                    <a:pt x="51" y="4"/>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7" name="iṣļíḓê"/>
            <p:cNvSpPr/>
            <p:nvPr/>
          </p:nvSpPr>
          <p:spPr bwMode="auto">
            <a:xfrm>
              <a:off x="10838217" y="2642770"/>
              <a:ext cx="111110" cy="44872"/>
            </a:xfrm>
            <a:custGeom>
              <a:avLst/>
              <a:gdLst>
                <a:gd name="T0" fmla="*/ 52 w 52"/>
                <a:gd name="T1" fmla="*/ 10 h 21"/>
                <a:gd name="T2" fmla="*/ 25 w 52"/>
                <a:gd name="T3" fmla="*/ 0 h 21"/>
                <a:gd name="T4" fmla="*/ 0 w 52"/>
                <a:gd name="T5" fmla="*/ 8 h 21"/>
                <a:gd name="T6" fmla="*/ 2 w 52"/>
                <a:gd name="T7" fmla="*/ 10 h 21"/>
                <a:gd name="T8" fmla="*/ 25 w 52"/>
                <a:gd name="T9" fmla="*/ 10 h 21"/>
                <a:gd name="T10" fmla="*/ 52 w 52"/>
                <a:gd name="T11" fmla="*/ 21 h 21"/>
                <a:gd name="T12" fmla="*/ 52 w 52"/>
                <a:gd name="T13" fmla="*/ 10 h 21"/>
              </a:gdLst>
              <a:ahLst/>
              <a:cxnLst>
                <a:cxn ang="0">
                  <a:pos x="T0" y="T1"/>
                </a:cxn>
                <a:cxn ang="0">
                  <a:pos x="T2" y="T3"/>
                </a:cxn>
                <a:cxn ang="0">
                  <a:pos x="T4" y="T5"/>
                </a:cxn>
                <a:cxn ang="0">
                  <a:pos x="T6" y="T7"/>
                </a:cxn>
                <a:cxn ang="0">
                  <a:pos x="T8" y="T9"/>
                </a:cxn>
                <a:cxn ang="0">
                  <a:pos x="T10" y="T11"/>
                </a:cxn>
                <a:cxn ang="0">
                  <a:pos x="T12" y="T13"/>
                </a:cxn>
              </a:cxnLst>
              <a:rect l="0" t="0" r="r" b="b"/>
              <a:pathLst>
                <a:path w="52" h="21">
                  <a:moveTo>
                    <a:pt x="52" y="10"/>
                  </a:moveTo>
                  <a:lnTo>
                    <a:pt x="25" y="0"/>
                  </a:lnTo>
                  <a:lnTo>
                    <a:pt x="0" y="8"/>
                  </a:lnTo>
                  <a:lnTo>
                    <a:pt x="2" y="10"/>
                  </a:lnTo>
                  <a:lnTo>
                    <a:pt x="25" y="10"/>
                  </a:lnTo>
                  <a:lnTo>
                    <a:pt x="52" y="21"/>
                  </a:lnTo>
                  <a:lnTo>
                    <a:pt x="52" y="10"/>
                  </a:lnTo>
                  <a:close/>
                </a:path>
              </a:pathLst>
            </a:custGeom>
            <a:solidFill>
              <a:srgbClr val="FDB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8" name="îSḷiḓè"/>
            <p:cNvSpPr/>
            <p:nvPr/>
          </p:nvSpPr>
          <p:spPr bwMode="auto">
            <a:xfrm>
              <a:off x="11374534" y="3288061"/>
              <a:ext cx="373927" cy="1423058"/>
            </a:xfrm>
            <a:custGeom>
              <a:avLst/>
              <a:gdLst>
                <a:gd name="T0" fmla="*/ 62 w 84"/>
                <a:gd name="T1" fmla="*/ 89 h 320"/>
                <a:gd name="T2" fmla="*/ 40 w 84"/>
                <a:gd name="T3" fmla="*/ 178 h 320"/>
                <a:gd name="T4" fmla="*/ 57 w 84"/>
                <a:gd name="T5" fmla="*/ 222 h 320"/>
                <a:gd name="T6" fmla="*/ 60 w 84"/>
                <a:gd name="T7" fmla="*/ 320 h 320"/>
                <a:gd name="T8" fmla="*/ 41 w 84"/>
                <a:gd name="T9" fmla="*/ 320 h 320"/>
                <a:gd name="T10" fmla="*/ 0 w 84"/>
                <a:gd name="T11" fmla="*/ 167 h 320"/>
                <a:gd name="T12" fmla="*/ 4 w 84"/>
                <a:gd name="T13" fmla="*/ 0 h 320"/>
                <a:gd name="T14" fmla="*/ 81 w 84"/>
                <a:gd name="T15" fmla="*/ 4 h 320"/>
                <a:gd name="T16" fmla="*/ 81 w 84"/>
                <a:gd name="T17" fmla="*/ 41 h 320"/>
                <a:gd name="T18" fmla="*/ 62 w 84"/>
                <a:gd name="T19" fmla="*/ 8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320">
                  <a:moveTo>
                    <a:pt x="62" y="89"/>
                  </a:moveTo>
                  <a:cubicBezTo>
                    <a:pt x="54" y="103"/>
                    <a:pt x="40" y="175"/>
                    <a:pt x="40" y="178"/>
                  </a:cubicBezTo>
                  <a:cubicBezTo>
                    <a:pt x="57" y="222"/>
                    <a:pt x="57" y="222"/>
                    <a:pt x="57" y="222"/>
                  </a:cubicBezTo>
                  <a:cubicBezTo>
                    <a:pt x="60" y="320"/>
                    <a:pt x="60" y="320"/>
                    <a:pt x="60" y="320"/>
                  </a:cubicBezTo>
                  <a:cubicBezTo>
                    <a:pt x="41" y="320"/>
                    <a:pt x="41" y="320"/>
                    <a:pt x="41" y="320"/>
                  </a:cubicBezTo>
                  <a:cubicBezTo>
                    <a:pt x="0" y="167"/>
                    <a:pt x="0" y="167"/>
                    <a:pt x="0" y="167"/>
                  </a:cubicBezTo>
                  <a:cubicBezTo>
                    <a:pt x="4" y="0"/>
                    <a:pt x="4" y="0"/>
                    <a:pt x="4" y="0"/>
                  </a:cubicBezTo>
                  <a:cubicBezTo>
                    <a:pt x="4" y="0"/>
                    <a:pt x="81" y="4"/>
                    <a:pt x="81" y="4"/>
                  </a:cubicBezTo>
                  <a:cubicBezTo>
                    <a:pt x="84" y="4"/>
                    <a:pt x="81" y="39"/>
                    <a:pt x="81" y="41"/>
                  </a:cubicBezTo>
                  <a:cubicBezTo>
                    <a:pt x="78" y="59"/>
                    <a:pt x="71" y="74"/>
                    <a:pt x="62" y="89"/>
                  </a:cubicBezTo>
                  <a:close/>
                </a:path>
              </a:pathLst>
            </a:custGeom>
            <a:gradFill>
              <a:gsLst>
                <a:gs pos="0">
                  <a:srgbClr val="222C30"/>
                </a:gs>
                <a:gs pos="94000">
                  <a:srgbClr val="79939F"/>
                </a:gs>
              </a:gsLst>
              <a:lin ang="5400000" scaled="0"/>
            </a:gradFill>
            <a:ln>
              <a:noFill/>
            </a:ln>
          </p:spPr>
          <p:txBody>
            <a:bodyPr anchor="ctr"/>
            <a:lstStyle/>
            <a:p>
              <a:pPr algn="ctr"/>
              <a:endParaRPr/>
            </a:p>
          </p:txBody>
        </p:sp>
        <p:sp>
          <p:nvSpPr>
            <p:cNvPr id="79" name="iṩḷîḓê"/>
            <p:cNvSpPr/>
            <p:nvPr/>
          </p:nvSpPr>
          <p:spPr bwMode="auto">
            <a:xfrm>
              <a:off x="11165135" y="3288061"/>
              <a:ext cx="493584" cy="1423058"/>
            </a:xfrm>
            <a:custGeom>
              <a:avLst/>
              <a:gdLst>
                <a:gd name="T0" fmla="*/ 75 w 111"/>
                <a:gd name="T1" fmla="*/ 89 h 320"/>
                <a:gd name="T2" fmla="*/ 38 w 111"/>
                <a:gd name="T3" fmla="*/ 178 h 320"/>
                <a:gd name="T4" fmla="*/ 47 w 111"/>
                <a:gd name="T5" fmla="*/ 222 h 320"/>
                <a:gd name="T6" fmla="*/ 35 w 111"/>
                <a:gd name="T7" fmla="*/ 320 h 320"/>
                <a:gd name="T8" fmla="*/ 16 w 111"/>
                <a:gd name="T9" fmla="*/ 320 h 320"/>
                <a:gd name="T10" fmla="*/ 0 w 111"/>
                <a:gd name="T11" fmla="*/ 167 h 320"/>
                <a:gd name="T12" fmla="*/ 32 w 111"/>
                <a:gd name="T13" fmla="*/ 0 h 320"/>
                <a:gd name="T14" fmla="*/ 108 w 111"/>
                <a:gd name="T15" fmla="*/ 4 h 320"/>
                <a:gd name="T16" fmla="*/ 101 w 111"/>
                <a:gd name="T17" fmla="*/ 41 h 320"/>
                <a:gd name="T18" fmla="*/ 75 w 111"/>
                <a:gd name="T19" fmla="*/ 8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320">
                  <a:moveTo>
                    <a:pt x="75" y="89"/>
                  </a:moveTo>
                  <a:cubicBezTo>
                    <a:pt x="65" y="103"/>
                    <a:pt x="38" y="175"/>
                    <a:pt x="38" y="178"/>
                  </a:cubicBezTo>
                  <a:cubicBezTo>
                    <a:pt x="47" y="222"/>
                    <a:pt x="47" y="222"/>
                    <a:pt x="47" y="222"/>
                  </a:cubicBezTo>
                  <a:cubicBezTo>
                    <a:pt x="35" y="320"/>
                    <a:pt x="35" y="320"/>
                    <a:pt x="35" y="320"/>
                  </a:cubicBezTo>
                  <a:cubicBezTo>
                    <a:pt x="16" y="320"/>
                    <a:pt x="16" y="320"/>
                    <a:pt x="16" y="320"/>
                  </a:cubicBezTo>
                  <a:cubicBezTo>
                    <a:pt x="0" y="167"/>
                    <a:pt x="0" y="167"/>
                    <a:pt x="0" y="167"/>
                  </a:cubicBezTo>
                  <a:cubicBezTo>
                    <a:pt x="32" y="0"/>
                    <a:pt x="32" y="0"/>
                    <a:pt x="32" y="0"/>
                  </a:cubicBezTo>
                  <a:cubicBezTo>
                    <a:pt x="32" y="0"/>
                    <a:pt x="108" y="4"/>
                    <a:pt x="108" y="4"/>
                  </a:cubicBezTo>
                  <a:cubicBezTo>
                    <a:pt x="111" y="4"/>
                    <a:pt x="102" y="39"/>
                    <a:pt x="101" y="41"/>
                  </a:cubicBezTo>
                  <a:cubicBezTo>
                    <a:pt x="96" y="59"/>
                    <a:pt x="86" y="74"/>
                    <a:pt x="75" y="89"/>
                  </a:cubicBezTo>
                  <a:close/>
                </a:path>
              </a:pathLst>
            </a:custGeom>
            <a:gradFill>
              <a:gsLst>
                <a:gs pos="0">
                  <a:srgbClr val="39484D"/>
                </a:gs>
                <a:gs pos="100000">
                  <a:srgbClr val="617880"/>
                </a:gs>
              </a:gsLst>
              <a:lin ang="2700000" scaled="0"/>
            </a:gradFill>
            <a:ln>
              <a:noFill/>
            </a:ln>
          </p:spPr>
          <p:txBody>
            <a:bodyPr anchor="ctr"/>
            <a:lstStyle/>
            <a:p>
              <a:pPr algn="ctr"/>
              <a:endParaRPr/>
            </a:p>
          </p:txBody>
        </p:sp>
        <p:sp>
          <p:nvSpPr>
            <p:cNvPr id="80" name="íṣlïḋé"/>
            <p:cNvSpPr/>
            <p:nvPr/>
          </p:nvSpPr>
          <p:spPr bwMode="auto">
            <a:xfrm>
              <a:off x="11060436" y="4706845"/>
              <a:ext cx="284185" cy="106836"/>
            </a:xfrm>
            <a:custGeom>
              <a:avLst/>
              <a:gdLst>
                <a:gd name="T0" fmla="*/ 58 w 64"/>
                <a:gd name="T1" fmla="*/ 0 h 24"/>
                <a:gd name="T2" fmla="*/ 40 w 64"/>
                <a:gd name="T3" fmla="*/ 0 h 24"/>
                <a:gd name="T4" fmla="*/ 22 w 64"/>
                <a:gd name="T5" fmla="*/ 14 h 24"/>
                <a:gd name="T6" fmla="*/ 3 w 64"/>
                <a:gd name="T7" fmla="*/ 20 h 24"/>
                <a:gd name="T8" fmla="*/ 0 w 64"/>
                <a:gd name="T9" fmla="*/ 24 h 24"/>
                <a:gd name="T10" fmla="*/ 62 w 64"/>
                <a:gd name="T11" fmla="*/ 24 h 24"/>
                <a:gd name="T12" fmla="*/ 58 w 6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64" h="24">
                  <a:moveTo>
                    <a:pt x="58" y="0"/>
                  </a:moveTo>
                  <a:cubicBezTo>
                    <a:pt x="40" y="0"/>
                    <a:pt x="40" y="0"/>
                    <a:pt x="40" y="0"/>
                  </a:cubicBezTo>
                  <a:cubicBezTo>
                    <a:pt x="22" y="14"/>
                    <a:pt x="22" y="14"/>
                    <a:pt x="22" y="14"/>
                  </a:cubicBezTo>
                  <a:cubicBezTo>
                    <a:pt x="3" y="20"/>
                    <a:pt x="3" y="20"/>
                    <a:pt x="3" y="20"/>
                  </a:cubicBezTo>
                  <a:cubicBezTo>
                    <a:pt x="0" y="24"/>
                    <a:pt x="0" y="24"/>
                    <a:pt x="0" y="24"/>
                  </a:cubicBezTo>
                  <a:cubicBezTo>
                    <a:pt x="62" y="24"/>
                    <a:pt x="62" y="24"/>
                    <a:pt x="62" y="24"/>
                  </a:cubicBezTo>
                  <a:cubicBezTo>
                    <a:pt x="62" y="24"/>
                    <a:pt x="64" y="15"/>
                    <a:pt x="58"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1" name="îśľïḓe"/>
            <p:cNvSpPr/>
            <p:nvPr/>
          </p:nvSpPr>
          <p:spPr bwMode="auto">
            <a:xfrm>
              <a:off x="11383081" y="4706845"/>
              <a:ext cx="284185" cy="106836"/>
            </a:xfrm>
            <a:custGeom>
              <a:avLst/>
              <a:gdLst>
                <a:gd name="T0" fmla="*/ 58 w 64"/>
                <a:gd name="T1" fmla="*/ 0 h 24"/>
                <a:gd name="T2" fmla="*/ 39 w 64"/>
                <a:gd name="T3" fmla="*/ 0 h 24"/>
                <a:gd name="T4" fmla="*/ 21 w 64"/>
                <a:gd name="T5" fmla="*/ 14 h 24"/>
                <a:gd name="T6" fmla="*/ 2 w 64"/>
                <a:gd name="T7" fmla="*/ 20 h 24"/>
                <a:gd name="T8" fmla="*/ 0 w 64"/>
                <a:gd name="T9" fmla="*/ 24 h 24"/>
                <a:gd name="T10" fmla="*/ 61 w 64"/>
                <a:gd name="T11" fmla="*/ 24 h 24"/>
                <a:gd name="T12" fmla="*/ 58 w 6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64" h="24">
                  <a:moveTo>
                    <a:pt x="58" y="0"/>
                  </a:moveTo>
                  <a:cubicBezTo>
                    <a:pt x="39" y="0"/>
                    <a:pt x="39" y="0"/>
                    <a:pt x="39" y="0"/>
                  </a:cubicBezTo>
                  <a:cubicBezTo>
                    <a:pt x="21" y="14"/>
                    <a:pt x="21" y="14"/>
                    <a:pt x="21" y="14"/>
                  </a:cubicBezTo>
                  <a:cubicBezTo>
                    <a:pt x="2" y="20"/>
                    <a:pt x="2" y="20"/>
                    <a:pt x="2" y="20"/>
                  </a:cubicBezTo>
                  <a:cubicBezTo>
                    <a:pt x="0" y="24"/>
                    <a:pt x="0" y="24"/>
                    <a:pt x="0" y="24"/>
                  </a:cubicBezTo>
                  <a:cubicBezTo>
                    <a:pt x="61" y="24"/>
                    <a:pt x="61" y="24"/>
                    <a:pt x="61" y="24"/>
                  </a:cubicBezTo>
                  <a:cubicBezTo>
                    <a:pt x="61" y="24"/>
                    <a:pt x="64" y="15"/>
                    <a:pt x="58"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2" name="iSḷiḍé"/>
            <p:cNvSpPr/>
            <p:nvPr/>
          </p:nvSpPr>
          <p:spPr bwMode="auto">
            <a:xfrm>
              <a:off x="11340346" y="2452601"/>
              <a:ext cx="83333" cy="57692"/>
            </a:xfrm>
            <a:custGeom>
              <a:avLst/>
              <a:gdLst>
                <a:gd name="T0" fmla="*/ 3 w 19"/>
                <a:gd name="T1" fmla="*/ 5 h 13"/>
                <a:gd name="T2" fmla="*/ 2 w 19"/>
                <a:gd name="T3" fmla="*/ 12 h 13"/>
                <a:gd name="T4" fmla="*/ 5 w 19"/>
                <a:gd name="T5" fmla="*/ 12 h 13"/>
                <a:gd name="T6" fmla="*/ 13 w 19"/>
                <a:gd name="T7" fmla="*/ 11 h 13"/>
                <a:gd name="T8" fmla="*/ 19 w 19"/>
                <a:gd name="T9" fmla="*/ 6 h 13"/>
                <a:gd name="T10" fmla="*/ 14 w 19"/>
                <a:gd name="T11" fmla="*/ 2 h 13"/>
                <a:gd name="T12" fmla="*/ 8 w 19"/>
                <a:gd name="T13" fmla="*/ 0 h 13"/>
                <a:gd name="T14" fmla="*/ 3 w 19"/>
                <a:gd name="T15" fmla="*/ 5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3">
                  <a:moveTo>
                    <a:pt x="3" y="5"/>
                  </a:moveTo>
                  <a:cubicBezTo>
                    <a:pt x="2" y="6"/>
                    <a:pt x="0" y="11"/>
                    <a:pt x="2" y="12"/>
                  </a:cubicBezTo>
                  <a:cubicBezTo>
                    <a:pt x="2" y="13"/>
                    <a:pt x="4" y="13"/>
                    <a:pt x="5" y="12"/>
                  </a:cubicBezTo>
                  <a:cubicBezTo>
                    <a:pt x="8" y="12"/>
                    <a:pt x="11" y="12"/>
                    <a:pt x="13" y="11"/>
                  </a:cubicBezTo>
                  <a:cubicBezTo>
                    <a:pt x="15" y="10"/>
                    <a:pt x="19" y="9"/>
                    <a:pt x="19" y="6"/>
                  </a:cubicBezTo>
                  <a:cubicBezTo>
                    <a:pt x="19" y="4"/>
                    <a:pt x="16" y="2"/>
                    <a:pt x="14" y="2"/>
                  </a:cubicBezTo>
                  <a:cubicBezTo>
                    <a:pt x="12" y="1"/>
                    <a:pt x="10" y="0"/>
                    <a:pt x="8" y="0"/>
                  </a:cubicBezTo>
                  <a:lnTo>
                    <a:pt x="3" y="5"/>
                  </a:lnTo>
                  <a:close/>
                </a:path>
              </a:pathLst>
            </a:custGeom>
            <a:gradFill>
              <a:gsLst>
                <a:gs pos="0">
                  <a:srgbClr val="FFBAB9"/>
                </a:gs>
                <a:gs pos="100000">
                  <a:srgbClr val="F7C1B3"/>
                </a:gs>
              </a:gsLst>
              <a:lin ang="2700000" scaled="0"/>
            </a:gradFill>
            <a:ln>
              <a:noFill/>
            </a:ln>
          </p:spPr>
          <p:txBody>
            <a:bodyPr anchor="ctr"/>
            <a:lstStyle/>
            <a:p>
              <a:pPr algn="ctr"/>
              <a:endParaRPr/>
            </a:p>
          </p:txBody>
        </p:sp>
        <p:sp>
          <p:nvSpPr>
            <p:cNvPr id="83" name="í$ḻidé"/>
            <p:cNvSpPr/>
            <p:nvPr/>
          </p:nvSpPr>
          <p:spPr bwMode="auto">
            <a:xfrm>
              <a:off x="11393765" y="2367132"/>
              <a:ext cx="149571" cy="217946"/>
            </a:xfrm>
            <a:custGeom>
              <a:avLst/>
              <a:gdLst>
                <a:gd name="T0" fmla="*/ 29 w 34"/>
                <a:gd name="T1" fmla="*/ 41 h 49"/>
                <a:gd name="T2" fmla="*/ 12 w 34"/>
                <a:gd name="T3" fmla="*/ 47 h 49"/>
                <a:gd name="T4" fmla="*/ 2 w 34"/>
                <a:gd name="T5" fmla="*/ 41 h 49"/>
                <a:gd name="T6" fmla="*/ 0 w 34"/>
                <a:gd name="T7" fmla="*/ 15 h 49"/>
                <a:gd name="T8" fmla="*/ 13 w 34"/>
                <a:gd name="T9" fmla="*/ 0 h 49"/>
                <a:gd name="T10" fmla="*/ 17 w 34"/>
                <a:gd name="T11" fmla="*/ 11 h 49"/>
                <a:gd name="T12" fmla="*/ 30 w 34"/>
                <a:gd name="T13" fmla="*/ 9 h 49"/>
                <a:gd name="T14" fmla="*/ 34 w 34"/>
                <a:gd name="T15" fmla="*/ 34 h 49"/>
                <a:gd name="T16" fmla="*/ 29 w 34"/>
                <a:gd name="T17" fmla="*/ 4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49">
                  <a:moveTo>
                    <a:pt x="29" y="41"/>
                  </a:moveTo>
                  <a:cubicBezTo>
                    <a:pt x="12" y="47"/>
                    <a:pt x="12" y="47"/>
                    <a:pt x="12" y="47"/>
                  </a:cubicBezTo>
                  <a:cubicBezTo>
                    <a:pt x="7" y="49"/>
                    <a:pt x="3" y="46"/>
                    <a:pt x="2" y="41"/>
                  </a:cubicBezTo>
                  <a:cubicBezTo>
                    <a:pt x="0" y="15"/>
                    <a:pt x="0" y="15"/>
                    <a:pt x="0" y="15"/>
                  </a:cubicBezTo>
                  <a:cubicBezTo>
                    <a:pt x="0" y="15"/>
                    <a:pt x="6" y="6"/>
                    <a:pt x="13" y="0"/>
                  </a:cubicBezTo>
                  <a:cubicBezTo>
                    <a:pt x="17" y="11"/>
                    <a:pt x="17" y="11"/>
                    <a:pt x="17" y="11"/>
                  </a:cubicBezTo>
                  <a:cubicBezTo>
                    <a:pt x="30" y="9"/>
                    <a:pt x="30" y="9"/>
                    <a:pt x="30" y="9"/>
                  </a:cubicBezTo>
                  <a:cubicBezTo>
                    <a:pt x="34" y="34"/>
                    <a:pt x="34" y="34"/>
                    <a:pt x="34" y="34"/>
                  </a:cubicBezTo>
                  <a:cubicBezTo>
                    <a:pt x="34" y="37"/>
                    <a:pt x="32" y="40"/>
                    <a:pt x="29" y="41"/>
                  </a:cubicBezTo>
                  <a:close/>
                </a:path>
              </a:pathLst>
            </a:custGeom>
            <a:gradFill>
              <a:gsLst>
                <a:gs pos="0">
                  <a:srgbClr val="FFBAB9"/>
                </a:gs>
                <a:gs pos="66000">
                  <a:srgbClr val="F7C1B3"/>
                </a:gs>
              </a:gsLst>
              <a:lin ang="2700000" scaled="0"/>
            </a:gradFill>
            <a:ln>
              <a:noFill/>
            </a:ln>
          </p:spPr>
          <p:txBody>
            <a:bodyPr anchor="ctr"/>
            <a:lstStyle/>
            <a:p>
              <a:pPr algn="ctr"/>
              <a:endParaRPr/>
            </a:p>
          </p:txBody>
        </p:sp>
        <p:sp>
          <p:nvSpPr>
            <p:cNvPr id="84" name="îṩľîḓe"/>
            <p:cNvSpPr/>
            <p:nvPr/>
          </p:nvSpPr>
          <p:spPr bwMode="auto">
            <a:xfrm>
              <a:off x="11295476" y="2230382"/>
              <a:ext cx="177349" cy="284185"/>
            </a:xfrm>
            <a:custGeom>
              <a:avLst/>
              <a:gdLst>
                <a:gd name="T0" fmla="*/ 33 w 40"/>
                <a:gd name="T1" fmla="*/ 35 h 64"/>
                <a:gd name="T2" fmla="*/ 31 w 40"/>
                <a:gd name="T3" fmla="*/ 37 h 64"/>
                <a:gd name="T4" fmla="*/ 31 w 40"/>
                <a:gd name="T5" fmla="*/ 39 h 64"/>
                <a:gd name="T6" fmla="*/ 30 w 40"/>
                <a:gd name="T7" fmla="*/ 47 h 64"/>
                <a:gd name="T8" fmla="*/ 27 w 40"/>
                <a:gd name="T9" fmla="*/ 51 h 64"/>
                <a:gd name="T10" fmla="*/ 15 w 40"/>
                <a:gd name="T11" fmla="*/ 62 h 64"/>
                <a:gd name="T12" fmla="*/ 7 w 40"/>
                <a:gd name="T13" fmla="*/ 58 h 64"/>
                <a:gd name="T14" fmla="*/ 2 w 40"/>
                <a:gd name="T15" fmla="*/ 35 h 64"/>
                <a:gd name="T16" fmla="*/ 1 w 40"/>
                <a:gd name="T17" fmla="*/ 26 h 64"/>
                <a:gd name="T18" fmla="*/ 1 w 40"/>
                <a:gd name="T19" fmla="*/ 23 h 64"/>
                <a:gd name="T20" fmla="*/ 1 w 40"/>
                <a:gd name="T21" fmla="*/ 22 h 64"/>
                <a:gd name="T22" fmla="*/ 0 w 40"/>
                <a:gd name="T23" fmla="*/ 9 h 64"/>
                <a:gd name="T24" fmla="*/ 0 w 40"/>
                <a:gd name="T25" fmla="*/ 5 h 64"/>
                <a:gd name="T26" fmla="*/ 3 w 40"/>
                <a:gd name="T27" fmla="*/ 0 h 64"/>
                <a:gd name="T28" fmla="*/ 15 w 40"/>
                <a:gd name="T29" fmla="*/ 0 h 64"/>
                <a:gd name="T30" fmla="*/ 20 w 40"/>
                <a:gd name="T31" fmla="*/ 13 h 64"/>
                <a:gd name="T32" fmla="*/ 27 w 40"/>
                <a:gd name="T33" fmla="*/ 20 h 64"/>
                <a:gd name="T34" fmla="*/ 29 w 40"/>
                <a:gd name="T35" fmla="*/ 20 h 64"/>
                <a:gd name="T36" fmla="*/ 32 w 40"/>
                <a:gd name="T37" fmla="*/ 16 h 64"/>
                <a:gd name="T38" fmla="*/ 37 w 40"/>
                <a:gd name="T39" fmla="*/ 17 h 64"/>
                <a:gd name="T40" fmla="*/ 40 w 40"/>
                <a:gd name="T41" fmla="*/ 27 h 64"/>
                <a:gd name="T42" fmla="*/ 37 w 40"/>
                <a:gd name="T43" fmla="*/ 33 h 64"/>
                <a:gd name="T44" fmla="*/ 33 w 40"/>
                <a:gd name="T45" fmla="*/ 35 h 64"/>
                <a:gd name="T46" fmla="*/ 33 w 40"/>
                <a:gd name="T47" fmla="*/ 3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 h="64">
                  <a:moveTo>
                    <a:pt x="33" y="35"/>
                  </a:moveTo>
                  <a:cubicBezTo>
                    <a:pt x="32" y="35"/>
                    <a:pt x="31" y="36"/>
                    <a:pt x="31" y="37"/>
                  </a:cubicBezTo>
                  <a:cubicBezTo>
                    <a:pt x="31" y="38"/>
                    <a:pt x="31" y="37"/>
                    <a:pt x="31" y="39"/>
                  </a:cubicBezTo>
                  <a:cubicBezTo>
                    <a:pt x="32" y="42"/>
                    <a:pt x="31" y="45"/>
                    <a:pt x="30" y="47"/>
                  </a:cubicBezTo>
                  <a:cubicBezTo>
                    <a:pt x="29" y="48"/>
                    <a:pt x="28" y="50"/>
                    <a:pt x="27" y="51"/>
                  </a:cubicBezTo>
                  <a:cubicBezTo>
                    <a:pt x="15" y="62"/>
                    <a:pt x="15" y="62"/>
                    <a:pt x="15" y="62"/>
                  </a:cubicBezTo>
                  <a:cubicBezTo>
                    <a:pt x="12" y="64"/>
                    <a:pt x="8" y="62"/>
                    <a:pt x="7" y="58"/>
                  </a:cubicBezTo>
                  <a:cubicBezTo>
                    <a:pt x="4" y="49"/>
                    <a:pt x="2" y="35"/>
                    <a:pt x="2" y="35"/>
                  </a:cubicBezTo>
                  <a:cubicBezTo>
                    <a:pt x="1" y="32"/>
                    <a:pt x="1" y="29"/>
                    <a:pt x="1" y="26"/>
                  </a:cubicBezTo>
                  <a:cubicBezTo>
                    <a:pt x="1" y="23"/>
                    <a:pt x="1" y="23"/>
                    <a:pt x="1" y="23"/>
                  </a:cubicBezTo>
                  <a:cubicBezTo>
                    <a:pt x="1" y="22"/>
                    <a:pt x="1" y="22"/>
                    <a:pt x="1" y="22"/>
                  </a:cubicBezTo>
                  <a:cubicBezTo>
                    <a:pt x="0" y="18"/>
                    <a:pt x="0" y="14"/>
                    <a:pt x="0" y="9"/>
                  </a:cubicBezTo>
                  <a:cubicBezTo>
                    <a:pt x="0" y="5"/>
                    <a:pt x="0" y="5"/>
                    <a:pt x="0" y="5"/>
                  </a:cubicBezTo>
                  <a:cubicBezTo>
                    <a:pt x="0" y="3"/>
                    <a:pt x="1" y="1"/>
                    <a:pt x="3" y="0"/>
                  </a:cubicBezTo>
                  <a:cubicBezTo>
                    <a:pt x="15" y="0"/>
                    <a:pt x="15" y="0"/>
                    <a:pt x="15" y="0"/>
                  </a:cubicBezTo>
                  <a:cubicBezTo>
                    <a:pt x="16" y="0"/>
                    <a:pt x="20" y="13"/>
                    <a:pt x="20" y="13"/>
                  </a:cubicBezTo>
                  <a:cubicBezTo>
                    <a:pt x="20" y="14"/>
                    <a:pt x="25" y="17"/>
                    <a:pt x="27" y="20"/>
                  </a:cubicBezTo>
                  <a:cubicBezTo>
                    <a:pt x="27" y="21"/>
                    <a:pt x="29" y="20"/>
                    <a:pt x="29" y="20"/>
                  </a:cubicBezTo>
                  <a:cubicBezTo>
                    <a:pt x="29" y="18"/>
                    <a:pt x="30" y="17"/>
                    <a:pt x="32" y="16"/>
                  </a:cubicBezTo>
                  <a:cubicBezTo>
                    <a:pt x="33" y="16"/>
                    <a:pt x="36" y="16"/>
                    <a:pt x="37" y="17"/>
                  </a:cubicBezTo>
                  <a:cubicBezTo>
                    <a:pt x="39" y="19"/>
                    <a:pt x="40" y="23"/>
                    <a:pt x="40" y="27"/>
                  </a:cubicBezTo>
                  <a:cubicBezTo>
                    <a:pt x="39" y="29"/>
                    <a:pt x="39" y="32"/>
                    <a:pt x="37" y="33"/>
                  </a:cubicBezTo>
                  <a:cubicBezTo>
                    <a:pt x="37" y="34"/>
                    <a:pt x="34" y="35"/>
                    <a:pt x="33" y="35"/>
                  </a:cubicBezTo>
                  <a:cubicBezTo>
                    <a:pt x="33" y="35"/>
                    <a:pt x="33" y="35"/>
                    <a:pt x="33" y="35"/>
                  </a:cubicBezTo>
                  <a:close/>
                </a:path>
              </a:pathLst>
            </a:custGeom>
            <a:solidFill>
              <a:srgbClr val="FFD9D7"/>
            </a:solidFill>
            <a:ln>
              <a:noFill/>
            </a:ln>
          </p:spPr>
          <p:txBody>
            <a:bodyPr anchor="ctr"/>
            <a:lstStyle/>
            <a:p>
              <a:pPr algn="ctr"/>
              <a:endParaRPr/>
            </a:p>
          </p:txBody>
        </p:sp>
        <p:sp>
          <p:nvSpPr>
            <p:cNvPr id="85" name="iŝlidê"/>
            <p:cNvSpPr/>
            <p:nvPr/>
          </p:nvSpPr>
          <p:spPr bwMode="auto">
            <a:xfrm>
              <a:off x="11246331" y="2510293"/>
              <a:ext cx="527771" cy="884604"/>
            </a:xfrm>
            <a:custGeom>
              <a:avLst/>
              <a:gdLst>
                <a:gd name="T0" fmla="*/ 0 w 119"/>
                <a:gd name="T1" fmla="*/ 48 h 199"/>
                <a:gd name="T2" fmla="*/ 0 w 119"/>
                <a:gd name="T3" fmla="*/ 46 h 199"/>
                <a:gd name="T4" fmla="*/ 10 w 119"/>
                <a:gd name="T5" fmla="*/ 12 h 199"/>
                <a:gd name="T6" fmla="*/ 51 w 119"/>
                <a:gd name="T7" fmla="*/ 1 h 199"/>
                <a:gd name="T8" fmla="*/ 108 w 119"/>
                <a:gd name="T9" fmla="*/ 20 h 199"/>
                <a:gd name="T10" fmla="*/ 109 w 119"/>
                <a:gd name="T11" fmla="*/ 75 h 199"/>
                <a:gd name="T12" fmla="*/ 108 w 119"/>
                <a:gd name="T13" fmla="*/ 153 h 199"/>
                <a:gd name="T14" fmla="*/ 111 w 119"/>
                <a:gd name="T15" fmla="*/ 176 h 199"/>
                <a:gd name="T16" fmla="*/ 68 w 119"/>
                <a:gd name="T17" fmla="*/ 196 h 199"/>
                <a:gd name="T18" fmla="*/ 10 w 119"/>
                <a:gd name="T19" fmla="*/ 184 h 199"/>
                <a:gd name="T20" fmla="*/ 9 w 119"/>
                <a:gd name="T21" fmla="*/ 137 h 199"/>
                <a:gd name="T22" fmla="*/ 2 w 119"/>
                <a:gd name="T23" fmla="*/ 86 h 199"/>
                <a:gd name="T24" fmla="*/ 0 w 119"/>
                <a:gd name="T25" fmla="*/ 4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199">
                  <a:moveTo>
                    <a:pt x="0" y="48"/>
                  </a:moveTo>
                  <a:cubicBezTo>
                    <a:pt x="0" y="47"/>
                    <a:pt x="0" y="47"/>
                    <a:pt x="0" y="46"/>
                  </a:cubicBezTo>
                  <a:cubicBezTo>
                    <a:pt x="0" y="34"/>
                    <a:pt x="0" y="22"/>
                    <a:pt x="10" y="12"/>
                  </a:cubicBezTo>
                  <a:cubicBezTo>
                    <a:pt x="20" y="2"/>
                    <a:pt x="38" y="2"/>
                    <a:pt x="51" y="1"/>
                  </a:cubicBezTo>
                  <a:cubicBezTo>
                    <a:pt x="74" y="0"/>
                    <a:pt x="95" y="3"/>
                    <a:pt x="108" y="20"/>
                  </a:cubicBezTo>
                  <a:cubicBezTo>
                    <a:pt x="119" y="35"/>
                    <a:pt x="114" y="57"/>
                    <a:pt x="109" y="75"/>
                  </a:cubicBezTo>
                  <a:cubicBezTo>
                    <a:pt x="103" y="101"/>
                    <a:pt x="103" y="127"/>
                    <a:pt x="108" y="153"/>
                  </a:cubicBezTo>
                  <a:cubicBezTo>
                    <a:pt x="109" y="159"/>
                    <a:pt x="112" y="170"/>
                    <a:pt x="111" y="176"/>
                  </a:cubicBezTo>
                  <a:cubicBezTo>
                    <a:pt x="109" y="193"/>
                    <a:pt x="79" y="196"/>
                    <a:pt x="68" y="196"/>
                  </a:cubicBezTo>
                  <a:cubicBezTo>
                    <a:pt x="57" y="196"/>
                    <a:pt x="14" y="199"/>
                    <a:pt x="10" y="184"/>
                  </a:cubicBezTo>
                  <a:cubicBezTo>
                    <a:pt x="7" y="170"/>
                    <a:pt x="11" y="151"/>
                    <a:pt x="9" y="137"/>
                  </a:cubicBezTo>
                  <a:cubicBezTo>
                    <a:pt x="7" y="120"/>
                    <a:pt x="4" y="103"/>
                    <a:pt x="2" y="86"/>
                  </a:cubicBezTo>
                  <a:cubicBezTo>
                    <a:pt x="0" y="73"/>
                    <a:pt x="0" y="61"/>
                    <a:pt x="0" y="48"/>
                  </a:cubicBezTo>
                  <a:close/>
                </a:path>
              </a:pathLst>
            </a:custGeom>
            <a:gradFill>
              <a:gsLst>
                <a:gs pos="0">
                  <a:schemeClr val="accent1">
                    <a:lumMod val="60000"/>
                    <a:lumOff val="40000"/>
                  </a:schemeClr>
                </a:gs>
                <a:gs pos="100000">
                  <a:schemeClr val="tx2">
                    <a:lumMod val="60000"/>
                    <a:lumOff val="40000"/>
                  </a:schemeClr>
                </a:gs>
              </a:gsLst>
              <a:lin ang="2700000" scaled="0"/>
            </a:gradFill>
            <a:ln>
              <a:noFill/>
            </a:ln>
          </p:spPr>
          <p:txBody>
            <a:bodyPr anchor="ctr"/>
            <a:lstStyle/>
            <a:p>
              <a:pPr algn="ctr"/>
              <a:endParaRPr/>
            </a:p>
          </p:txBody>
        </p:sp>
        <p:sp>
          <p:nvSpPr>
            <p:cNvPr id="86" name="îśľiḑé"/>
            <p:cNvSpPr/>
            <p:nvPr/>
          </p:nvSpPr>
          <p:spPr bwMode="auto">
            <a:xfrm>
              <a:off x="11192913" y="2540208"/>
              <a:ext cx="177349" cy="316235"/>
            </a:xfrm>
            <a:custGeom>
              <a:avLst/>
              <a:gdLst>
                <a:gd name="T0" fmla="*/ 34 w 40"/>
                <a:gd name="T1" fmla="*/ 71 h 71"/>
                <a:gd name="T2" fmla="*/ 39 w 40"/>
                <a:gd name="T3" fmla="*/ 41 h 71"/>
                <a:gd name="T4" fmla="*/ 38 w 40"/>
                <a:gd name="T5" fmla="*/ 17 h 71"/>
                <a:gd name="T6" fmla="*/ 32 w 40"/>
                <a:gd name="T7" fmla="*/ 4 h 71"/>
                <a:gd name="T8" fmla="*/ 28 w 40"/>
                <a:gd name="T9" fmla="*/ 3 h 71"/>
                <a:gd name="T10" fmla="*/ 9 w 40"/>
                <a:gd name="T11" fmla="*/ 24 h 71"/>
                <a:gd name="T12" fmla="*/ 0 w 40"/>
                <a:gd name="T13" fmla="*/ 59 h 71"/>
                <a:gd name="T14" fmla="*/ 34 w 40"/>
                <a:gd name="T15" fmla="*/ 7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71">
                  <a:moveTo>
                    <a:pt x="34" y="71"/>
                  </a:moveTo>
                  <a:cubicBezTo>
                    <a:pt x="36" y="61"/>
                    <a:pt x="38" y="51"/>
                    <a:pt x="39" y="41"/>
                  </a:cubicBezTo>
                  <a:cubicBezTo>
                    <a:pt x="40" y="33"/>
                    <a:pt x="40" y="26"/>
                    <a:pt x="38" y="17"/>
                  </a:cubicBezTo>
                  <a:cubicBezTo>
                    <a:pt x="37" y="12"/>
                    <a:pt x="35" y="7"/>
                    <a:pt x="32" y="4"/>
                  </a:cubicBezTo>
                  <a:cubicBezTo>
                    <a:pt x="31" y="4"/>
                    <a:pt x="30" y="3"/>
                    <a:pt x="28" y="3"/>
                  </a:cubicBezTo>
                  <a:cubicBezTo>
                    <a:pt x="19" y="0"/>
                    <a:pt x="13" y="14"/>
                    <a:pt x="9" y="24"/>
                  </a:cubicBezTo>
                  <a:cubicBezTo>
                    <a:pt x="5" y="35"/>
                    <a:pt x="2" y="47"/>
                    <a:pt x="0" y="59"/>
                  </a:cubicBezTo>
                  <a:cubicBezTo>
                    <a:pt x="10" y="68"/>
                    <a:pt x="22" y="71"/>
                    <a:pt x="34" y="71"/>
                  </a:cubicBezTo>
                  <a:close/>
                </a:path>
              </a:pathLst>
            </a:custGeom>
            <a:gradFill>
              <a:gsLst>
                <a:gs pos="0">
                  <a:schemeClr val="accent1">
                    <a:lumMod val="60000"/>
                    <a:lumOff val="40000"/>
                  </a:schemeClr>
                </a:gs>
                <a:gs pos="100000">
                  <a:schemeClr val="tx2">
                    <a:lumMod val="60000"/>
                    <a:lumOff val="40000"/>
                  </a:schemeClr>
                </a:gs>
              </a:gsLst>
              <a:lin ang="2700000" scaled="0"/>
            </a:gradFill>
            <a:ln>
              <a:noFill/>
            </a:ln>
          </p:spPr>
          <p:txBody>
            <a:bodyPr anchor="ctr"/>
            <a:lstStyle/>
            <a:p>
              <a:pPr lvl="0" algn="ctr"/>
              <a:endParaRPr/>
            </a:p>
          </p:txBody>
        </p:sp>
        <p:sp>
          <p:nvSpPr>
            <p:cNvPr id="87" name="íṣlîďé"/>
            <p:cNvSpPr/>
            <p:nvPr/>
          </p:nvSpPr>
          <p:spPr bwMode="auto">
            <a:xfrm>
              <a:off x="11139494" y="2803024"/>
              <a:ext cx="205125" cy="395295"/>
            </a:xfrm>
            <a:custGeom>
              <a:avLst/>
              <a:gdLst>
                <a:gd name="T0" fmla="*/ 12 w 46"/>
                <a:gd name="T1" fmla="*/ 0 h 89"/>
                <a:gd name="T2" fmla="*/ 9 w 46"/>
                <a:gd name="T3" fmla="*/ 18 h 89"/>
                <a:gd name="T4" fmla="*/ 9 w 46"/>
                <a:gd name="T5" fmla="*/ 66 h 89"/>
                <a:gd name="T6" fmla="*/ 42 w 46"/>
                <a:gd name="T7" fmla="*/ 29 h 89"/>
                <a:gd name="T8" fmla="*/ 46 w 46"/>
                <a:gd name="T9" fmla="*/ 12 h 89"/>
                <a:gd name="T10" fmla="*/ 12 w 46"/>
                <a:gd name="T11" fmla="*/ 0 h 89"/>
              </a:gdLst>
              <a:ahLst/>
              <a:cxnLst>
                <a:cxn ang="0">
                  <a:pos x="T0" y="T1"/>
                </a:cxn>
                <a:cxn ang="0">
                  <a:pos x="T2" y="T3"/>
                </a:cxn>
                <a:cxn ang="0">
                  <a:pos x="T4" y="T5"/>
                </a:cxn>
                <a:cxn ang="0">
                  <a:pos x="T6" y="T7"/>
                </a:cxn>
                <a:cxn ang="0">
                  <a:pos x="T8" y="T9"/>
                </a:cxn>
                <a:cxn ang="0">
                  <a:pos x="T10" y="T11"/>
                </a:cxn>
              </a:cxnLst>
              <a:rect l="0" t="0" r="r" b="b"/>
              <a:pathLst>
                <a:path w="46" h="89">
                  <a:moveTo>
                    <a:pt x="12" y="0"/>
                  </a:moveTo>
                  <a:cubicBezTo>
                    <a:pt x="11" y="6"/>
                    <a:pt x="10" y="12"/>
                    <a:pt x="9" y="18"/>
                  </a:cubicBezTo>
                  <a:cubicBezTo>
                    <a:pt x="7" y="34"/>
                    <a:pt x="0" y="52"/>
                    <a:pt x="9" y="66"/>
                  </a:cubicBezTo>
                  <a:cubicBezTo>
                    <a:pt x="25" y="89"/>
                    <a:pt x="38" y="44"/>
                    <a:pt x="42" y="29"/>
                  </a:cubicBezTo>
                  <a:cubicBezTo>
                    <a:pt x="43" y="24"/>
                    <a:pt x="45" y="18"/>
                    <a:pt x="46" y="12"/>
                  </a:cubicBezTo>
                  <a:cubicBezTo>
                    <a:pt x="34" y="12"/>
                    <a:pt x="22" y="9"/>
                    <a:pt x="12" y="0"/>
                  </a:cubicBezTo>
                  <a:close/>
                </a:path>
              </a:pathLst>
            </a:custGeom>
            <a:gradFill>
              <a:gsLst>
                <a:gs pos="0">
                  <a:srgbClr val="FFBEBB"/>
                </a:gs>
                <a:gs pos="100000">
                  <a:srgbClr val="FFBFBB"/>
                </a:gs>
              </a:gsLst>
              <a:lin ang="2700000" scaled="0"/>
            </a:gradFill>
            <a:ln>
              <a:noFill/>
            </a:ln>
          </p:spPr>
          <p:txBody>
            <a:bodyPr anchor="ctr"/>
            <a:lstStyle/>
            <a:p>
              <a:pPr algn="ctr"/>
              <a:endParaRPr/>
            </a:p>
          </p:txBody>
        </p:sp>
      </p:gr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1100" fill="hold"/>
                                        <p:tgtEl>
                                          <p:spTgt spid="92"/>
                                        </p:tgtEl>
                                        <p:attrNameLst>
                                          <p:attrName>ppt_x</p:attrName>
                                        </p:attrNameLst>
                                      </p:cBhvr>
                                      <p:tavLst>
                                        <p:tav tm="0">
                                          <p:val>
                                            <p:strVal val="1+#ppt_w/2"/>
                                          </p:val>
                                        </p:tav>
                                        <p:tav tm="100000">
                                          <p:val>
                                            <p:strVal val="#ppt_x"/>
                                          </p:val>
                                        </p:tav>
                                      </p:tavLst>
                                    </p:anim>
                                    <p:anim calcmode="lin" valueType="num">
                                      <p:cBhvr additive="base">
                                        <p:cTn id="8" dur="1100" fill="hold"/>
                                        <p:tgtEl>
                                          <p:spTgt spid="92"/>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8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ldLvl="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章节概述">
    <p:spTree>
      <p:nvGrpSpPr>
        <p:cNvPr id="1" name=""/>
        <p:cNvGrpSpPr/>
        <p:nvPr/>
      </p:nvGrpSpPr>
      <p:grpSpPr>
        <a:xfrm>
          <a:off x="0" y="0"/>
          <a:ext cx="0" cy="0"/>
          <a:chOff x="0" y="0"/>
          <a:chExt cx="0" cy="0"/>
        </a:xfrm>
      </p:grpSpPr>
      <p:sp>
        <p:nvSpPr>
          <p:cNvPr id="89" name="文本框 88"/>
          <p:cNvSpPr txBox="1"/>
          <p:nvPr userDrawn="1"/>
        </p:nvSpPr>
        <p:spPr>
          <a:xfrm>
            <a:off x="1107760" y="203200"/>
            <a:ext cx="2144630" cy="523220"/>
          </a:xfrm>
          <a:prstGeom prst="rect">
            <a:avLst/>
          </a:prstGeom>
          <a:noFill/>
        </p:spPr>
        <p:txBody>
          <a:bodyPr wrap="square" rtlCol="0">
            <a:spAutoFit/>
          </a:bodyPr>
          <a:lstStyle/>
          <a:p>
            <a:pPr algn="dist"/>
            <a:r>
              <a:rPr lang="zh-CN" altLang="en-US" sz="2800" dirty="0">
                <a:latin typeface="+mj-ea"/>
                <a:ea typeface="+mj-ea"/>
              </a:rPr>
              <a:t>章节概述</a:t>
            </a:r>
          </a:p>
        </p:txBody>
      </p:sp>
      <p:sp>
        <p:nvSpPr>
          <p:cNvPr id="90" name="文本框 89"/>
          <p:cNvSpPr txBox="1"/>
          <p:nvPr userDrawn="1"/>
        </p:nvSpPr>
        <p:spPr>
          <a:xfrm>
            <a:off x="1061444" y="726420"/>
            <a:ext cx="2370260" cy="369332"/>
          </a:xfrm>
          <a:prstGeom prst="rect">
            <a:avLst/>
          </a:prstGeom>
          <a:noFill/>
        </p:spPr>
        <p:txBody>
          <a:bodyPr wrap="square">
            <a:spAutoFit/>
          </a:bodyPr>
          <a:lstStyle/>
          <a:p>
            <a:pPr marL="0" algn="l" defTabSz="457200" rtl="0" eaLnBrk="1" latinLnBrk="0" hangingPunct="1"/>
            <a:r>
              <a:rPr lang="en-US" altLang="zh-CN" sz="1800" kern="1200" dirty="0">
                <a:solidFill>
                  <a:schemeClr val="tx1"/>
                </a:solidFill>
                <a:latin typeface="+mn-lt"/>
                <a:ea typeface="+mn-ea"/>
                <a:cs typeface="+mn-cs"/>
              </a:rPr>
              <a:t>CHAPTER OVERVIEW</a:t>
            </a:r>
            <a:endParaRPr lang="zh-CN" altLang="en-US" sz="1800" kern="1200" dirty="0">
              <a:solidFill>
                <a:schemeClr val="tx1"/>
              </a:solidFill>
              <a:latin typeface="+mn-lt"/>
              <a:ea typeface="+mn-ea"/>
              <a:cs typeface="+mn-cs"/>
            </a:endParaRPr>
          </a:p>
        </p:txBody>
      </p:sp>
      <p:cxnSp>
        <p:nvCxnSpPr>
          <p:cNvPr id="91" name="直接连接符 90"/>
          <p:cNvCxnSpPr/>
          <p:nvPr userDrawn="1"/>
        </p:nvCxnSpPr>
        <p:spPr>
          <a:xfrm>
            <a:off x="1106570" y="726420"/>
            <a:ext cx="2144630" cy="0"/>
          </a:xfrm>
          <a:prstGeom prst="line">
            <a:avLst/>
          </a:prstGeom>
          <a:ln w="19050">
            <a:gradFill>
              <a:gsLst>
                <a:gs pos="0">
                  <a:srgbClr val="00416A"/>
                </a:gs>
                <a:gs pos="100000">
                  <a:srgbClr val="E4E5E6"/>
                </a:gs>
              </a:gsLst>
              <a:lin ang="4200000" scaled="0"/>
            </a:gradFill>
          </a:ln>
        </p:spPr>
        <p:style>
          <a:lnRef idx="1">
            <a:schemeClr val="accent1"/>
          </a:lnRef>
          <a:fillRef idx="0">
            <a:schemeClr val="accent1"/>
          </a:fillRef>
          <a:effectRef idx="0">
            <a:schemeClr val="accent1"/>
          </a:effectRef>
          <a:fontRef idx="minor">
            <a:schemeClr val="tx1"/>
          </a:fontRef>
        </p:style>
      </p:cxnSp>
      <p:grpSp>
        <p:nvGrpSpPr>
          <p:cNvPr id="2" name="组合 1"/>
          <p:cNvGrpSpPr/>
          <p:nvPr userDrawn="1"/>
        </p:nvGrpSpPr>
        <p:grpSpPr>
          <a:xfrm>
            <a:off x="274027" y="281999"/>
            <a:ext cx="764259" cy="767958"/>
            <a:chOff x="274027" y="281999"/>
            <a:chExt cx="764259" cy="767958"/>
          </a:xfrm>
        </p:grpSpPr>
        <p:grpSp>
          <p:nvGrpSpPr>
            <p:cNvPr id="92" name="组合 91"/>
            <p:cNvGrpSpPr/>
            <p:nvPr userDrawn="1"/>
          </p:nvGrpSpPr>
          <p:grpSpPr>
            <a:xfrm>
              <a:off x="274027" y="281999"/>
              <a:ext cx="764259" cy="767958"/>
              <a:chOff x="1506056" y="1170999"/>
              <a:chExt cx="764259" cy="767958"/>
            </a:xfrm>
          </p:grpSpPr>
          <p:sp>
            <p:nvSpPr>
              <p:cNvPr id="93" name="任意多边形: 形状 92"/>
              <p:cNvSpPr/>
              <p:nvPr userDrawn="1"/>
            </p:nvSpPr>
            <p:spPr>
              <a:xfrm>
                <a:off x="1506056" y="1170999"/>
                <a:ext cx="764259" cy="767958"/>
              </a:xfrm>
              <a:custGeom>
                <a:avLst/>
                <a:gdLst>
                  <a:gd name="connsiteX0" fmla="*/ 380280 w 764259"/>
                  <a:gd name="connsiteY0" fmla="*/ 0 h 767958"/>
                  <a:gd name="connsiteX1" fmla="*/ 764259 w 764259"/>
                  <a:gd name="connsiteY1" fmla="*/ 383979 h 767958"/>
                  <a:gd name="connsiteX2" fmla="*/ 380280 w 764259"/>
                  <a:gd name="connsiteY2" fmla="*/ 767958 h 767958"/>
                  <a:gd name="connsiteX3" fmla="*/ 108766 w 764259"/>
                  <a:gd name="connsiteY3" fmla="*/ 655493 h 767958"/>
                  <a:gd name="connsiteX4" fmla="*/ 88074 w 764259"/>
                  <a:gd name="connsiteY4" fmla="*/ 630414 h 767958"/>
                  <a:gd name="connsiteX5" fmla="*/ 86340 w 764259"/>
                  <a:gd name="connsiteY5" fmla="*/ 621759 h 767958"/>
                  <a:gd name="connsiteX6" fmla="*/ 99269 w 764259"/>
                  <a:gd name="connsiteY6" fmla="*/ 602352 h 767958"/>
                  <a:gd name="connsiteX7" fmla="*/ 122135 w 764259"/>
                  <a:gd name="connsiteY7" fmla="*/ 597770 h 767958"/>
                  <a:gd name="connsiteX8" fmla="*/ 138156 w 764259"/>
                  <a:gd name="connsiteY8" fmla="*/ 608444 h 767958"/>
                  <a:gd name="connsiteX9" fmla="*/ 125488 w 764259"/>
                  <a:gd name="connsiteY9" fmla="*/ 584691 h 767958"/>
                  <a:gd name="connsiteX10" fmla="*/ 149936 w 764259"/>
                  <a:gd name="connsiteY10" fmla="*/ 614323 h 767958"/>
                  <a:gd name="connsiteX11" fmla="*/ 380280 w 764259"/>
                  <a:gd name="connsiteY11" fmla="*/ 709734 h 767958"/>
                  <a:gd name="connsiteX12" fmla="*/ 706035 w 764259"/>
                  <a:gd name="connsiteY12" fmla="*/ 383979 h 767958"/>
                  <a:gd name="connsiteX13" fmla="*/ 380280 w 764259"/>
                  <a:gd name="connsiteY13" fmla="*/ 58224 h 767958"/>
                  <a:gd name="connsiteX14" fmla="*/ 61143 w 764259"/>
                  <a:gd name="connsiteY14" fmla="*/ 318328 h 767958"/>
                  <a:gd name="connsiteX15" fmla="*/ 58224 w 764259"/>
                  <a:gd name="connsiteY15" fmla="*/ 347286 h 767958"/>
                  <a:gd name="connsiteX16" fmla="*/ 0 w 764259"/>
                  <a:gd name="connsiteY16" fmla="*/ 347286 h 767958"/>
                  <a:gd name="connsiteX17" fmla="*/ 4102 w 764259"/>
                  <a:gd name="connsiteY17" fmla="*/ 306594 h 767958"/>
                  <a:gd name="connsiteX18" fmla="*/ 380280 w 764259"/>
                  <a:gd name="connsiteY18" fmla="*/ 0 h 7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4259" h="767958">
                    <a:moveTo>
                      <a:pt x="380280" y="0"/>
                    </a:moveTo>
                    <a:cubicBezTo>
                      <a:pt x="592346" y="0"/>
                      <a:pt x="764259" y="171913"/>
                      <a:pt x="764259" y="383979"/>
                    </a:cubicBezTo>
                    <a:cubicBezTo>
                      <a:pt x="764259" y="596045"/>
                      <a:pt x="592346" y="767958"/>
                      <a:pt x="380280" y="767958"/>
                    </a:cubicBezTo>
                    <a:cubicBezTo>
                      <a:pt x="274247" y="767958"/>
                      <a:pt x="178252" y="724980"/>
                      <a:pt x="108766" y="655493"/>
                    </a:cubicBezTo>
                    <a:lnTo>
                      <a:pt x="88074" y="630414"/>
                    </a:lnTo>
                    <a:lnTo>
                      <a:pt x="86340" y="621759"/>
                    </a:lnTo>
                    <a:cubicBezTo>
                      <a:pt x="87851" y="614109"/>
                      <a:pt x="92280" y="607036"/>
                      <a:pt x="99269" y="602352"/>
                    </a:cubicBezTo>
                    <a:cubicBezTo>
                      <a:pt x="106259" y="597667"/>
                      <a:pt x="114485" y="596260"/>
                      <a:pt x="122135" y="597770"/>
                    </a:cubicBezTo>
                    <a:lnTo>
                      <a:pt x="138156" y="608444"/>
                    </a:lnTo>
                    <a:lnTo>
                      <a:pt x="125488" y="584691"/>
                    </a:lnTo>
                    <a:lnTo>
                      <a:pt x="149936" y="614323"/>
                    </a:lnTo>
                    <a:cubicBezTo>
                      <a:pt x="208886" y="673273"/>
                      <a:pt x="290325" y="709734"/>
                      <a:pt x="380280" y="709734"/>
                    </a:cubicBezTo>
                    <a:cubicBezTo>
                      <a:pt x="560190" y="709734"/>
                      <a:pt x="706035" y="563889"/>
                      <a:pt x="706035" y="383979"/>
                    </a:cubicBezTo>
                    <a:cubicBezTo>
                      <a:pt x="706035" y="204069"/>
                      <a:pt x="560190" y="58224"/>
                      <a:pt x="380280" y="58224"/>
                    </a:cubicBezTo>
                    <a:cubicBezTo>
                      <a:pt x="222859" y="58224"/>
                      <a:pt x="91519" y="169887"/>
                      <a:pt x="61143" y="318328"/>
                    </a:cubicBezTo>
                    <a:lnTo>
                      <a:pt x="58224" y="347286"/>
                    </a:lnTo>
                    <a:lnTo>
                      <a:pt x="0" y="347286"/>
                    </a:lnTo>
                    <a:lnTo>
                      <a:pt x="4102" y="306594"/>
                    </a:lnTo>
                    <a:cubicBezTo>
                      <a:pt x="39907" y="131621"/>
                      <a:pt x="194722" y="0"/>
                      <a:pt x="380280" y="0"/>
                    </a:cubicBezTo>
                    <a:close/>
                  </a:path>
                </a:pathLst>
              </a:cu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4" name="椭圆 93"/>
              <p:cNvSpPr/>
              <p:nvPr userDrawn="1"/>
            </p:nvSpPr>
            <p:spPr>
              <a:xfrm>
                <a:off x="1588770" y="1756122"/>
                <a:ext cx="57150" cy="57150"/>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5" name="椭圆 94"/>
              <p:cNvSpPr/>
              <p:nvPr userDrawn="1"/>
            </p:nvSpPr>
            <p:spPr>
              <a:xfrm>
                <a:off x="1506056" y="1488303"/>
                <a:ext cx="57150" cy="57150"/>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96" name="组合 95"/>
            <p:cNvGrpSpPr/>
            <p:nvPr userDrawn="1"/>
          </p:nvGrpSpPr>
          <p:grpSpPr>
            <a:xfrm>
              <a:off x="354335" y="535507"/>
              <a:ext cx="535506" cy="350441"/>
              <a:chOff x="1922428" y="1423006"/>
              <a:chExt cx="535506" cy="350441"/>
            </a:xfrm>
            <a:gradFill>
              <a:gsLst>
                <a:gs pos="0">
                  <a:srgbClr val="00416A"/>
                </a:gs>
                <a:gs pos="100000">
                  <a:srgbClr val="E4E5E6"/>
                </a:gs>
              </a:gsLst>
              <a:lin ang="3000000" scaled="0"/>
            </a:gradFill>
          </p:grpSpPr>
          <p:grpSp>
            <p:nvGrpSpPr>
              <p:cNvPr id="97" name="组合 96"/>
              <p:cNvGrpSpPr/>
              <p:nvPr userDrawn="1"/>
            </p:nvGrpSpPr>
            <p:grpSpPr>
              <a:xfrm rot="18718039" flipV="1">
                <a:off x="1844710" y="1584333"/>
                <a:ext cx="224712" cy="69276"/>
                <a:chOff x="573405" y="1443990"/>
                <a:chExt cx="787632" cy="160020"/>
              </a:xfrm>
              <a:grpFill/>
            </p:grpSpPr>
            <p:sp>
              <p:nvSpPr>
                <p:cNvPr id="107" name="椭圆 106"/>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8" name="椭圆 107"/>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9" name="矩形 108"/>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98" name="组合 97"/>
              <p:cNvGrpSpPr/>
              <p:nvPr userDrawn="1"/>
            </p:nvGrpSpPr>
            <p:grpSpPr>
              <a:xfrm rot="2651265" flipV="1">
                <a:off x="1955814" y="1594427"/>
                <a:ext cx="253670" cy="69276"/>
                <a:chOff x="573405" y="1443990"/>
                <a:chExt cx="787632" cy="160020"/>
              </a:xfrm>
              <a:grpFill/>
            </p:grpSpPr>
            <p:sp>
              <p:nvSpPr>
                <p:cNvPr id="104" name="椭圆 103"/>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5" name="椭圆 104"/>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6" name="矩形 105"/>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99" name="组合 98"/>
              <p:cNvGrpSpPr/>
              <p:nvPr userDrawn="1"/>
            </p:nvGrpSpPr>
            <p:grpSpPr>
              <a:xfrm rot="18821879" flipV="1">
                <a:off x="2091592" y="1585792"/>
                <a:ext cx="306034" cy="69276"/>
                <a:chOff x="573405" y="1443990"/>
                <a:chExt cx="787632" cy="160020"/>
              </a:xfrm>
              <a:grpFill/>
            </p:grpSpPr>
            <p:sp>
              <p:nvSpPr>
                <p:cNvPr id="101" name="椭圆 100"/>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2" name="椭圆 101"/>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3" name="矩形 102"/>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100" name="等腰三角形 99"/>
              <p:cNvSpPr/>
              <p:nvPr userDrawn="1"/>
            </p:nvSpPr>
            <p:spPr>
              <a:xfrm rot="2290495">
                <a:off x="2261064" y="1423006"/>
                <a:ext cx="196870" cy="148982"/>
              </a:xfrm>
              <a:prstGeom prst="triangl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87" name="组合 86"/>
          <p:cNvGrpSpPr/>
          <p:nvPr userDrawn="1"/>
        </p:nvGrpSpPr>
        <p:grpSpPr>
          <a:xfrm>
            <a:off x="0" y="2276872"/>
            <a:ext cx="5533941" cy="2633589"/>
            <a:chOff x="1631157" y="1513742"/>
            <a:chExt cx="8929687" cy="4249616"/>
          </a:xfrm>
        </p:grpSpPr>
        <p:sp>
          <p:nvSpPr>
            <p:cNvPr id="88" name="ïşļiďê"/>
            <p:cNvSpPr/>
            <p:nvPr/>
          </p:nvSpPr>
          <p:spPr bwMode="auto">
            <a:xfrm>
              <a:off x="4203213" y="1513742"/>
              <a:ext cx="1970637" cy="2329351"/>
            </a:xfrm>
            <a:custGeom>
              <a:avLst/>
              <a:gdLst>
                <a:gd name="T0" fmla="*/ 509 w 544"/>
                <a:gd name="T1" fmla="*/ 340 h 642"/>
                <a:gd name="T2" fmla="*/ 474 w 544"/>
                <a:gd name="T3" fmla="*/ 279 h 642"/>
                <a:gd name="T4" fmla="*/ 487 w 544"/>
                <a:gd name="T5" fmla="*/ 178 h 642"/>
                <a:gd name="T6" fmla="*/ 397 w 544"/>
                <a:gd name="T7" fmla="*/ 118 h 642"/>
                <a:gd name="T8" fmla="*/ 148 w 544"/>
                <a:gd name="T9" fmla="*/ 101 h 642"/>
                <a:gd name="T10" fmla="*/ 112 w 544"/>
                <a:gd name="T11" fmla="*/ 85 h 642"/>
                <a:gd name="T12" fmla="*/ 19 w 544"/>
                <a:gd name="T13" fmla="*/ 152 h 642"/>
                <a:gd name="T14" fmla="*/ 73 w 544"/>
                <a:gd name="T15" fmla="*/ 241 h 642"/>
                <a:gd name="T16" fmla="*/ 26 w 544"/>
                <a:gd name="T17" fmla="*/ 277 h 642"/>
                <a:gd name="T18" fmla="*/ 18 w 544"/>
                <a:gd name="T19" fmla="*/ 388 h 642"/>
                <a:gd name="T20" fmla="*/ 30 w 544"/>
                <a:gd name="T21" fmla="*/ 420 h 642"/>
                <a:gd name="T22" fmla="*/ 20 w 544"/>
                <a:gd name="T23" fmla="*/ 446 h 642"/>
                <a:gd name="T24" fmla="*/ 14 w 544"/>
                <a:gd name="T25" fmla="*/ 476 h 642"/>
                <a:gd name="T26" fmla="*/ 126 w 544"/>
                <a:gd name="T27" fmla="*/ 627 h 642"/>
                <a:gd name="T28" fmla="*/ 261 w 544"/>
                <a:gd name="T29" fmla="*/ 611 h 642"/>
                <a:gd name="T30" fmla="*/ 376 w 544"/>
                <a:gd name="T31" fmla="*/ 555 h 642"/>
                <a:gd name="T32" fmla="*/ 403 w 544"/>
                <a:gd name="T33" fmla="*/ 569 h 642"/>
                <a:gd name="T34" fmla="*/ 452 w 544"/>
                <a:gd name="T35" fmla="*/ 564 h 642"/>
                <a:gd name="T36" fmla="*/ 470 w 544"/>
                <a:gd name="T37" fmla="*/ 493 h 642"/>
                <a:gd name="T38" fmla="*/ 482 w 544"/>
                <a:gd name="T39" fmla="*/ 472 h 642"/>
                <a:gd name="T40" fmla="*/ 496 w 544"/>
                <a:gd name="T41" fmla="*/ 460 h 642"/>
                <a:gd name="T42" fmla="*/ 509 w 544"/>
                <a:gd name="T43" fmla="*/ 34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4" h="642">
                  <a:moveTo>
                    <a:pt x="509" y="340"/>
                  </a:moveTo>
                  <a:cubicBezTo>
                    <a:pt x="474" y="279"/>
                    <a:pt x="474" y="279"/>
                    <a:pt x="474" y="279"/>
                  </a:cubicBezTo>
                  <a:cubicBezTo>
                    <a:pt x="483" y="259"/>
                    <a:pt x="496" y="218"/>
                    <a:pt x="487" y="178"/>
                  </a:cubicBezTo>
                  <a:cubicBezTo>
                    <a:pt x="478" y="137"/>
                    <a:pt x="438" y="111"/>
                    <a:pt x="397" y="118"/>
                  </a:cubicBezTo>
                  <a:cubicBezTo>
                    <a:pt x="292" y="0"/>
                    <a:pt x="177" y="78"/>
                    <a:pt x="148" y="101"/>
                  </a:cubicBezTo>
                  <a:cubicBezTo>
                    <a:pt x="138" y="93"/>
                    <a:pt x="125" y="88"/>
                    <a:pt x="112" y="85"/>
                  </a:cubicBezTo>
                  <a:cubicBezTo>
                    <a:pt x="67" y="78"/>
                    <a:pt x="26" y="108"/>
                    <a:pt x="19" y="152"/>
                  </a:cubicBezTo>
                  <a:cubicBezTo>
                    <a:pt x="12" y="191"/>
                    <a:pt x="36" y="228"/>
                    <a:pt x="73" y="241"/>
                  </a:cubicBezTo>
                  <a:cubicBezTo>
                    <a:pt x="54" y="248"/>
                    <a:pt x="37" y="261"/>
                    <a:pt x="26" y="277"/>
                  </a:cubicBezTo>
                  <a:cubicBezTo>
                    <a:pt x="3" y="309"/>
                    <a:pt x="0" y="354"/>
                    <a:pt x="18" y="388"/>
                  </a:cubicBezTo>
                  <a:cubicBezTo>
                    <a:pt x="24" y="398"/>
                    <a:pt x="31" y="408"/>
                    <a:pt x="30" y="420"/>
                  </a:cubicBezTo>
                  <a:cubicBezTo>
                    <a:pt x="30" y="429"/>
                    <a:pt x="24" y="437"/>
                    <a:pt x="20" y="446"/>
                  </a:cubicBezTo>
                  <a:cubicBezTo>
                    <a:pt x="17" y="456"/>
                    <a:pt x="14" y="466"/>
                    <a:pt x="14" y="476"/>
                  </a:cubicBezTo>
                  <a:cubicBezTo>
                    <a:pt x="8" y="541"/>
                    <a:pt x="55" y="605"/>
                    <a:pt x="126" y="627"/>
                  </a:cubicBezTo>
                  <a:cubicBezTo>
                    <a:pt x="175" y="642"/>
                    <a:pt x="224" y="634"/>
                    <a:pt x="261" y="611"/>
                  </a:cubicBezTo>
                  <a:cubicBezTo>
                    <a:pt x="297" y="589"/>
                    <a:pt x="336" y="572"/>
                    <a:pt x="376" y="555"/>
                  </a:cubicBezTo>
                  <a:cubicBezTo>
                    <a:pt x="391" y="564"/>
                    <a:pt x="403" y="569"/>
                    <a:pt x="403" y="569"/>
                  </a:cubicBezTo>
                  <a:cubicBezTo>
                    <a:pt x="452" y="564"/>
                    <a:pt x="452" y="564"/>
                    <a:pt x="452" y="564"/>
                  </a:cubicBezTo>
                  <a:cubicBezTo>
                    <a:pt x="477" y="565"/>
                    <a:pt x="460" y="527"/>
                    <a:pt x="470" y="493"/>
                  </a:cubicBezTo>
                  <a:cubicBezTo>
                    <a:pt x="475" y="486"/>
                    <a:pt x="479" y="479"/>
                    <a:pt x="482" y="472"/>
                  </a:cubicBezTo>
                  <a:cubicBezTo>
                    <a:pt x="485" y="467"/>
                    <a:pt x="490" y="463"/>
                    <a:pt x="496" y="460"/>
                  </a:cubicBezTo>
                  <a:cubicBezTo>
                    <a:pt x="518" y="445"/>
                    <a:pt x="544" y="391"/>
                    <a:pt x="509" y="340"/>
                  </a:cubicBezTo>
                </a:path>
              </a:pathLst>
            </a:custGeom>
            <a:solidFill>
              <a:srgbClr val="3531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îSlíḓê"/>
            <p:cNvSpPr/>
            <p:nvPr/>
          </p:nvSpPr>
          <p:spPr bwMode="auto">
            <a:xfrm>
              <a:off x="5720496" y="2641783"/>
              <a:ext cx="1300529" cy="2457572"/>
            </a:xfrm>
            <a:custGeom>
              <a:avLst/>
              <a:gdLst>
                <a:gd name="T0" fmla="*/ 347 w 359"/>
                <a:gd name="T1" fmla="*/ 92 h 677"/>
                <a:gd name="T2" fmla="*/ 334 w 359"/>
                <a:gd name="T3" fmla="*/ 37 h 677"/>
                <a:gd name="T4" fmla="*/ 324 w 359"/>
                <a:gd name="T5" fmla="*/ 19 h 677"/>
                <a:gd name="T6" fmla="*/ 299 w 359"/>
                <a:gd name="T7" fmla="*/ 11 h 677"/>
                <a:gd name="T8" fmla="*/ 287 w 359"/>
                <a:gd name="T9" fmla="*/ 12 h 677"/>
                <a:gd name="T10" fmla="*/ 252 w 359"/>
                <a:gd name="T11" fmla="*/ 6 h 677"/>
                <a:gd name="T12" fmla="*/ 251 w 359"/>
                <a:gd name="T13" fmla="*/ 6 h 677"/>
                <a:gd name="T14" fmla="*/ 225 w 359"/>
                <a:gd name="T15" fmla="*/ 10 h 677"/>
                <a:gd name="T16" fmla="*/ 183 w 359"/>
                <a:gd name="T17" fmla="*/ 59 h 677"/>
                <a:gd name="T18" fmla="*/ 166 w 359"/>
                <a:gd name="T19" fmla="*/ 121 h 677"/>
                <a:gd name="T20" fmla="*/ 161 w 359"/>
                <a:gd name="T21" fmla="*/ 172 h 677"/>
                <a:gd name="T22" fmla="*/ 166 w 359"/>
                <a:gd name="T23" fmla="*/ 366 h 677"/>
                <a:gd name="T24" fmla="*/ 147 w 359"/>
                <a:gd name="T25" fmla="*/ 358 h 677"/>
                <a:gd name="T26" fmla="*/ 0 w 359"/>
                <a:gd name="T27" fmla="*/ 205 h 677"/>
                <a:gd name="T28" fmla="*/ 96 w 359"/>
                <a:gd name="T29" fmla="*/ 586 h 677"/>
                <a:gd name="T30" fmla="*/ 171 w 359"/>
                <a:gd name="T31" fmla="*/ 677 h 677"/>
                <a:gd name="T32" fmla="*/ 326 w 359"/>
                <a:gd name="T33" fmla="*/ 435 h 677"/>
                <a:gd name="T34" fmla="*/ 310 w 359"/>
                <a:gd name="T35" fmla="*/ 228 h 677"/>
                <a:gd name="T36" fmla="*/ 306 w 359"/>
                <a:gd name="T37" fmla="*/ 148 h 677"/>
                <a:gd name="T38" fmla="*/ 325 w 359"/>
                <a:gd name="T39" fmla="*/ 146 h 677"/>
                <a:gd name="T40" fmla="*/ 342 w 359"/>
                <a:gd name="T41" fmla="*/ 140 h 677"/>
                <a:gd name="T42" fmla="*/ 347 w 359"/>
                <a:gd name="T43" fmla="*/ 92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9" h="677">
                  <a:moveTo>
                    <a:pt x="347" y="92"/>
                  </a:moveTo>
                  <a:cubicBezTo>
                    <a:pt x="343" y="73"/>
                    <a:pt x="341" y="54"/>
                    <a:pt x="334" y="37"/>
                  </a:cubicBezTo>
                  <a:cubicBezTo>
                    <a:pt x="332" y="30"/>
                    <a:pt x="329" y="24"/>
                    <a:pt x="324" y="19"/>
                  </a:cubicBezTo>
                  <a:cubicBezTo>
                    <a:pt x="317" y="13"/>
                    <a:pt x="308" y="12"/>
                    <a:pt x="299" y="11"/>
                  </a:cubicBezTo>
                  <a:cubicBezTo>
                    <a:pt x="295" y="11"/>
                    <a:pt x="291" y="12"/>
                    <a:pt x="287" y="12"/>
                  </a:cubicBezTo>
                  <a:cubicBezTo>
                    <a:pt x="275" y="12"/>
                    <a:pt x="262" y="13"/>
                    <a:pt x="252" y="6"/>
                  </a:cubicBezTo>
                  <a:cubicBezTo>
                    <a:pt x="251" y="6"/>
                    <a:pt x="251" y="6"/>
                    <a:pt x="251" y="6"/>
                  </a:cubicBezTo>
                  <a:cubicBezTo>
                    <a:pt x="243" y="0"/>
                    <a:pt x="231" y="2"/>
                    <a:pt x="225" y="10"/>
                  </a:cubicBezTo>
                  <a:cubicBezTo>
                    <a:pt x="183" y="59"/>
                    <a:pt x="183" y="59"/>
                    <a:pt x="183" y="59"/>
                  </a:cubicBezTo>
                  <a:cubicBezTo>
                    <a:pt x="166" y="90"/>
                    <a:pt x="166" y="121"/>
                    <a:pt x="166" y="121"/>
                  </a:cubicBezTo>
                  <a:cubicBezTo>
                    <a:pt x="161" y="172"/>
                    <a:pt x="161" y="172"/>
                    <a:pt x="161" y="172"/>
                  </a:cubicBezTo>
                  <a:cubicBezTo>
                    <a:pt x="166" y="366"/>
                    <a:pt x="166" y="366"/>
                    <a:pt x="166" y="366"/>
                  </a:cubicBezTo>
                  <a:cubicBezTo>
                    <a:pt x="147" y="358"/>
                    <a:pt x="147" y="358"/>
                    <a:pt x="147" y="358"/>
                  </a:cubicBezTo>
                  <a:cubicBezTo>
                    <a:pt x="63" y="213"/>
                    <a:pt x="0" y="205"/>
                    <a:pt x="0" y="205"/>
                  </a:cubicBezTo>
                  <a:cubicBezTo>
                    <a:pt x="6" y="268"/>
                    <a:pt x="96" y="586"/>
                    <a:pt x="96" y="586"/>
                  </a:cubicBezTo>
                  <a:cubicBezTo>
                    <a:pt x="171" y="677"/>
                    <a:pt x="171" y="677"/>
                    <a:pt x="171" y="677"/>
                  </a:cubicBezTo>
                  <a:cubicBezTo>
                    <a:pt x="326" y="435"/>
                    <a:pt x="326" y="435"/>
                    <a:pt x="326" y="435"/>
                  </a:cubicBezTo>
                  <a:cubicBezTo>
                    <a:pt x="310" y="228"/>
                    <a:pt x="310" y="228"/>
                    <a:pt x="310" y="228"/>
                  </a:cubicBezTo>
                  <a:cubicBezTo>
                    <a:pt x="306" y="148"/>
                    <a:pt x="306" y="148"/>
                    <a:pt x="306" y="148"/>
                  </a:cubicBezTo>
                  <a:cubicBezTo>
                    <a:pt x="325" y="146"/>
                    <a:pt x="325" y="146"/>
                    <a:pt x="325" y="146"/>
                  </a:cubicBezTo>
                  <a:cubicBezTo>
                    <a:pt x="331" y="145"/>
                    <a:pt x="337" y="143"/>
                    <a:pt x="342" y="140"/>
                  </a:cubicBezTo>
                  <a:cubicBezTo>
                    <a:pt x="359" y="128"/>
                    <a:pt x="351" y="108"/>
                    <a:pt x="347" y="92"/>
                  </a:cubicBezTo>
                </a:path>
              </a:pathLst>
            </a:custGeom>
            <a:solidFill>
              <a:srgbClr val="F7C9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iSlîďè"/>
            <p:cNvSpPr/>
            <p:nvPr/>
          </p:nvSpPr>
          <p:spPr bwMode="auto">
            <a:xfrm>
              <a:off x="6477612" y="1808346"/>
              <a:ext cx="1775253" cy="1199784"/>
            </a:xfrm>
            <a:custGeom>
              <a:avLst/>
              <a:gdLst>
                <a:gd name="T0" fmla="*/ 469 w 490"/>
                <a:gd name="T1" fmla="*/ 331 h 331"/>
                <a:gd name="T2" fmla="*/ 20 w 490"/>
                <a:gd name="T3" fmla="*/ 330 h 331"/>
                <a:gd name="T4" fmla="*/ 0 w 490"/>
                <a:gd name="T5" fmla="*/ 314 h 331"/>
                <a:gd name="T6" fmla="*/ 0 w 490"/>
                <a:gd name="T7" fmla="*/ 46 h 331"/>
                <a:gd name="T8" fmla="*/ 0 w 490"/>
                <a:gd name="T9" fmla="*/ 16 h 331"/>
                <a:gd name="T10" fmla="*/ 21 w 490"/>
                <a:gd name="T11" fmla="*/ 0 h 331"/>
                <a:gd name="T12" fmla="*/ 470 w 490"/>
                <a:gd name="T13" fmla="*/ 1 h 331"/>
                <a:gd name="T14" fmla="*/ 490 w 490"/>
                <a:gd name="T15" fmla="*/ 17 h 331"/>
                <a:gd name="T16" fmla="*/ 490 w 490"/>
                <a:gd name="T17" fmla="*/ 315 h 331"/>
                <a:gd name="T18" fmla="*/ 469 w 490"/>
                <a:gd name="T19"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0" h="331">
                  <a:moveTo>
                    <a:pt x="469" y="331"/>
                  </a:moveTo>
                  <a:cubicBezTo>
                    <a:pt x="20" y="330"/>
                    <a:pt x="20" y="330"/>
                    <a:pt x="20" y="330"/>
                  </a:cubicBezTo>
                  <a:cubicBezTo>
                    <a:pt x="9" y="330"/>
                    <a:pt x="0" y="323"/>
                    <a:pt x="0" y="314"/>
                  </a:cubicBezTo>
                  <a:cubicBezTo>
                    <a:pt x="0" y="46"/>
                    <a:pt x="0" y="46"/>
                    <a:pt x="0" y="46"/>
                  </a:cubicBezTo>
                  <a:cubicBezTo>
                    <a:pt x="0" y="16"/>
                    <a:pt x="0" y="16"/>
                    <a:pt x="0" y="16"/>
                  </a:cubicBezTo>
                  <a:cubicBezTo>
                    <a:pt x="0" y="7"/>
                    <a:pt x="9" y="0"/>
                    <a:pt x="21" y="0"/>
                  </a:cubicBezTo>
                  <a:cubicBezTo>
                    <a:pt x="470" y="1"/>
                    <a:pt x="470" y="1"/>
                    <a:pt x="470" y="1"/>
                  </a:cubicBezTo>
                  <a:cubicBezTo>
                    <a:pt x="481" y="1"/>
                    <a:pt x="490" y="8"/>
                    <a:pt x="490" y="17"/>
                  </a:cubicBezTo>
                  <a:cubicBezTo>
                    <a:pt x="490" y="315"/>
                    <a:pt x="490" y="315"/>
                    <a:pt x="490" y="315"/>
                  </a:cubicBezTo>
                  <a:cubicBezTo>
                    <a:pt x="490" y="323"/>
                    <a:pt x="481" y="331"/>
                    <a:pt x="469" y="331"/>
                  </a:cubicBezTo>
                </a:path>
              </a:pathLst>
            </a:custGeom>
            <a:solidFill>
              <a:schemeClr val="bg1">
                <a:lumMod val="95000"/>
              </a:schemeClr>
            </a:solidFill>
            <a:ln>
              <a:noFill/>
            </a:ln>
          </p:spPr>
          <p:txBody>
            <a:bodyPr vert="horz" wrap="square" lIns="91440" tIns="45720" rIns="91440" bIns="45720" numCol="1" anchor="t" anchorCtr="0" compatLnSpc="1"/>
            <a:lstStyle/>
            <a:p>
              <a:endParaRPr lang="zh-CN" altLang="en-US"/>
            </a:p>
          </p:txBody>
        </p:sp>
        <p:sp>
          <p:nvSpPr>
            <p:cNvPr id="115" name="iṧľíḓe"/>
            <p:cNvSpPr/>
            <p:nvPr/>
          </p:nvSpPr>
          <p:spPr bwMode="auto">
            <a:xfrm>
              <a:off x="6477612" y="1808346"/>
              <a:ext cx="1775253" cy="227440"/>
            </a:xfrm>
            <a:custGeom>
              <a:avLst/>
              <a:gdLst>
                <a:gd name="T0" fmla="*/ 0 w 490"/>
                <a:gd name="T1" fmla="*/ 63 h 63"/>
                <a:gd name="T2" fmla="*/ 0 w 490"/>
                <a:gd name="T3" fmla="*/ 16 h 63"/>
                <a:gd name="T4" fmla="*/ 21 w 490"/>
                <a:gd name="T5" fmla="*/ 0 h 63"/>
                <a:gd name="T6" fmla="*/ 470 w 490"/>
                <a:gd name="T7" fmla="*/ 1 h 63"/>
                <a:gd name="T8" fmla="*/ 490 w 490"/>
                <a:gd name="T9" fmla="*/ 17 h 63"/>
                <a:gd name="T10" fmla="*/ 490 w 490"/>
                <a:gd name="T11" fmla="*/ 61 h 63"/>
              </a:gdLst>
              <a:ahLst/>
              <a:cxnLst>
                <a:cxn ang="0">
                  <a:pos x="T0" y="T1"/>
                </a:cxn>
                <a:cxn ang="0">
                  <a:pos x="T2" y="T3"/>
                </a:cxn>
                <a:cxn ang="0">
                  <a:pos x="T4" y="T5"/>
                </a:cxn>
                <a:cxn ang="0">
                  <a:pos x="T6" y="T7"/>
                </a:cxn>
                <a:cxn ang="0">
                  <a:pos x="T8" y="T9"/>
                </a:cxn>
                <a:cxn ang="0">
                  <a:pos x="T10" y="T11"/>
                </a:cxn>
              </a:cxnLst>
              <a:rect l="0" t="0" r="r" b="b"/>
              <a:pathLst>
                <a:path w="490" h="63">
                  <a:moveTo>
                    <a:pt x="0" y="63"/>
                  </a:moveTo>
                  <a:cubicBezTo>
                    <a:pt x="0" y="16"/>
                    <a:pt x="0" y="16"/>
                    <a:pt x="0" y="16"/>
                  </a:cubicBezTo>
                  <a:cubicBezTo>
                    <a:pt x="0" y="7"/>
                    <a:pt x="9" y="0"/>
                    <a:pt x="21" y="0"/>
                  </a:cubicBezTo>
                  <a:cubicBezTo>
                    <a:pt x="470" y="1"/>
                    <a:pt x="470" y="1"/>
                    <a:pt x="470" y="1"/>
                  </a:cubicBezTo>
                  <a:cubicBezTo>
                    <a:pt x="481" y="1"/>
                    <a:pt x="490" y="8"/>
                    <a:pt x="490" y="17"/>
                  </a:cubicBezTo>
                  <a:cubicBezTo>
                    <a:pt x="490" y="61"/>
                    <a:pt x="490" y="61"/>
                    <a:pt x="490" y="61"/>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116" name="isḻîḍè"/>
            <p:cNvSpPr/>
            <p:nvPr/>
          </p:nvSpPr>
          <p:spPr bwMode="auto">
            <a:xfrm>
              <a:off x="6572251" y="1890774"/>
              <a:ext cx="68690" cy="73269"/>
            </a:xfrm>
            <a:custGeom>
              <a:avLst/>
              <a:gdLst>
                <a:gd name="T0" fmla="*/ 9 w 19"/>
                <a:gd name="T1" fmla="*/ 20 h 20"/>
                <a:gd name="T2" fmla="*/ 9 w 19"/>
                <a:gd name="T3" fmla="*/ 20 h 20"/>
                <a:gd name="T4" fmla="*/ 0 w 19"/>
                <a:gd name="T5" fmla="*/ 10 h 20"/>
                <a:gd name="T6" fmla="*/ 9 w 19"/>
                <a:gd name="T7" fmla="*/ 0 h 20"/>
                <a:gd name="T8" fmla="*/ 10 w 19"/>
                <a:gd name="T9" fmla="*/ 0 h 20"/>
                <a:gd name="T10" fmla="*/ 19 w 19"/>
                <a:gd name="T11" fmla="*/ 10 h 20"/>
                <a:gd name="T12" fmla="*/ 16 w 19"/>
                <a:gd name="T13" fmla="*/ 17 h 20"/>
                <a:gd name="T14" fmla="*/ 9 w 19"/>
                <a:gd name="T15" fmla="*/ 20 h 20"/>
                <a:gd name="T16" fmla="*/ 9 w 19"/>
                <a:gd name="T17" fmla="*/ 4 h 20"/>
                <a:gd name="T18" fmla="*/ 4 w 19"/>
                <a:gd name="T19" fmla="*/ 10 h 20"/>
                <a:gd name="T20" fmla="*/ 9 w 19"/>
                <a:gd name="T21" fmla="*/ 16 h 20"/>
                <a:gd name="T22" fmla="*/ 9 w 19"/>
                <a:gd name="T23" fmla="*/ 16 h 20"/>
                <a:gd name="T24" fmla="*/ 14 w 19"/>
                <a:gd name="T25" fmla="*/ 14 h 20"/>
                <a:gd name="T26" fmla="*/ 15 w 19"/>
                <a:gd name="T27" fmla="*/ 10 h 20"/>
                <a:gd name="T28" fmla="*/ 9 w 19"/>
                <a:gd name="T29"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0">
                  <a:moveTo>
                    <a:pt x="9" y="20"/>
                  </a:moveTo>
                  <a:cubicBezTo>
                    <a:pt x="9" y="20"/>
                    <a:pt x="9" y="20"/>
                    <a:pt x="9" y="20"/>
                  </a:cubicBezTo>
                  <a:cubicBezTo>
                    <a:pt x="4" y="20"/>
                    <a:pt x="0" y="15"/>
                    <a:pt x="0" y="10"/>
                  </a:cubicBezTo>
                  <a:cubicBezTo>
                    <a:pt x="0" y="5"/>
                    <a:pt x="4" y="0"/>
                    <a:pt x="9" y="0"/>
                  </a:cubicBezTo>
                  <a:cubicBezTo>
                    <a:pt x="10" y="0"/>
                    <a:pt x="10" y="0"/>
                    <a:pt x="10" y="0"/>
                  </a:cubicBezTo>
                  <a:cubicBezTo>
                    <a:pt x="15" y="0"/>
                    <a:pt x="19" y="5"/>
                    <a:pt x="19" y="10"/>
                  </a:cubicBezTo>
                  <a:cubicBezTo>
                    <a:pt x="19" y="13"/>
                    <a:pt x="18" y="15"/>
                    <a:pt x="16" y="17"/>
                  </a:cubicBezTo>
                  <a:cubicBezTo>
                    <a:pt x="15" y="19"/>
                    <a:pt x="12" y="20"/>
                    <a:pt x="9" y="20"/>
                  </a:cubicBezTo>
                  <a:close/>
                  <a:moveTo>
                    <a:pt x="9" y="4"/>
                  </a:moveTo>
                  <a:cubicBezTo>
                    <a:pt x="6" y="4"/>
                    <a:pt x="4" y="7"/>
                    <a:pt x="4" y="10"/>
                  </a:cubicBezTo>
                  <a:cubicBezTo>
                    <a:pt x="4" y="13"/>
                    <a:pt x="6" y="16"/>
                    <a:pt x="9" y="16"/>
                  </a:cubicBezTo>
                  <a:cubicBezTo>
                    <a:pt x="9" y="16"/>
                    <a:pt x="9" y="16"/>
                    <a:pt x="9" y="16"/>
                  </a:cubicBezTo>
                  <a:cubicBezTo>
                    <a:pt x="11" y="16"/>
                    <a:pt x="12" y="15"/>
                    <a:pt x="14" y="14"/>
                  </a:cubicBezTo>
                  <a:cubicBezTo>
                    <a:pt x="15" y="13"/>
                    <a:pt x="15" y="12"/>
                    <a:pt x="15" y="10"/>
                  </a:cubicBezTo>
                  <a:cubicBezTo>
                    <a:pt x="15" y="7"/>
                    <a:pt x="13" y="4"/>
                    <a:pt x="9"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ïṥľidê"/>
            <p:cNvSpPr/>
            <p:nvPr/>
          </p:nvSpPr>
          <p:spPr bwMode="auto">
            <a:xfrm>
              <a:off x="6677575" y="1890774"/>
              <a:ext cx="68690" cy="73269"/>
            </a:xfrm>
            <a:custGeom>
              <a:avLst/>
              <a:gdLst>
                <a:gd name="T0" fmla="*/ 9 w 19"/>
                <a:gd name="T1" fmla="*/ 20 h 20"/>
                <a:gd name="T2" fmla="*/ 9 w 19"/>
                <a:gd name="T3" fmla="*/ 20 h 20"/>
                <a:gd name="T4" fmla="*/ 0 w 19"/>
                <a:gd name="T5" fmla="*/ 10 h 20"/>
                <a:gd name="T6" fmla="*/ 9 w 19"/>
                <a:gd name="T7" fmla="*/ 0 h 20"/>
                <a:gd name="T8" fmla="*/ 9 w 19"/>
                <a:gd name="T9" fmla="*/ 0 h 20"/>
                <a:gd name="T10" fmla="*/ 19 w 19"/>
                <a:gd name="T11" fmla="*/ 10 h 20"/>
                <a:gd name="T12" fmla="*/ 19 w 19"/>
                <a:gd name="T13" fmla="*/ 10 h 20"/>
                <a:gd name="T14" fmla="*/ 9 w 19"/>
                <a:gd name="T15" fmla="*/ 20 h 20"/>
                <a:gd name="T16" fmla="*/ 9 w 19"/>
                <a:gd name="T17" fmla="*/ 4 h 20"/>
                <a:gd name="T18" fmla="*/ 4 w 19"/>
                <a:gd name="T19" fmla="*/ 10 h 20"/>
                <a:gd name="T20" fmla="*/ 9 w 19"/>
                <a:gd name="T21" fmla="*/ 16 h 20"/>
                <a:gd name="T22" fmla="*/ 9 w 19"/>
                <a:gd name="T23" fmla="*/ 16 h 20"/>
                <a:gd name="T24" fmla="*/ 15 w 19"/>
                <a:gd name="T25" fmla="*/ 10 h 20"/>
                <a:gd name="T26" fmla="*/ 9 w 19"/>
                <a:gd name="T2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20">
                  <a:moveTo>
                    <a:pt x="9" y="20"/>
                  </a:moveTo>
                  <a:cubicBezTo>
                    <a:pt x="9" y="20"/>
                    <a:pt x="9" y="20"/>
                    <a:pt x="9" y="20"/>
                  </a:cubicBezTo>
                  <a:cubicBezTo>
                    <a:pt x="4" y="20"/>
                    <a:pt x="0" y="15"/>
                    <a:pt x="0" y="10"/>
                  </a:cubicBezTo>
                  <a:cubicBezTo>
                    <a:pt x="0" y="5"/>
                    <a:pt x="4" y="0"/>
                    <a:pt x="9" y="0"/>
                  </a:cubicBezTo>
                  <a:cubicBezTo>
                    <a:pt x="9" y="0"/>
                    <a:pt x="9" y="0"/>
                    <a:pt x="9" y="0"/>
                  </a:cubicBezTo>
                  <a:cubicBezTo>
                    <a:pt x="15" y="0"/>
                    <a:pt x="19" y="5"/>
                    <a:pt x="19" y="10"/>
                  </a:cubicBezTo>
                  <a:cubicBezTo>
                    <a:pt x="19" y="10"/>
                    <a:pt x="19" y="10"/>
                    <a:pt x="19" y="10"/>
                  </a:cubicBezTo>
                  <a:cubicBezTo>
                    <a:pt x="19" y="15"/>
                    <a:pt x="15" y="20"/>
                    <a:pt x="9" y="20"/>
                  </a:cubicBezTo>
                  <a:close/>
                  <a:moveTo>
                    <a:pt x="9" y="4"/>
                  </a:moveTo>
                  <a:cubicBezTo>
                    <a:pt x="6" y="4"/>
                    <a:pt x="4" y="7"/>
                    <a:pt x="4" y="10"/>
                  </a:cubicBezTo>
                  <a:cubicBezTo>
                    <a:pt x="4" y="13"/>
                    <a:pt x="6" y="16"/>
                    <a:pt x="9" y="16"/>
                  </a:cubicBezTo>
                  <a:cubicBezTo>
                    <a:pt x="9" y="16"/>
                    <a:pt x="9" y="16"/>
                    <a:pt x="9" y="16"/>
                  </a:cubicBezTo>
                  <a:cubicBezTo>
                    <a:pt x="13" y="16"/>
                    <a:pt x="15" y="13"/>
                    <a:pt x="15" y="10"/>
                  </a:cubicBezTo>
                  <a:cubicBezTo>
                    <a:pt x="15" y="7"/>
                    <a:pt x="13" y="4"/>
                    <a:pt x="9"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ïṧľîḓe"/>
            <p:cNvSpPr/>
            <p:nvPr/>
          </p:nvSpPr>
          <p:spPr bwMode="auto">
            <a:xfrm>
              <a:off x="6778320" y="1890774"/>
              <a:ext cx="70216" cy="73269"/>
            </a:xfrm>
            <a:custGeom>
              <a:avLst/>
              <a:gdLst>
                <a:gd name="T0" fmla="*/ 10 w 19"/>
                <a:gd name="T1" fmla="*/ 20 h 20"/>
                <a:gd name="T2" fmla="*/ 10 w 19"/>
                <a:gd name="T3" fmla="*/ 20 h 20"/>
                <a:gd name="T4" fmla="*/ 0 w 19"/>
                <a:gd name="T5" fmla="*/ 10 h 20"/>
                <a:gd name="T6" fmla="*/ 10 w 19"/>
                <a:gd name="T7" fmla="*/ 0 h 20"/>
                <a:gd name="T8" fmla="*/ 17 w 19"/>
                <a:gd name="T9" fmla="*/ 3 h 20"/>
                <a:gd name="T10" fmla="*/ 19 w 19"/>
                <a:gd name="T11" fmla="*/ 10 h 20"/>
                <a:gd name="T12" fmla="*/ 17 w 19"/>
                <a:gd name="T13" fmla="*/ 10 h 20"/>
                <a:gd name="T14" fmla="*/ 19 w 19"/>
                <a:gd name="T15" fmla="*/ 10 h 20"/>
                <a:gd name="T16" fmla="*/ 10 w 19"/>
                <a:gd name="T17" fmla="*/ 20 h 20"/>
                <a:gd name="T18" fmla="*/ 10 w 19"/>
                <a:gd name="T19" fmla="*/ 4 h 20"/>
                <a:gd name="T20" fmla="*/ 4 w 19"/>
                <a:gd name="T21" fmla="*/ 10 h 20"/>
                <a:gd name="T22" fmla="*/ 10 w 19"/>
                <a:gd name="T23" fmla="*/ 16 h 20"/>
                <a:gd name="T24" fmla="*/ 10 w 19"/>
                <a:gd name="T25" fmla="*/ 16 h 20"/>
                <a:gd name="T26" fmla="*/ 15 w 19"/>
                <a:gd name="T27" fmla="*/ 10 h 20"/>
                <a:gd name="T28" fmla="*/ 14 w 19"/>
                <a:gd name="T29" fmla="*/ 6 h 20"/>
                <a:gd name="T30" fmla="*/ 10 w 19"/>
                <a:gd name="T31"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20">
                  <a:moveTo>
                    <a:pt x="10" y="20"/>
                  </a:moveTo>
                  <a:cubicBezTo>
                    <a:pt x="10" y="20"/>
                    <a:pt x="10" y="20"/>
                    <a:pt x="10" y="20"/>
                  </a:cubicBezTo>
                  <a:cubicBezTo>
                    <a:pt x="4" y="20"/>
                    <a:pt x="0" y="15"/>
                    <a:pt x="0" y="10"/>
                  </a:cubicBezTo>
                  <a:cubicBezTo>
                    <a:pt x="0" y="5"/>
                    <a:pt x="4" y="0"/>
                    <a:pt x="10" y="0"/>
                  </a:cubicBezTo>
                  <a:cubicBezTo>
                    <a:pt x="12" y="0"/>
                    <a:pt x="15" y="1"/>
                    <a:pt x="17" y="3"/>
                  </a:cubicBezTo>
                  <a:cubicBezTo>
                    <a:pt x="18" y="5"/>
                    <a:pt x="19" y="8"/>
                    <a:pt x="19" y="10"/>
                  </a:cubicBezTo>
                  <a:cubicBezTo>
                    <a:pt x="17" y="10"/>
                    <a:pt x="17" y="10"/>
                    <a:pt x="17" y="10"/>
                  </a:cubicBezTo>
                  <a:cubicBezTo>
                    <a:pt x="19" y="10"/>
                    <a:pt x="19" y="10"/>
                    <a:pt x="19" y="10"/>
                  </a:cubicBezTo>
                  <a:cubicBezTo>
                    <a:pt x="19" y="16"/>
                    <a:pt x="15" y="20"/>
                    <a:pt x="10" y="20"/>
                  </a:cubicBezTo>
                  <a:close/>
                  <a:moveTo>
                    <a:pt x="10" y="4"/>
                  </a:moveTo>
                  <a:cubicBezTo>
                    <a:pt x="7" y="4"/>
                    <a:pt x="4" y="7"/>
                    <a:pt x="4" y="10"/>
                  </a:cubicBezTo>
                  <a:cubicBezTo>
                    <a:pt x="4" y="13"/>
                    <a:pt x="7" y="16"/>
                    <a:pt x="10" y="16"/>
                  </a:cubicBezTo>
                  <a:cubicBezTo>
                    <a:pt x="10" y="16"/>
                    <a:pt x="10" y="16"/>
                    <a:pt x="10" y="16"/>
                  </a:cubicBezTo>
                  <a:cubicBezTo>
                    <a:pt x="13" y="16"/>
                    <a:pt x="15" y="13"/>
                    <a:pt x="15" y="10"/>
                  </a:cubicBezTo>
                  <a:cubicBezTo>
                    <a:pt x="15" y="9"/>
                    <a:pt x="15" y="7"/>
                    <a:pt x="14" y="6"/>
                  </a:cubicBezTo>
                  <a:cubicBezTo>
                    <a:pt x="13" y="5"/>
                    <a:pt x="11" y="4"/>
                    <a:pt x="10"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íśḻiďê"/>
            <p:cNvSpPr/>
            <p:nvPr/>
          </p:nvSpPr>
          <p:spPr bwMode="auto">
            <a:xfrm>
              <a:off x="7292732" y="2319703"/>
              <a:ext cx="729639" cy="18317"/>
            </a:xfrm>
            <a:custGeom>
              <a:avLst/>
              <a:gdLst>
                <a:gd name="T0" fmla="*/ 2 w 201"/>
                <a:gd name="T1" fmla="*/ 0 h 5"/>
                <a:gd name="T2" fmla="*/ 2 w 201"/>
                <a:gd name="T3" fmla="*/ 0 h 5"/>
                <a:gd name="T4" fmla="*/ 0 w 201"/>
                <a:gd name="T5" fmla="*/ 2 h 5"/>
                <a:gd name="T6" fmla="*/ 2 w 201"/>
                <a:gd name="T7" fmla="*/ 4 h 5"/>
                <a:gd name="T8" fmla="*/ 199 w 201"/>
                <a:gd name="T9" fmla="*/ 5 h 5"/>
                <a:gd name="T10" fmla="*/ 199 w 201"/>
                <a:gd name="T11" fmla="*/ 5 h 5"/>
                <a:gd name="T12" fmla="*/ 201 w 201"/>
                <a:gd name="T13" fmla="*/ 3 h 5"/>
                <a:gd name="T14" fmla="*/ 199 w 201"/>
                <a:gd name="T15" fmla="*/ 1 h 5"/>
                <a:gd name="T16" fmla="*/ 2 w 201"/>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 h="5">
                  <a:moveTo>
                    <a:pt x="2" y="0"/>
                  </a:moveTo>
                  <a:cubicBezTo>
                    <a:pt x="2" y="0"/>
                    <a:pt x="2" y="0"/>
                    <a:pt x="2" y="0"/>
                  </a:cubicBezTo>
                  <a:cubicBezTo>
                    <a:pt x="1" y="0"/>
                    <a:pt x="0" y="1"/>
                    <a:pt x="0" y="2"/>
                  </a:cubicBezTo>
                  <a:cubicBezTo>
                    <a:pt x="0" y="3"/>
                    <a:pt x="1" y="4"/>
                    <a:pt x="2" y="4"/>
                  </a:cubicBezTo>
                  <a:cubicBezTo>
                    <a:pt x="199" y="5"/>
                    <a:pt x="199" y="5"/>
                    <a:pt x="199" y="5"/>
                  </a:cubicBezTo>
                  <a:cubicBezTo>
                    <a:pt x="199" y="5"/>
                    <a:pt x="199" y="5"/>
                    <a:pt x="199" y="5"/>
                  </a:cubicBezTo>
                  <a:cubicBezTo>
                    <a:pt x="200" y="5"/>
                    <a:pt x="201" y="4"/>
                    <a:pt x="201" y="3"/>
                  </a:cubicBezTo>
                  <a:cubicBezTo>
                    <a:pt x="201" y="2"/>
                    <a:pt x="200" y="1"/>
                    <a:pt x="199" y="1"/>
                  </a:cubicBezTo>
                  <a:cubicBezTo>
                    <a:pt x="2" y="0"/>
                    <a:pt x="2" y="0"/>
                    <a:pt x="2" y="0"/>
                  </a:cubicBezTo>
                </a:path>
              </a:pathLst>
            </a:custGeom>
            <a:solidFill>
              <a:srgbClr val="7F7D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ï$1idé"/>
            <p:cNvSpPr/>
            <p:nvPr/>
          </p:nvSpPr>
          <p:spPr bwMode="auto">
            <a:xfrm>
              <a:off x="7292732" y="2635677"/>
              <a:ext cx="373979" cy="13738"/>
            </a:xfrm>
            <a:custGeom>
              <a:avLst/>
              <a:gdLst>
                <a:gd name="T0" fmla="*/ 2 w 103"/>
                <a:gd name="T1" fmla="*/ 0 h 4"/>
                <a:gd name="T2" fmla="*/ 2 w 103"/>
                <a:gd name="T3" fmla="*/ 0 h 4"/>
                <a:gd name="T4" fmla="*/ 0 w 103"/>
                <a:gd name="T5" fmla="*/ 2 h 4"/>
                <a:gd name="T6" fmla="*/ 2 w 103"/>
                <a:gd name="T7" fmla="*/ 4 h 4"/>
                <a:gd name="T8" fmla="*/ 101 w 103"/>
                <a:gd name="T9" fmla="*/ 4 h 4"/>
                <a:gd name="T10" fmla="*/ 101 w 103"/>
                <a:gd name="T11" fmla="*/ 4 h 4"/>
                <a:gd name="T12" fmla="*/ 103 w 103"/>
                <a:gd name="T13" fmla="*/ 2 h 4"/>
                <a:gd name="T14" fmla="*/ 101 w 103"/>
                <a:gd name="T15" fmla="*/ 0 h 4"/>
                <a:gd name="T16" fmla="*/ 2 w 103"/>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4">
                  <a:moveTo>
                    <a:pt x="2" y="0"/>
                  </a:moveTo>
                  <a:cubicBezTo>
                    <a:pt x="2" y="0"/>
                    <a:pt x="2" y="0"/>
                    <a:pt x="2" y="0"/>
                  </a:cubicBezTo>
                  <a:cubicBezTo>
                    <a:pt x="1" y="0"/>
                    <a:pt x="0" y="1"/>
                    <a:pt x="0" y="2"/>
                  </a:cubicBezTo>
                  <a:cubicBezTo>
                    <a:pt x="0" y="3"/>
                    <a:pt x="1" y="4"/>
                    <a:pt x="2" y="4"/>
                  </a:cubicBezTo>
                  <a:cubicBezTo>
                    <a:pt x="101" y="4"/>
                    <a:pt x="101" y="4"/>
                    <a:pt x="101" y="4"/>
                  </a:cubicBezTo>
                  <a:cubicBezTo>
                    <a:pt x="101" y="4"/>
                    <a:pt x="101" y="4"/>
                    <a:pt x="101" y="4"/>
                  </a:cubicBezTo>
                  <a:cubicBezTo>
                    <a:pt x="102" y="4"/>
                    <a:pt x="103" y="3"/>
                    <a:pt x="103" y="2"/>
                  </a:cubicBezTo>
                  <a:cubicBezTo>
                    <a:pt x="103" y="1"/>
                    <a:pt x="102" y="0"/>
                    <a:pt x="101" y="0"/>
                  </a:cubicBezTo>
                  <a:cubicBezTo>
                    <a:pt x="2" y="0"/>
                    <a:pt x="2" y="0"/>
                    <a:pt x="2" y="0"/>
                  </a:cubicBezTo>
                </a:path>
              </a:pathLst>
            </a:custGeom>
            <a:solidFill>
              <a:srgbClr val="7F7D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iṣlíďê"/>
            <p:cNvSpPr/>
            <p:nvPr/>
          </p:nvSpPr>
          <p:spPr bwMode="auto">
            <a:xfrm>
              <a:off x="7292732" y="2414343"/>
              <a:ext cx="225913" cy="13738"/>
            </a:xfrm>
            <a:custGeom>
              <a:avLst/>
              <a:gdLst>
                <a:gd name="T0" fmla="*/ 2 w 62"/>
                <a:gd name="T1" fmla="*/ 0 h 4"/>
                <a:gd name="T2" fmla="*/ 2 w 62"/>
                <a:gd name="T3" fmla="*/ 0 h 4"/>
                <a:gd name="T4" fmla="*/ 0 w 62"/>
                <a:gd name="T5" fmla="*/ 2 h 4"/>
                <a:gd name="T6" fmla="*/ 2 w 62"/>
                <a:gd name="T7" fmla="*/ 4 h 4"/>
                <a:gd name="T8" fmla="*/ 60 w 62"/>
                <a:gd name="T9" fmla="*/ 4 h 4"/>
                <a:gd name="T10" fmla="*/ 60 w 62"/>
                <a:gd name="T11" fmla="*/ 4 h 4"/>
                <a:gd name="T12" fmla="*/ 62 w 62"/>
                <a:gd name="T13" fmla="*/ 2 h 4"/>
                <a:gd name="T14" fmla="*/ 60 w 62"/>
                <a:gd name="T15" fmla="*/ 0 h 4"/>
                <a:gd name="T16" fmla="*/ 2 w 6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4">
                  <a:moveTo>
                    <a:pt x="2" y="0"/>
                  </a:moveTo>
                  <a:cubicBezTo>
                    <a:pt x="2" y="0"/>
                    <a:pt x="2" y="0"/>
                    <a:pt x="2" y="0"/>
                  </a:cubicBezTo>
                  <a:cubicBezTo>
                    <a:pt x="1" y="0"/>
                    <a:pt x="0" y="1"/>
                    <a:pt x="0" y="2"/>
                  </a:cubicBezTo>
                  <a:cubicBezTo>
                    <a:pt x="0" y="3"/>
                    <a:pt x="1" y="4"/>
                    <a:pt x="2" y="4"/>
                  </a:cubicBezTo>
                  <a:cubicBezTo>
                    <a:pt x="60" y="4"/>
                    <a:pt x="60" y="4"/>
                    <a:pt x="60" y="4"/>
                  </a:cubicBezTo>
                  <a:cubicBezTo>
                    <a:pt x="60" y="4"/>
                    <a:pt x="60" y="4"/>
                    <a:pt x="60" y="4"/>
                  </a:cubicBezTo>
                  <a:cubicBezTo>
                    <a:pt x="61" y="4"/>
                    <a:pt x="62" y="4"/>
                    <a:pt x="62" y="2"/>
                  </a:cubicBezTo>
                  <a:cubicBezTo>
                    <a:pt x="62" y="1"/>
                    <a:pt x="61" y="0"/>
                    <a:pt x="60" y="0"/>
                  </a:cubicBezTo>
                  <a:cubicBezTo>
                    <a:pt x="2" y="0"/>
                    <a:pt x="2" y="0"/>
                    <a:pt x="2" y="0"/>
                  </a:cubicBezTo>
                </a:path>
              </a:pathLst>
            </a:custGeom>
            <a:solidFill>
              <a:srgbClr val="7F7D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işḷïḍè"/>
            <p:cNvSpPr/>
            <p:nvPr/>
          </p:nvSpPr>
          <p:spPr bwMode="auto">
            <a:xfrm>
              <a:off x="7550700" y="2414343"/>
              <a:ext cx="471671" cy="18317"/>
            </a:xfrm>
            <a:custGeom>
              <a:avLst/>
              <a:gdLst>
                <a:gd name="T0" fmla="*/ 2 w 130"/>
                <a:gd name="T1" fmla="*/ 0 h 5"/>
                <a:gd name="T2" fmla="*/ 0 w 130"/>
                <a:gd name="T3" fmla="*/ 2 h 5"/>
                <a:gd name="T4" fmla="*/ 2 w 130"/>
                <a:gd name="T5" fmla="*/ 4 h 5"/>
                <a:gd name="T6" fmla="*/ 128 w 130"/>
                <a:gd name="T7" fmla="*/ 5 h 5"/>
                <a:gd name="T8" fmla="*/ 130 w 130"/>
                <a:gd name="T9" fmla="*/ 3 h 5"/>
                <a:gd name="T10" fmla="*/ 128 w 130"/>
                <a:gd name="T11" fmla="*/ 1 h 5"/>
                <a:gd name="T12" fmla="*/ 2 w 130"/>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30" h="5">
                  <a:moveTo>
                    <a:pt x="2" y="0"/>
                  </a:moveTo>
                  <a:cubicBezTo>
                    <a:pt x="1" y="0"/>
                    <a:pt x="0" y="1"/>
                    <a:pt x="0" y="2"/>
                  </a:cubicBezTo>
                  <a:cubicBezTo>
                    <a:pt x="0" y="4"/>
                    <a:pt x="1" y="4"/>
                    <a:pt x="2" y="4"/>
                  </a:cubicBezTo>
                  <a:cubicBezTo>
                    <a:pt x="128" y="5"/>
                    <a:pt x="128" y="5"/>
                    <a:pt x="128" y="5"/>
                  </a:cubicBezTo>
                  <a:cubicBezTo>
                    <a:pt x="129" y="5"/>
                    <a:pt x="130" y="4"/>
                    <a:pt x="130" y="3"/>
                  </a:cubicBezTo>
                  <a:cubicBezTo>
                    <a:pt x="130" y="1"/>
                    <a:pt x="129" y="1"/>
                    <a:pt x="128" y="1"/>
                  </a:cubicBezTo>
                  <a:cubicBezTo>
                    <a:pt x="2" y="0"/>
                    <a:pt x="2" y="0"/>
                    <a:pt x="2" y="0"/>
                  </a:cubicBezTo>
                </a:path>
              </a:pathLst>
            </a:custGeom>
            <a:solidFill>
              <a:srgbClr val="7F7D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îSḻíḓe"/>
            <p:cNvSpPr/>
            <p:nvPr/>
          </p:nvSpPr>
          <p:spPr bwMode="auto">
            <a:xfrm>
              <a:off x="7292732" y="2525774"/>
              <a:ext cx="421298" cy="15264"/>
            </a:xfrm>
            <a:custGeom>
              <a:avLst/>
              <a:gdLst>
                <a:gd name="T0" fmla="*/ 2 w 116"/>
                <a:gd name="T1" fmla="*/ 0 h 4"/>
                <a:gd name="T2" fmla="*/ 2 w 116"/>
                <a:gd name="T3" fmla="*/ 0 h 4"/>
                <a:gd name="T4" fmla="*/ 0 w 116"/>
                <a:gd name="T5" fmla="*/ 2 h 4"/>
                <a:gd name="T6" fmla="*/ 2 w 116"/>
                <a:gd name="T7" fmla="*/ 4 h 4"/>
                <a:gd name="T8" fmla="*/ 114 w 116"/>
                <a:gd name="T9" fmla="*/ 4 h 4"/>
                <a:gd name="T10" fmla="*/ 114 w 116"/>
                <a:gd name="T11" fmla="*/ 4 h 4"/>
                <a:gd name="T12" fmla="*/ 116 w 116"/>
                <a:gd name="T13" fmla="*/ 2 h 4"/>
                <a:gd name="T14" fmla="*/ 114 w 116"/>
                <a:gd name="T15" fmla="*/ 0 h 4"/>
                <a:gd name="T16" fmla="*/ 2 w 116"/>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4">
                  <a:moveTo>
                    <a:pt x="2" y="0"/>
                  </a:moveTo>
                  <a:cubicBezTo>
                    <a:pt x="2" y="0"/>
                    <a:pt x="2" y="0"/>
                    <a:pt x="2" y="0"/>
                  </a:cubicBezTo>
                  <a:cubicBezTo>
                    <a:pt x="1" y="0"/>
                    <a:pt x="0" y="1"/>
                    <a:pt x="0" y="2"/>
                  </a:cubicBezTo>
                  <a:cubicBezTo>
                    <a:pt x="0" y="3"/>
                    <a:pt x="1" y="4"/>
                    <a:pt x="2" y="4"/>
                  </a:cubicBezTo>
                  <a:cubicBezTo>
                    <a:pt x="114" y="4"/>
                    <a:pt x="114" y="4"/>
                    <a:pt x="114" y="4"/>
                  </a:cubicBezTo>
                  <a:cubicBezTo>
                    <a:pt x="114" y="4"/>
                    <a:pt x="114" y="4"/>
                    <a:pt x="114" y="4"/>
                  </a:cubicBezTo>
                  <a:cubicBezTo>
                    <a:pt x="115" y="4"/>
                    <a:pt x="116" y="3"/>
                    <a:pt x="116" y="2"/>
                  </a:cubicBezTo>
                  <a:cubicBezTo>
                    <a:pt x="116" y="1"/>
                    <a:pt x="115" y="0"/>
                    <a:pt x="114" y="0"/>
                  </a:cubicBezTo>
                  <a:cubicBezTo>
                    <a:pt x="2" y="0"/>
                    <a:pt x="2" y="0"/>
                    <a:pt x="2" y="0"/>
                  </a:cubicBezTo>
                </a:path>
              </a:pathLst>
            </a:custGeom>
            <a:solidFill>
              <a:srgbClr val="7F7D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ïṥ1iďè"/>
            <p:cNvSpPr/>
            <p:nvPr/>
          </p:nvSpPr>
          <p:spPr bwMode="auto">
            <a:xfrm>
              <a:off x="7743032" y="2525774"/>
              <a:ext cx="279339" cy="15264"/>
            </a:xfrm>
            <a:custGeom>
              <a:avLst/>
              <a:gdLst>
                <a:gd name="T0" fmla="*/ 2 w 77"/>
                <a:gd name="T1" fmla="*/ 0 h 4"/>
                <a:gd name="T2" fmla="*/ 2 w 77"/>
                <a:gd name="T3" fmla="*/ 0 h 4"/>
                <a:gd name="T4" fmla="*/ 0 w 77"/>
                <a:gd name="T5" fmla="*/ 2 h 4"/>
                <a:gd name="T6" fmla="*/ 2 w 77"/>
                <a:gd name="T7" fmla="*/ 4 h 4"/>
                <a:gd name="T8" fmla="*/ 75 w 77"/>
                <a:gd name="T9" fmla="*/ 4 h 4"/>
                <a:gd name="T10" fmla="*/ 75 w 77"/>
                <a:gd name="T11" fmla="*/ 4 h 4"/>
                <a:gd name="T12" fmla="*/ 77 w 77"/>
                <a:gd name="T13" fmla="*/ 2 h 4"/>
                <a:gd name="T14" fmla="*/ 75 w 77"/>
                <a:gd name="T15" fmla="*/ 0 h 4"/>
                <a:gd name="T16" fmla="*/ 2 w 77"/>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 h="4">
                  <a:moveTo>
                    <a:pt x="2" y="0"/>
                  </a:moveTo>
                  <a:cubicBezTo>
                    <a:pt x="2" y="0"/>
                    <a:pt x="2" y="0"/>
                    <a:pt x="2" y="0"/>
                  </a:cubicBezTo>
                  <a:cubicBezTo>
                    <a:pt x="0" y="0"/>
                    <a:pt x="0" y="1"/>
                    <a:pt x="0" y="2"/>
                  </a:cubicBezTo>
                  <a:cubicBezTo>
                    <a:pt x="0" y="3"/>
                    <a:pt x="0" y="4"/>
                    <a:pt x="2" y="4"/>
                  </a:cubicBezTo>
                  <a:cubicBezTo>
                    <a:pt x="75" y="4"/>
                    <a:pt x="75" y="4"/>
                    <a:pt x="75" y="4"/>
                  </a:cubicBezTo>
                  <a:cubicBezTo>
                    <a:pt x="75" y="4"/>
                    <a:pt x="75" y="4"/>
                    <a:pt x="75" y="4"/>
                  </a:cubicBezTo>
                  <a:cubicBezTo>
                    <a:pt x="76" y="4"/>
                    <a:pt x="77" y="3"/>
                    <a:pt x="77" y="2"/>
                  </a:cubicBezTo>
                  <a:cubicBezTo>
                    <a:pt x="77" y="1"/>
                    <a:pt x="76" y="0"/>
                    <a:pt x="75" y="0"/>
                  </a:cubicBezTo>
                  <a:cubicBezTo>
                    <a:pt x="2" y="0"/>
                    <a:pt x="2" y="0"/>
                    <a:pt x="2" y="0"/>
                  </a:cubicBezTo>
                </a:path>
              </a:pathLst>
            </a:custGeom>
            <a:solidFill>
              <a:srgbClr val="7F7D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islïḓe"/>
            <p:cNvSpPr/>
            <p:nvPr/>
          </p:nvSpPr>
          <p:spPr bwMode="auto">
            <a:xfrm>
              <a:off x="6666890" y="2196062"/>
              <a:ext cx="522043" cy="395349"/>
            </a:xfrm>
            <a:prstGeom prst="rect">
              <a:avLst/>
            </a:prstGeom>
            <a:solidFill>
              <a:schemeClr val="accent4">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6" name="iṣľîďé"/>
            <p:cNvSpPr/>
            <p:nvPr/>
          </p:nvSpPr>
          <p:spPr bwMode="auto">
            <a:xfrm>
              <a:off x="6749318" y="2472348"/>
              <a:ext cx="358714" cy="358714"/>
            </a:xfrm>
            <a:prstGeom prst="ellipse">
              <a:avLst/>
            </a:pr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îṩḻîḑê"/>
            <p:cNvSpPr/>
            <p:nvPr/>
          </p:nvSpPr>
          <p:spPr bwMode="auto">
            <a:xfrm>
              <a:off x="6830219" y="2646362"/>
              <a:ext cx="198437" cy="13738"/>
            </a:xfrm>
            <a:custGeom>
              <a:avLst/>
              <a:gdLst>
                <a:gd name="T0" fmla="*/ 53 w 55"/>
                <a:gd name="T1" fmla="*/ 4 h 4"/>
                <a:gd name="T2" fmla="*/ 2 w 55"/>
                <a:gd name="T3" fmla="*/ 4 h 4"/>
                <a:gd name="T4" fmla="*/ 0 w 55"/>
                <a:gd name="T5" fmla="*/ 2 h 4"/>
                <a:gd name="T6" fmla="*/ 2 w 55"/>
                <a:gd name="T7" fmla="*/ 0 h 4"/>
                <a:gd name="T8" fmla="*/ 53 w 55"/>
                <a:gd name="T9" fmla="*/ 0 h 4"/>
                <a:gd name="T10" fmla="*/ 55 w 55"/>
                <a:gd name="T11" fmla="*/ 2 h 4"/>
                <a:gd name="T12" fmla="*/ 53 w 5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5" h="4">
                  <a:moveTo>
                    <a:pt x="53" y="4"/>
                  </a:moveTo>
                  <a:cubicBezTo>
                    <a:pt x="2" y="4"/>
                    <a:pt x="2" y="4"/>
                    <a:pt x="2" y="4"/>
                  </a:cubicBezTo>
                  <a:cubicBezTo>
                    <a:pt x="1" y="4"/>
                    <a:pt x="0" y="3"/>
                    <a:pt x="0" y="2"/>
                  </a:cubicBezTo>
                  <a:cubicBezTo>
                    <a:pt x="0" y="0"/>
                    <a:pt x="1" y="0"/>
                    <a:pt x="2" y="0"/>
                  </a:cubicBezTo>
                  <a:cubicBezTo>
                    <a:pt x="53" y="0"/>
                    <a:pt x="53" y="0"/>
                    <a:pt x="53" y="0"/>
                  </a:cubicBezTo>
                  <a:cubicBezTo>
                    <a:pt x="54" y="0"/>
                    <a:pt x="55" y="0"/>
                    <a:pt x="55" y="2"/>
                  </a:cubicBezTo>
                  <a:cubicBezTo>
                    <a:pt x="55" y="3"/>
                    <a:pt x="54" y="4"/>
                    <a:pt x="53"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íṩḻîḑê"/>
            <p:cNvSpPr/>
            <p:nvPr/>
          </p:nvSpPr>
          <p:spPr bwMode="auto">
            <a:xfrm>
              <a:off x="6920280" y="2554776"/>
              <a:ext cx="13738" cy="196912"/>
            </a:xfrm>
            <a:custGeom>
              <a:avLst/>
              <a:gdLst>
                <a:gd name="T0" fmla="*/ 2 w 4"/>
                <a:gd name="T1" fmla="*/ 54 h 54"/>
                <a:gd name="T2" fmla="*/ 0 w 4"/>
                <a:gd name="T3" fmla="*/ 52 h 54"/>
                <a:gd name="T4" fmla="*/ 0 w 4"/>
                <a:gd name="T5" fmla="*/ 2 h 54"/>
                <a:gd name="T6" fmla="*/ 2 w 4"/>
                <a:gd name="T7" fmla="*/ 0 h 54"/>
                <a:gd name="T8" fmla="*/ 4 w 4"/>
                <a:gd name="T9" fmla="*/ 2 h 54"/>
                <a:gd name="T10" fmla="*/ 4 w 4"/>
                <a:gd name="T11" fmla="*/ 52 h 54"/>
                <a:gd name="T12" fmla="*/ 2 w 4"/>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4" h="54">
                  <a:moveTo>
                    <a:pt x="2" y="54"/>
                  </a:moveTo>
                  <a:cubicBezTo>
                    <a:pt x="1" y="54"/>
                    <a:pt x="0" y="53"/>
                    <a:pt x="0" y="52"/>
                  </a:cubicBezTo>
                  <a:cubicBezTo>
                    <a:pt x="0" y="2"/>
                    <a:pt x="0" y="2"/>
                    <a:pt x="0" y="2"/>
                  </a:cubicBezTo>
                  <a:cubicBezTo>
                    <a:pt x="0" y="0"/>
                    <a:pt x="1" y="0"/>
                    <a:pt x="2" y="0"/>
                  </a:cubicBezTo>
                  <a:cubicBezTo>
                    <a:pt x="4" y="0"/>
                    <a:pt x="4" y="0"/>
                    <a:pt x="4" y="2"/>
                  </a:cubicBezTo>
                  <a:cubicBezTo>
                    <a:pt x="4" y="52"/>
                    <a:pt x="4" y="52"/>
                    <a:pt x="4" y="52"/>
                  </a:cubicBezTo>
                  <a:cubicBezTo>
                    <a:pt x="4" y="53"/>
                    <a:pt x="4" y="54"/>
                    <a:pt x="2" y="5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ïśľiḋé"/>
            <p:cNvSpPr/>
            <p:nvPr/>
          </p:nvSpPr>
          <p:spPr bwMode="auto">
            <a:xfrm>
              <a:off x="6321914" y="2583778"/>
              <a:ext cx="334291" cy="570889"/>
            </a:xfrm>
            <a:custGeom>
              <a:avLst/>
              <a:gdLst>
                <a:gd name="T0" fmla="*/ 79 w 92"/>
                <a:gd name="T1" fmla="*/ 147 h 157"/>
                <a:gd name="T2" fmla="*/ 60 w 92"/>
                <a:gd name="T3" fmla="*/ 72 h 157"/>
                <a:gd name="T4" fmla="*/ 82 w 92"/>
                <a:gd name="T5" fmla="*/ 44 h 157"/>
                <a:gd name="T6" fmla="*/ 90 w 92"/>
                <a:gd name="T7" fmla="*/ 14 h 157"/>
                <a:gd name="T8" fmla="*/ 88 w 92"/>
                <a:gd name="T9" fmla="*/ 10 h 157"/>
                <a:gd name="T10" fmla="*/ 61 w 92"/>
                <a:gd name="T11" fmla="*/ 13 h 157"/>
                <a:gd name="T12" fmla="*/ 37 w 92"/>
                <a:gd name="T13" fmla="*/ 38 h 157"/>
                <a:gd name="T14" fmla="*/ 3 w 92"/>
                <a:gd name="T15" fmla="*/ 109 h 157"/>
                <a:gd name="T16" fmla="*/ 0 w 92"/>
                <a:gd name="T17" fmla="*/ 129 h 157"/>
                <a:gd name="T18" fmla="*/ 79 w 92"/>
                <a:gd name="T19" fmla="*/ 14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57">
                  <a:moveTo>
                    <a:pt x="79" y="147"/>
                  </a:moveTo>
                  <a:cubicBezTo>
                    <a:pt x="90" y="97"/>
                    <a:pt x="60" y="72"/>
                    <a:pt x="60" y="72"/>
                  </a:cubicBezTo>
                  <a:cubicBezTo>
                    <a:pt x="60" y="72"/>
                    <a:pt x="70" y="61"/>
                    <a:pt x="82" y="44"/>
                  </a:cubicBezTo>
                  <a:cubicBezTo>
                    <a:pt x="92" y="31"/>
                    <a:pt x="91" y="19"/>
                    <a:pt x="90" y="14"/>
                  </a:cubicBezTo>
                  <a:cubicBezTo>
                    <a:pt x="89" y="13"/>
                    <a:pt x="89" y="11"/>
                    <a:pt x="88" y="10"/>
                  </a:cubicBezTo>
                  <a:cubicBezTo>
                    <a:pt x="84" y="7"/>
                    <a:pt x="75" y="0"/>
                    <a:pt x="61" y="13"/>
                  </a:cubicBezTo>
                  <a:cubicBezTo>
                    <a:pt x="53" y="20"/>
                    <a:pt x="44" y="30"/>
                    <a:pt x="37" y="38"/>
                  </a:cubicBezTo>
                  <a:cubicBezTo>
                    <a:pt x="20" y="59"/>
                    <a:pt x="8" y="83"/>
                    <a:pt x="3" y="109"/>
                  </a:cubicBezTo>
                  <a:cubicBezTo>
                    <a:pt x="1" y="116"/>
                    <a:pt x="0" y="122"/>
                    <a:pt x="0" y="129"/>
                  </a:cubicBezTo>
                  <a:cubicBezTo>
                    <a:pt x="0" y="157"/>
                    <a:pt x="79" y="147"/>
                    <a:pt x="79" y="147"/>
                  </a:cubicBezTo>
                  <a:close/>
                </a:path>
              </a:pathLst>
            </a:custGeom>
            <a:solidFill>
              <a:srgbClr val="F7C9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îşļïḋê"/>
            <p:cNvSpPr/>
            <p:nvPr/>
          </p:nvSpPr>
          <p:spPr bwMode="auto">
            <a:xfrm>
              <a:off x="6268488" y="3948418"/>
              <a:ext cx="64111" cy="413666"/>
            </a:xfrm>
            <a:custGeom>
              <a:avLst/>
              <a:gdLst>
                <a:gd name="T0" fmla="*/ 0 w 42"/>
                <a:gd name="T1" fmla="*/ 0 h 271"/>
                <a:gd name="T2" fmla="*/ 38 w 42"/>
                <a:gd name="T3" fmla="*/ 271 h 271"/>
                <a:gd name="T4" fmla="*/ 42 w 42"/>
                <a:gd name="T5" fmla="*/ 19 h 271"/>
                <a:gd name="T6" fmla="*/ 0 w 42"/>
                <a:gd name="T7" fmla="*/ 0 h 271"/>
              </a:gdLst>
              <a:ahLst/>
              <a:cxnLst>
                <a:cxn ang="0">
                  <a:pos x="T0" y="T1"/>
                </a:cxn>
                <a:cxn ang="0">
                  <a:pos x="T2" y="T3"/>
                </a:cxn>
                <a:cxn ang="0">
                  <a:pos x="T4" y="T5"/>
                </a:cxn>
                <a:cxn ang="0">
                  <a:pos x="T6" y="T7"/>
                </a:cxn>
              </a:cxnLst>
              <a:rect l="0" t="0" r="r" b="b"/>
              <a:pathLst>
                <a:path w="42" h="271">
                  <a:moveTo>
                    <a:pt x="0" y="0"/>
                  </a:moveTo>
                  <a:lnTo>
                    <a:pt x="38" y="271"/>
                  </a:lnTo>
                  <a:lnTo>
                    <a:pt x="42" y="19"/>
                  </a:lnTo>
                  <a:lnTo>
                    <a:pt x="0" y="0"/>
                  </a:lnTo>
                  <a:close/>
                </a:path>
              </a:pathLst>
            </a:custGeom>
            <a:solidFill>
              <a:srgbClr val="FAB4A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î$1îḓê"/>
            <p:cNvSpPr/>
            <p:nvPr/>
          </p:nvSpPr>
          <p:spPr bwMode="auto">
            <a:xfrm>
              <a:off x="6268488" y="3948418"/>
              <a:ext cx="64111" cy="413666"/>
            </a:xfrm>
            <a:custGeom>
              <a:avLst/>
              <a:gdLst>
                <a:gd name="T0" fmla="*/ 0 w 42"/>
                <a:gd name="T1" fmla="*/ 0 h 271"/>
                <a:gd name="T2" fmla="*/ 38 w 42"/>
                <a:gd name="T3" fmla="*/ 271 h 271"/>
                <a:gd name="T4" fmla="*/ 42 w 42"/>
                <a:gd name="T5" fmla="*/ 19 h 271"/>
                <a:gd name="T6" fmla="*/ 0 w 42"/>
                <a:gd name="T7" fmla="*/ 0 h 271"/>
              </a:gdLst>
              <a:ahLst/>
              <a:cxnLst>
                <a:cxn ang="0">
                  <a:pos x="T0" y="T1"/>
                </a:cxn>
                <a:cxn ang="0">
                  <a:pos x="T2" y="T3"/>
                </a:cxn>
                <a:cxn ang="0">
                  <a:pos x="T4" y="T5"/>
                </a:cxn>
                <a:cxn ang="0">
                  <a:pos x="T6" y="T7"/>
                </a:cxn>
              </a:cxnLst>
              <a:rect l="0" t="0" r="r" b="b"/>
              <a:pathLst>
                <a:path w="42" h="271">
                  <a:moveTo>
                    <a:pt x="0" y="0"/>
                  </a:moveTo>
                  <a:lnTo>
                    <a:pt x="38" y="271"/>
                  </a:lnTo>
                  <a:lnTo>
                    <a:pt x="42" y="1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ïṧ1íďè"/>
            <p:cNvSpPr/>
            <p:nvPr/>
          </p:nvSpPr>
          <p:spPr bwMode="auto">
            <a:xfrm>
              <a:off x="5720496" y="3386687"/>
              <a:ext cx="532729" cy="888389"/>
            </a:xfrm>
            <a:custGeom>
              <a:avLst/>
              <a:gdLst>
                <a:gd name="T0" fmla="*/ 0 w 147"/>
                <a:gd name="T1" fmla="*/ 0 h 245"/>
                <a:gd name="T2" fmla="*/ 147 w 147"/>
                <a:gd name="T3" fmla="*/ 153 h 245"/>
                <a:gd name="T4" fmla="*/ 51 w 147"/>
                <a:gd name="T5" fmla="*/ 216 h 245"/>
                <a:gd name="T6" fmla="*/ 0 w 147"/>
                <a:gd name="T7" fmla="*/ 0 h 245"/>
              </a:gdLst>
              <a:ahLst/>
              <a:cxnLst>
                <a:cxn ang="0">
                  <a:pos x="T0" y="T1"/>
                </a:cxn>
                <a:cxn ang="0">
                  <a:pos x="T2" y="T3"/>
                </a:cxn>
                <a:cxn ang="0">
                  <a:pos x="T4" y="T5"/>
                </a:cxn>
                <a:cxn ang="0">
                  <a:pos x="T6" y="T7"/>
                </a:cxn>
              </a:cxnLst>
              <a:rect l="0" t="0" r="r" b="b"/>
              <a:pathLst>
                <a:path w="147" h="245">
                  <a:moveTo>
                    <a:pt x="0" y="0"/>
                  </a:moveTo>
                  <a:cubicBezTo>
                    <a:pt x="0" y="0"/>
                    <a:pt x="63" y="8"/>
                    <a:pt x="147" y="153"/>
                  </a:cubicBezTo>
                  <a:cubicBezTo>
                    <a:pt x="147" y="153"/>
                    <a:pt x="58" y="245"/>
                    <a:pt x="51" y="216"/>
                  </a:cubicBezTo>
                  <a:cubicBezTo>
                    <a:pt x="27" y="128"/>
                    <a:pt x="3" y="32"/>
                    <a:pt x="0" y="0"/>
                  </a:cubicBezTo>
                  <a:close/>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iṡḻíḓé"/>
            <p:cNvSpPr/>
            <p:nvPr/>
          </p:nvSpPr>
          <p:spPr bwMode="auto">
            <a:xfrm>
              <a:off x="5923513" y="3814091"/>
              <a:ext cx="170962" cy="319027"/>
            </a:xfrm>
            <a:custGeom>
              <a:avLst/>
              <a:gdLst>
                <a:gd name="T0" fmla="*/ 79 w 112"/>
                <a:gd name="T1" fmla="*/ 209 h 209"/>
                <a:gd name="T2" fmla="*/ 0 w 112"/>
                <a:gd name="T3" fmla="*/ 0 h 209"/>
                <a:gd name="T4" fmla="*/ 112 w 112"/>
                <a:gd name="T5" fmla="*/ 181 h 209"/>
                <a:gd name="T6" fmla="*/ 79 w 112"/>
                <a:gd name="T7" fmla="*/ 209 h 209"/>
              </a:gdLst>
              <a:ahLst/>
              <a:cxnLst>
                <a:cxn ang="0">
                  <a:pos x="T0" y="T1"/>
                </a:cxn>
                <a:cxn ang="0">
                  <a:pos x="T2" y="T3"/>
                </a:cxn>
                <a:cxn ang="0">
                  <a:pos x="T4" y="T5"/>
                </a:cxn>
                <a:cxn ang="0">
                  <a:pos x="T6" y="T7"/>
                </a:cxn>
              </a:cxnLst>
              <a:rect l="0" t="0" r="r" b="b"/>
              <a:pathLst>
                <a:path w="112" h="209">
                  <a:moveTo>
                    <a:pt x="79" y="209"/>
                  </a:moveTo>
                  <a:lnTo>
                    <a:pt x="0" y="0"/>
                  </a:lnTo>
                  <a:lnTo>
                    <a:pt x="112" y="181"/>
                  </a:lnTo>
                  <a:lnTo>
                    <a:pt x="79" y="209"/>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îṥľíďè"/>
            <p:cNvSpPr/>
            <p:nvPr/>
          </p:nvSpPr>
          <p:spPr bwMode="auto">
            <a:xfrm>
              <a:off x="3852131" y="3321050"/>
              <a:ext cx="2314087" cy="2394989"/>
            </a:xfrm>
            <a:custGeom>
              <a:avLst/>
              <a:gdLst>
                <a:gd name="T0" fmla="*/ 627 w 639"/>
                <a:gd name="T1" fmla="*/ 285 h 660"/>
                <a:gd name="T2" fmla="*/ 572 w 639"/>
                <a:gd name="T3" fmla="*/ 136 h 660"/>
                <a:gd name="T4" fmla="*/ 428 w 639"/>
                <a:gd name="T5" fmla="*/ 1 h 660"/>
                <a:gd name="T6" fmla="*/ 222 w 639"/>
                <a:gd name="T7" fmla="*/ 2 h 660"/>
                <a:gd name="T8" fmla="*/ 161 w 639"/>
                <a:gd name="T9" fmla="*/ 24 h 660"/>
                <a:gd name="T10" fmla="*/ 138 w 639"/>
                <a:gd name="T11" fmla="*/ 49 h 660"/>
                <a:gd name="T12" fmla="*/ 138 w 639"/>
                <a:gd name="T13" fmla="*/ 49 h 660"/>
                <a:gd name="T14" fmla="*/ 138 w 639"/>
                <a:gd name="T15" fmla="*/ 49 h 660"/>
                <a:gd name="T16" fmla="*/ 129 w 639"/>
                <a:gd name="T17" fmla="*/ 63 h 660"/>
                <a:gd name="T18" fmla="*/ 8 w 639"/>
                <a:gd name="T19" fmla="*/ 266 h 660"/>
                <a:gd name="T20" fmla="*/ 23 w 639"/>
                <a:gd name="T21" fmla="*/ 305 h 660"/>
                <a:gd name="T22" fmla="*/ 117 w 639"/>
                <a:gd name="T23" fmla="*/ 339 h 660"/>
                <a:gd name="T24" fmla="*/ 120 w 639"/>
                <a:gd name="T25" fmla="*/ 660 h 660"/>
                <a:gd name="T26" fmla="*/ 576 w 639"/>
                <a:gd name="T27" fmla="*/ 660 h 660"/>
                <a:gd name="T28" fmla="*/ 591 w 639"/>
                <a:gd name="T29" fmla="*/ 427 h 660"/>
                <a:gd name="T30" fmla="*/ 617 w 639"/>
                <a:gd name="T31" fmla="*/ 387 h 660"/>
                <a:gd name="T32" fmla="*/ 627 w 639"/>
                <a:gd name="T33" fmla="*/ 285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9" h="660">
                  <a:moveTo>
                    <a:pt x="627" y="285"/>
                  </a:moveTo>
                  <a:cubicBezTo>
                    <a:pt x="572" y="136"/>
                    <a:pt x="572" y="136"/>
                    <a:pt x="572" y="136"/>
                  </a:cubicBezTo>
                  <a:cubicBezTo>
                    <a:pt x="572" y="32"/>
                    <a:pt x="522" y="0"/>
                    <a:pt x="428" y="1"/>
                  </a:cubicBezTo>
                  <a:cubicBezTo>
                    <a:pt x="222" y="2"/>
                    <a:pt x="222" y="2"/>
                    <a:pt x="222" y="2"/>
                  </a:cubicBezTo>
                  <a:cubicBezTo>
                    <a:pt x="200" y="2"/>
                    <a:pt x="178" y="10"/>
                    <a:pt x="161" y="24"/>
                  </a:cubicBezTo>
                  <a:cubicBezTo>
                    <a:pt x="152" y="31"/>
                    <a:pt x="144" y="39"/>
                    <a:pt x="138" y="49"/>
                  </a:cubicBezTo>
                  <a:cubicBezTo>
                    <a:pt x="138" y="49"/>
                    <a:pt x="138" y="49"/>
                    <a:pt x="138" y="49"/>
                  </a:cubicBezTo>
                  <a:cubicBezTo>
                    <a:pt x="138" y="49"/>
                    <a:pt x="138" y="49"/>
                    <a:pt x="138" y="49"/>
                  </a:cubicBezTo>
                  <a:cubicBezTo>
                    <a:pt x="135" y="53"/>
                    <a:pt x="132" y="58"/>
                    <a:pt x="129" y="63"/>
                  </a:cubicBezTo>
                  <a:cubicBezTo>
                    <a:pt x="8" y="266"/>
                    <a:pt x="8" y="266"/>
                    <a:pt x="8" y="266"/>
                  </a:cubicBezTo>
                  <a:cubicBezTo>
                    <a:pt x="0" y="281"/>
                    <a:pt x="7" y="300"/>
                    <a:pt x="23" y="305"/>
                  </a:cubicBezTo>
                  <a:cubicBezTo>
                    <a:pt x="117" y="339"/>
                    <a:pt x="117" y="339"/>
                    <a:pt x="117" y="339"/>
                  </a:cubicBezTo>
                  <a:cubicBezTo>
                    <a:pt x="120" y="660"/>
                    <a:pt x="120" y="660"/>
                    <a:pt x="120" y="660"/>
                  </a:cubicBezTo>
                  <a:cubicBezTo>
                    <a:pt x="576" y="660"/>
                    <a:pt x="576" y="660"/>
                    <a:pt x="576" y="660"/>
                  </a:cubicBezTo>
                  <a:cubicBezTo>
                    <a:pt x="591" y="427"/>
                    <a:pt x="591" y="427"/>
                    <a:pt x="591" y="427"/>
                  </a:cubicBezTo>
                  <a:cubicBezTo>
                    <a:pt x="617" y="387"/>
                    <a:pt x="617" y="387"/>
                    <a:pt x="617" y="387"/>
                  </a:cubicBezTo>
                  <a:cubicBezTo>
                    <a:pt x="636" y="357"/>
                    <a:pt x="639" y="319"/>
                    <a:pt x="627" y="285"/>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135" name="î$lïdê"/>
            <p:cNvSpPr/>
            <p:nvPr/>
          </p:nvSpPr>
          <p:spPr bwMode="auto">
            <a:xfrm>
              <a:off x="4714570" y="2206747"/>
              <a:ext cx="1115830" cy="1419591"/>
            </a:xfrm>
            <a:custGeom>
              <a:avLst/>
              <a:gdLst>
                <a:gd name="T0" fmla="*/ 251 w 308"/>
                <a:gd name="T1" fmla="*/ 9 h 391"/>
                <a:gd name="T2" fmla="*/ 247 w 308"/>
                <a:gd name="T3" fmla="*/ 0 h 391"/>
                <a:gd name="T4" fmla="*/ 113 w 308"/>
                <a:gd name="T5" fmla="*/ 72 h 391"/>
                <a:gd name="T6" fmla="*/ 54 w 308"/>
                <a:gd name="T7" fmla="*/ 151 h 391"/>
                <a:gd name="T8" fmla="*/ 61 w 308"/>
                <a:gd name="T9" fmla="*/ 91 h 391"/>
                <a:gd name="T10" fmla="*/ 30 w 308"/>
                <a:gd name="T11" fmla="*/ 78 h 391"/>
                <a:gd name="T12" fmla="*/ 2 w 308"/>
                <a:gd name="T13" fmla="*/ 114 h 391"/>
                <a:gd name="T14" fmla="*/ 40 w 308"/>
                <a:gd name="T15" fmla="*/ 159 h 391"/>
                <a:gd name="T16" fmla="*/ 48 w 308"/>
                <a:gd name="T17" fmla="*/ 160 h 391"/>
                <a:gd name="T18" fmla="*/ 48 w 308"/>
                <a:gd name="T19" fmla="*/ 321 h 391"/>
                <a:gd name="T20" fmla="*/ 118 w 308"/>
                <a:gd name="T21" fmla="*/ 391 h 391"/>
                <a:gd name="T22" fmla="*/ 131 w 308"/>
                <a:gd name="T23" fmla="*/ 391 h 391"/>
                <a:gd name="T24" fmla="*/ 201 w 308"/>
                <a:gd name="T25" fmla="*/ 321 h 391"/>
                <a:gd name="T26" fmla="*/ 201 w 308"/>
                <a:gd name="T27" fmla="*/ 297 h 391"/>
                <a:gd name="T28" fmla="*/ 266 w 308"/>
                <a:gd name="T29" fmla="*/ 254 h 391"/>
                <a:gd name="T30" fmla="*/ 298 w 308"/>
                <a:gd name="T31" fmla="*/ 183 h 391"/>
                <a:gd name="T32" fmla="*/ 307 w 308"/>
                <a:gd name="T33" fmla="*/ 79 h 391"/>
                <a:gd name="T34" fmla="*/ 308 w 308"/>
                <a:gd name="T35" fmla="*/ 64 h 391"/>
                <a:gd name="T36" fmla="*/ 251 w 308"/>
                <a:gd name="T37" fmla="*/ 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8" h="391">
                  <a:moveTo>
                    <a:pt x="251" y="9"/>
                  </a:moveTo>
                  <a:cubicBezTo>
                    <a:pt x="249" y="6"/>
                    <a:pt x="248" y="3"/>
                    <a:pt x="247" y="0"/>
                  </a:cubicBezTo>
                  <a:cubicBezTo>
                    <a:pt x="228" y="41"/>
                    <a:pt x="196" y="66"/>
                    <a:pt x="113" y="72"/>
                  </a:cubicBezTo>
                  <a:cubicBezTo>
                    <a:pt x="54" y="151"/>
                    <a:pt x="54" y="151"/>
                    <a:pt x="54" y="151"/>
                  </a:cubicBezTo>
                  <a:cubicBezTo>
                    <a:pt x="61" y="91"/>
                    <a:pt x="61" y="91"/>
                    <a:pt x="61" y="91"/>
                  </a:cubicBezTo>
                  <a:cubicBezTo>
                    <a:pt x="49" y="88"/>
                    <a:pt x="38" y="84"/>
                    <a:pt x="30" y="78"/>
                  </a:cubicBezTo>
                  <a:cubicBezTo>
                    <a:pt x="14" y="83"/>
                    <a:pt x="3" y="97"/>
                    <a:pt x="2" y="114"/>
                  </a:cubicBezTo>
                  <a:cubicBezTo>
                    <a:pt x="0" y="137"/>
                    <a:pt x="17" y="157"/>
                    <a:pt x="40" y="159"/>
                  </a:cubicBezTo>
                  <a:cubicBezTo>
                    <a:pt x="48" y="160"/>
                    <a:pt x="48" y="160"/>
                    <a:pt x="48" y="160"/>
                  </a:cubicBezTo>
                  <a:cubicBezTo>
                    <a:pt x="48" y="321"/>
                    <a:pt x="48" y="321"/>
                    <a:pt x="48" y="321"/>
                  </a:cubicBezTo>
                  <a:cubicBezTo>
                    <a:pt x="48" y="359"/>
                    <a:pt x="79" y="391"/>
                    <a:pt x="118" y="391"/>
                  </a:cubicBezTo>
                  <a:cubicBezTo>
                    <a:pt x="131" y="391"/>
                    <a:pt x="131" y="391"/>
                    <a:pt x="131" y="391"/>
                  </a:cubicBezTo>
                  <a:cubicBezTo>
                    <a:pt x="170" y="391"/>
                    <a:pt x="201" y="359"/>
                    <a:pt x="201" y="321"/>
                  </a:cubicBezTo>
                  <a:cubicBezTo>
                    <a:pt x="201" y="297"/>
                    <a:pt x="201" y="297"/>
                    <a:pt x="201" y="297"/>
                  </a:cubicBezTo>
                  <a:cubicBezTo>
                    <a:pt x="227" y="291"/>
                    <a:pt x="250" y="275"/>
                    <a:pt x="266" y="254"/>
                  </a:cubicBezTo>
                  <a:cubicBezTo>
                    <a:pt x="284" y="236"/>
                    <a:pt x="296" y="211"/>
                    <a:pt x="298" y="183"/>
                  </a:cubicBezTo>
                  <a:cubicBezTo>
                    <a:pt x="307" y="79"/>
                    <a:pt x="307" y="79"/>
                    <a:pt x="307" y="79"/>
                  </a:cubicBezTo>
                  <a:cubicBezTo>
                    <a:pt x="308" y="74"/>
                    <a:pt x="308" y="69"/>
                    <a:pt x="308" y="64"/>
                  </a:cubicBezTo>
                  <a:cubicBezTo>
                    <a:pt x="288" y="44"/>
                    <a:pt x="260" y="28"/>
                    <a:pt x="251" y="9"/>
                  </a:cubicBezTo>
                </a:path>
              </a:pathLst>
            </a:custGeom>
            <a:solidFill>
              <a:srgbClr val="F7C9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ïṧliḓè"/>
            <p:cNvSpPr/>
            <p:nvPr/>
          </p:nvSpPr>
          <p:spPr bwMode="auto">
            <a:xfrm>
              <a:off x="4670304" y="3339367"/>
              <a:ext cx="917392" cy="479303"/>
            </a:xfrm>
            <a:custGeom>
              <a:avLst/>
              <a:gdLst>
                <a:gd name="T0" fmla="*/ 156 w 253"/>
                <a:gd name="T1" fmla="*/ 128 h 132"/>
                <a:gd name="T2" fmla="*/ 156 w 253"/>
                <a:gd name="T3" fmla="*/ 95 h 132"/>
                <a:gd name="T4" fmla="*/ 61 w 253"/>
                <a:gd name="T5" fmla="*/ 0 h 132"/>
                <a:gd name="T6" fmla="*/ 55 w 253"/>
                <a:gd name="T7" fmla="*/ 0 h 132"/>
                <a:gd name="T8" fmla="*/ 0 w 253"/>
                <a:gd name="T9" fmla="*/ 132 h 132"/>
                <a:gd name="T10" fmla="*/ 157 w 253"/>
                <a:gd name="T11" fmla="*/ 128 h 132"/>
                <a:gd name="T12" fmla="*/ 157 w 253"/>
                <a:gd name="T13" fmla="*/ 95 h 132"/>
                <a:gd name="T14" fmla="*/ 253 w 253"/>
                <a:gd name="T15" fmla="*/ 0 h 132"/>
                <a:gd name="T16" fmla="*/ 156 w 253"/>
                <a:gd name="T17" fmla="*/ 12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132">
                  <a:moveTo>
                    <a:pt x="156" y="128"/>
                  </a:moveTo>
                  <a:cubicBezTo>
                    <a:pt x="156" y="95"/>
                    <a:pt x="156" y="95"/>
                    <a:pt x="156" y="95"/>
                  </a:cubicBezTo>
                  <a:cubicBezTo>
                    <a:pt x="156" y="43"/>
                    <a:pt x="113" y="0"/>
                    <a:pt x="61" y="0"/>
                  </a:cubicBezTo>
                  <a:cubicBezTo>
                    <a:pt x="55" y="0"/>
                    <a:pt x="55" y="0"/>
                    <a:pt x="55" y="0"/>
                  </a:cubicBezTo>
                  <a:cubicBezTo>
                    <a:pt x="0" y="132"/>
                    <a:pt x="0" y="132"/>
                    <a:pt x="0" y="132"/>
                  </a:cubicBezTo>
                  <a:cubicBezTo>
                    <a:pt x="157" y="128"/>
                    <a:pt x="157" y="128"/>
                    <a:pt x="157" y="128"/>
                  </a:cubicBezTo>
                  <a:cubicBezTo>
                    <a:pt x="157" y="95"/>
                    <a:pt x="157" y="95"/>
                    <a:pt x="157" y="95"/>
                  </a:cubicBezTo>
                  <a:cubicBezTo>
                    <a:pt x="157" y="43"/>
                    <a:pt x="200" y="0"/>
                    <a:pt x="253" y="0"/>
                  </a:cubicBezTo>
                  <a:cubicBezTo>
                    <a:pt x="156" y="128"/>
                    <a:pt x="156" y="128"/>
                    <a:pt x="156" y="128"/>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îşḷïḓê"/>
            <p:cNvSpPr/>
            <p:nvPr/>
          </p:nvSpPr>
          <p:spPr bwMode="auto">
            <a:xfrm>
              <a:off x="5290039" y="3600389"/>
              <a:ext cx="36635" cy="36635"/>
            </a:xfrm>
            <a:prstGeom prst="ellipse">
              <a:avLst/>
            </a:prstGeom>
            <a:solidFill>
              <a:srgbClr val="5574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îṥľiḓê"/>
            <p:cNvSpPr/>
            <p:nvPr/>
          </p:nvSpPr>
          <p:spPr bwMode="auto">
            <a:xfrm>
              <a:off x="5290039" y="3742348"/>
              <a:ext cx="36635" cy="35109"/>
            </a:xfrm>
            <a:prstGeom prst="ellipse">
              <a:avLst/>
            </a:prstGeom>
            <a:solidFill>
              <a:srgbClr val="5574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îṡliḋé"/>
            <p:cNvSpPr/>
            <p:nvPr/>
          </p:nvSpPr>
          <p:spPr bwMode="auto">
            <a:xfrm>
              <a:off x="4909955" y="2754740"/>
              <a:ext cx="1527" cy="1527"/>
            </a:xfrm>
            <a:prstGeom prst="rect">
              <a:avLst/>
            </a:prstGeom>
            <a:solidFill>
              <a:srgbClr val="35314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40" name="íślîḓè"/>
            <p:cNvSpPr/>
            <p:nvPr/>
          </p:nvSpPr>
          <p:spPr bwMode="auto">
            <a:xfrm>
              <a:off x="4909955" y="2754740"/>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îşḷiḑe"/>
            <p:cNvSpPr/>
            <p:nvPr/>
          </p:nvSpPr>
          <p:spPr bwMode="auto">
            <a:xfrm>
              <a:off x="4931325" y="2536458"/>
              <a:ext cx="3053"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0" y="0"/>
                    <a:pt x="0" y="0"/>
                    <a:pt x="0" y="0"/>
                  </a:cubicBezTo>
                </a:path>
              </a:pathLst>
            </a:custGeom>
            <a:solidFill>
              <a:srgbClr val="764F5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isļîḑê"/>
            <p:cNvSpPr/>
            <p:nvPr/>
          </p:nvSpPr>
          <p:spPr bwMode="auto">
            <a:xfrm>
              <a:off x="4909955" y="2536458"/>
              <a:ext cx="24423" cy="218282"/>
            </a:xfrm>
            <a:custGeom>
              <a:avLst/>
              <a:gdLst>
                <a:gd name="T0" fmla="*/ 6 w 7"/>
                <a:gd name="T1" fmla="*/ 0 h 60"/>
                <a:gd name="T2" fmla="*/ 4 w 7"/>
                <a:gd name="T3" fmla="*/ 16 h 60"/>
                <a:gd name="T4" fmla="*/ 0 w 7"/>
                <a:gd name="T5" fmla="*/ 60 h 60"/>
                <a:gd name="T6" fmla="*/ 7 w 7"/>
                <a:gd name="T7" fmla="*/ 0 h 60"/>
                <a:gd name="T8" fmla="*/ 6 w 7"/>
                <a:gd name="T9" fmla="*/ 0 h 60"/>
              </a:gdLst>
              <a:ahLst/>
              <a:cxnLst>
                <a:cxn ang="0">
                  <a:pos x="T0" y="T1"/>
                </a:cxn>
                <a:cxn ang="0">
                  <a:pos x="T2" y="T3"/>
                </a:cxn>
                <a:cxn ang="0">
                  <a:pos x="T4" y="T5"/>
                </a:cxn>
                <a:cxn ang="0">
                  <a:pos x="T6" y="T7"/>
                </a:cxn>
                <a:cxn ang="0">
                  <a:pos x="T8" y="T9"/>
                </a:cxn>
              </a:cxnLst>
              <a:rect l="0" t="0" r="r" b="b"/>
              <a:pathLst>
                <a:path w="7" h="60">
                  <a:moveTo>
                    <a:pt x="6" y="0"/>
                  </a:moveTo>
                  <a:cubicBezTo>
                    <a:pt x="5" y="5"/>
                    <a:pt x="4" y="11"/>
                    <a:pt x="4" y="16"/>
                  </a:cubicBezTo>
                  <a:cubicBezTo>
                    <a:pt x="0" y="60"/>
                    <a:pt x="0" y="60"/>
                    <a:pt x="0" y="60"/>
                  </a:cubicBezTo>
                  <a:cubicBezTo>
                    <a:pt x="7" y="0"/>
                    <a:pt x="7" y="0"/>
                    <a:pt x="7" y="0"/>
                  </a:cubicBezTo>
                  <a:cubicBezTo>
                    <a:pt x="7" y="0"/>
                    <a:pt x="7" y="0"/>
                    <a:pt x="6" y="0"/>
                  </a:cubicBezTo>
                </a:path>
              </a:pathLst>
            </a:custGeom>
            <a:solidFill>
              <a:srgbClr val="FAB6A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îṣḷîḑè"/>
            <p:cNvSpPr/>
            <p:nvPr/>
          </p:nvSpPr>
          <p:spPr bwMode="auto">
            <a:xfrm>
              <a:off x="4909955" y="2699788"/>
              <a:ext cx="633474" cy="595312"/>
            </a:xfrm>
            <a:custGeom>
              <a:avLst/>
              <a:gdLst>
                <a:gd name="T0" fmla="*/ 175 w 175"/>
                <a:gd name="T1" fmla="*/ 150 h 164"/>
                <a:gd name="T2" fmla="*/ 147 w 175"/>
                <a:gd name="T3" fmla="*/ 161 h 164"/>
                <a:gd name="T4" fmla="*/ 147 w 175"/>
                <a:gd name="T5" fmla="*/ 164 h 164"/>
                <a:gd name="T6" fmla="*/ 149 w 175"/>
                <a:gd name="T7" fmla="*/ 161 h 164"/>
                <a:gd name="T8" fmla="*/ 175 w 175"/>
                <a:gd name="T9" fmla="*/ 150 h 164"/>
                <a:gd name="T10" fmla="*/ 11 w 175"/>
                <a:gd name="T11" fmla="*/ 0 h 164"/>
                <a:gd name="T12" fmla="*/ 0 w 175"/>
                <a:gd name="T13" fmla="*/ 15 h 164"/>
                <a:gd name="T14" fmla="*/ 0 w 175"/>
                <a:gd name="T15" fmla="*/ 15 h 164"/>
                <a:gd name="T16" fmla="*/ 11 w 175"/>
                <a:gd name="T17" fmla="*/ 0 h 164"/>
                <a:gd name="T18" fmla="*/ 11 w 175"/>
                <a:gd name="T19"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64">
                  <a:moveTo>
                    <a:pt x="175" y="150"/>
                  </a:moveTo>
                  <a:cubicBezTo>
                    <a:pt x="167" y="155"/>
                    <a:pt x="157" y="159"/>
                    <a:pt x="147" y="161"/>
                  </a:cubicBezTo>
                  <a:cubicBezTo>
                    <a:pt x="147" y="164"/>
                    <a:pt x="147" y="164"/>
                    <a:pt x="147" y="164"/>
                  </a:cubicBezTo>
                  <a:cubicBezTo>
                    <a:pt x="148" y="163"/>
                    <a:pt x="148" y="162"/>
                    <a:pt x="149" y="161"/>
                  </a:cubicBezTo>
                  <a:cubicBezTo>
                    <a:pt x="158" y="158"/>
                    <a:pt x="167" y="155"/>
                    <a:pt x="175" y="150"/>
                  </a:cubicBezTo>
                  <a:moveTo>
                    <a:pt x="11" y="0"/>
                  </a:moveTo>
                  <a:cubicBezTo>
                    <a:pt x="0" y="15"/>
                    <a:pt x="0" y="15"/>
                    <a:pt x="0" y="15"/>
                  </a:cubicBezTo>
                  <a:cubicBezTo>
                    <a:pt x="0" y="15"/>
                    <a:pt x="0" y="15"/>
                    <a:pt x="0" y="15"/>
                  </a:cubicBezTo>
                  <a:cubicBezTo>
                    <a:pt x="11" y="0"/>
                    <a:pt x="11" y="0"/>
                    <a:pt x="11" y="0"/>
                  </a:cubicBezTo>
                  <a:cubicBezTo>
                    <a:pt x="11" y="0"/>
                    <a:pt x="11" y="0"/>
                    <a:pt x="11" y="0"/>
                  </a:cubicBezTo>
                </a:path>
              </a:pathLst>
            </a:custGeom>
            <a:solidFill>
              <a:srgbClr val="764F5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iṥľíḋé"/>
            <p:cNvSpPr/>
            <p:nvPr/>
          </p:nvSpPr>
          <p:spPr bwMode="auto">
            <a:xfrm>
              <a:off x="4891638" y="2699788"/>
              <a:ext cx="786118" cy="708269"/>
            </a:xfrm>
            <a:custGeom>
              <a:avLst/>
              <a:gdLst>
                <a:gd name="T0" fmla="*/ 16 w 217"/>
                <a:gd name="T1" fmla="*/ 0 h 195"/>
                <a:gd name="T2" fmla="*/ 5 w 217"/>
                <a:gd name="T3" fmla="*/ 15 h 195"/>
                <a:gd name="T4" fmla="*/ 5 w 217"/>
                <a:gd name="T5" fmla="*/ 15 h 195"/>
                <a:gd name="T6" fmla="*/ 5 w 217"/>
                <a:gd name="T7" fmla="*/ 15 h 195"/>
                <a:gd name="T8" fmla="*/ 5 w 217"/>
                <a:gd name="T9" fmla="*/ 15 h 195"/>
                <a:gd name="T10" fmla="*/ 5 w 217"/>
                <a:gd name="T11" fmla="*/ 15 h 195"/>
                <a:gd name="T12" fmla="*/ 3 w 217"/>
                <a:gd name="T13" fmla="*/ 36 h 195"/>
                <a:gd name="T14" fmla="*/ 48 w 217"/>
                <a:gd name="T15" fmla="*/ 140 h 195"/>
                <a:gd name="T16" fmla="*/ 93 w 217"/>
                <a:gd name="T17" fmla="*/ 194 h 195"/>
                <a:gd name="T18" fmla="*/ 103 w 217"/>
                <a:gd name="T19" fmla="*/ 195 h 195"/>
                <a:gd name="T20" fmla="*/ 152 w 217"/>
                <a:gd name="T21" fmla="*/ 164 h 195"/>
                <a:gd name="T22" fmla="*/ 152 w 217"/>
                <a:gd name="T23" fmla="*/ 161 h 195"/>
                <a:gd name="T24" fmla="*/ 180 w 217"/>
                <a:gd name="T25" fmla="*/ 150 h 195"/>
                <a:gd name="T26" fmla="*/ 217 w 217"/>
                <a:gd name="T27" fmla="*/ 119 h 195"/>
                <a:gd name="T28" fmla="*/ 132 w 217"/>
                <a:gd name="T29" fmla="*/ 155 h 195"/>
                <a:gd name="T30" fmla="*/ 122 w 217"/>
                <a:gd name="T31" fmla="*/ 154 h 195"/>
                <a:gd name="T32" fmla="*/ 14 w 217"/>
                <a:gd name="T33" fmla="*/ 27 h 195"/>
                <a:gd name="T34" fmla="*/ 16 w 217"/>
                <a:gd name="T35"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195">
                  <a:moveTo>
                    <a:pt x="16" y="0"/>
                  </a:moveTo>
                  <a:cubicBezTo>
                    <a:pt x="5" y="15"/>
                    <a:pt x="5" y="15"/>
                    <a:pt x="5" y="15"/>
                  </a:cubicBezTo>
                  <a:cubicBezTo>
                    <a:pt x="5" y="15"/>
                    <a:pt x="5" y="15"/>
                    <a:pt x="5" y="15"/>
                  </a:cubicBezTo>
                  <a:cubicBezTo>
                    <a:pt x="5" y="15"/>
                    <a:pt x="5" y="15"/>
                    <a:pt x="5" y="15"/>
                  </a:cubicBezTo>
                  <a:cubicBezTo>
                    <a:pt x="5" y="15"/>
                    <a:pt x="5" y="15"/>
                    <a:pt x="5" y="15"/>
                  </a:cubicBezTo>
                  <a:cubicBezTo>
                    <a:pt x="5" y="15"/>
                    <a:pt x="5" y="15"/>
                    <a:pt x="5" y="15"/>
                  </a:cubicBezTo>
                  <a:cubicBezTo>
                    <a:pt x="3" y="36"/>
                    <a:pt x="3" y="36"/>
                    <a:pt x="3" y="36"/>
                  </a:cubicBezTo>
                  <a:cubicBezTo>
                    <a:pt x="0" y="78"/>
                    <a:pt x="18" y="116"/>
                    <a:pt x="48" y="140"/>
                  </a:cubicBezTo>
                  <a:cubicBezTo>
                    <a:pt x="48" y="166"/>
                    <a:pt x="67" y="190"/>
                    <a:pt x="93" y="194"/>
                  </a:cubicBezTo>
                  <a:cubicBezTo>
                    <a:pt x="97" y="195"/>
                    <a:pt x="100" y="195"/>
                    <a:pt x="103" y="195"/>
                  </a:cubicBezTo>
                  <a:cubicBezTo>
                    <a:pt x="124" y="195"/>
                    <a:pt x="143" y="183"/>
                    <a:pt x="152" y="164"/>
                  </a:cubicBezTo>
                  <a:cubicBezTo>
                    <a:pt x="152" y="161"/>
                    <a:pt x="152" y="161"/>
                    <a:pt x="152" y="161"/>
                  </a:cubicBezTo>
                  <a:cubicBezTo>
                    <a:pt x="162" y="159"/>
                    <a:pt x="172" y="155"/>
                    <a:pt x="180" y="150"/>
                  </a:cubicBezTo>
                  <a:cubicBezTo>
                    <a:pt x="194" y="142"/>
                    <a:pt x="207" y="132"/>
                    <a:pt x="217" y="119"/>
                  </a:cubicBezTo>
                  <a:cubicBezTo>
                    <a:pt x="195" y="141"/>
                    <a:pt x="165" y="155"/>
                    <a:pt x="132" y="155"/>
                  </a:cubicBezTo>
                  <a:cubicBezTo>
                    <a:pt x="129" y="155"/>
                    <a:pt x="125" y="155"/>
                    <a:pt x="122" y="154"/>
                  </a:cubicBezTo>
                  <a:cubicBezTo>
                    <a:pt x="57" y="149"/>
                    <a:pt x="9" y="92"/>
                    <a:pt x="14" y="27"/>
                  </a:cubicBezTo>
                  <a:cubicBezTo>
                    <a:pt x="16" y="0"/>
                    <a:pt x="16" y="0"/>
                    <a:pt x="16" y="0"/>
                  </a:cubicBezTo>
                </a:path>
              </a:pathLst>
            </a:custGeom>
            <a:solidFill>
              <a:srgbClr val="FAB6A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îŝļîḓé"/>
            <p:cNvSpPr/>
            <p:nvPr/>
          </p:nvSpPr>
          <p:spPr bwMode="auto">
            <a:xfrm>
              <a:off x="4807684" y="2548670"/>
              <a:ext cx="79375" cy="119062"/>
            </a:xfrm>
            <a:custGeom>
              <a:avLst/>
              <a:gdLst>
                <a:gd name="T0" fmla="*/ 3 w 22"/>
                <a:gd name="T1" fmla="*/ 33 h 33"/>
                <a:gd name="T2" fmla="*/ 1 w 22"/>
                <a:gd name="T3" fmla="*/ 32 h 33"/>
                <a:gd name="T4" fmla="*/ 2 w 22"/>
                <a:gd name="T5" fmla="*/ 29 h 33"/>
                <a:gd name="T6" fmla="*/ 17 w 22"/>
                <a:gd name="T7" fmla="*/ 23 h 33"/>
                <a:gd name="T8" fmla="*/ 5 w 22"/>
                <a:gd name="T9" fmla="*/ 4 h 33"/>
                <a:gd name="T10" fmla="*/ 6 w 22"/>
                <a:gd name="T11" fmla="*/ 1 h 33"/>
                <a:gd name="T12" fmla="*/ 9 w 22"/>
                <a:gd name="T13" fmla="*/ 2 h 33"/>
                <a:gd name="T14" fmla="*/ 22 w 22"/>
                <a:gd name="T15" fmla="*/ 23 h 33"/>
                <a:gd name="T16" fmla="*/ 22 w 22"/>
                <a:gd name="T17" fmla="*/ 25 h 33"/>
                <a:gd name="T18" fmla="*/ 21 w 22"/>
                <a:gd name="T19" fmla="*/ 26 h 33"/>
                <a:gd name="T20" fmla="*/ 3 w 22"/>
                <a:gd name="T21"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33">
                  <a:moveTo>
                    <a:pt x="3" y="33"/>
                  </a:moveTo>
                  <a:cubicBezTo>
                    <a:pt x="2" y="33"/>
                    <a:pt x="1" y="33"/>
                    <a:pt x="1" y="32"/>
                  </a:cubicBezTo>
                  <a:cubicBezTo>
                    <a:pt x="0" y="31"/>
                    <a:pt x="1" y="30"/>
                    <a:pt x="2" y="29"/>
                  </a:cubicBezTo>
                  <a:cubicBezTo>
                    <a:pt x="17" y="23"/>
                    <a:pt x="17" y="23"/>
                    <a:pt x="17" y="23"/>
                  </a:cubicBezTo>
                  <a:cubicBezTo>
                    <a:pt x="5" y="4"/>
                    <a:pt x="5" y="4"/>
                    <a:pt x="5" y="4"/>
                  </a:cubicBezTo>
                  <a:cubicBezTo>
                    <a:pt x="5" y="3"/>
                    <a:pt x="5" y="1"/>
                    <a:pt x="6" y="1"/>
                  </a:cubicBezTo>
                  <a:cubicBezTo>
                    <a:pt x="7" y="0"/>
                    <a:pt x="8" y="1"/>
                    <a:pt x="9" y="2"/>
                  </a:cubicBezTo>
                  <a:cubicBezTo>
                    <a:pt x="22" y="23"/>
                    <a:pt x="22" y="23"/>
                    <a:pt x="22" y="23"/>
                  </a:cubicBezTo>
                  <a:cubicBezTo>
                    <a:pt x="22" y="24"/>
                    <a:pt x="22" y="24"/>
                    <a:pt x="22" y="25"/>
                  </a:cubicBezTo>
                  <a:cubicBezTo>
                    <a:pt x="22" y="25"/>
                    <a:pt x="21" y="26"/>
                    <a:pt x="21" y="26"/>
                  </a:cubicBezTo>
                  <a:cubicBezTo>
                    <a:pt x="3" y="33"/>
                    <a:pt x="3" y="33"/>
                    <a:pt x="3" y="33"/>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iSlíḍê"/>
            <p:cNvSpPr/>
            <p:nvPr/>
          </p:nvSpPr>
          <p:spPr bwMode="auto">
            <a:xfrm>
              <a:off x="5329727" y="3089030"/>
              <a:ext cx="90061" cy="53426"/>
            </a:xfrm>
            <a:custGeom>
              <a:avLst/>
              <a:gdLst>
                <a:gd name="T0" fmla="*/ 23 w 25"/>
                <a:gd name="T1" fmla="*/ 15 h 15"/>
                <a:gd name="T2" fmla="*/ 21 w 25"/>
                <a:gd name="T3" fmla="*/ 14 h 15"/>
                <a:gd name="T4" fmla="*/ 3 w 25"/>
                <a:gd name="T5" fmla="*/ 8 h 15"/>
                <a:gd name="T6" fmla="*/ 1 w 25"/>
                <a:gd name="T7" fmla="*/ 6 h 15"/>
                <a:gd name="T8" fmla="*/ 2 w 25"/>
                <a:gd name="T9" fmla="*/ 4 h 15"/>
                <a:gd name="T10" fmla="*/ 24 w 25"/>
                <a:gd name="T11" fmla="*/ 12 h 15"/>
                <a:gd name="T12" fmla="*/ 24 w 25"/>
                <a:gd name="T13" fmla="*/ 15 h 15"/>
                <a:gd name="T14" fmla="*/ 23 w 25"/>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15">
                  <a:moveTo>
                    <a:pt x="23" y="15"/>
                  </a:moveTo>
                  <a:cubicBezTo>
                    <a:pt x="22" y="15"/>
                    <a:pt x="21" y="15"/>
                    <a:pt x="21" y="14"/>
                  </a:cubicBezTo>
                  <a:cubicBezTo>
                    <a:pt x="15" y="5"/>
                    <a:pt x="3" y="8"/>
                    <a:pt x="3" y="8"/>
                  </a:cubicBezTo>
                  <a:cubicBezTo>
                    <a:pt x="2" y="8"/>
                    <a:pt x="1" y="7"/>
                    <a:pt x="1" y="6"/>
                  </a:cubicBezTo>
                  <a:cubicBezTo>
                    <a:pt x="0" y="5"/>
                    <a:pt x="1" y="4"/>
                    <a:pt x="2" y="4"/>
                  </a:cubicBezTo>
                  <a:cubicBezTo>
                    <a:pt x="2" y="4"/>
                    <a:pt x="16" y="0"/>
                    <a:pt x="24" y="12"/>
                  </a:cubicBezTo>
                  <a:cubicBezTo>
                    <a:pt x="25" y="13"/>
                    <a:pt x="25" y="14"/>
                    <a:pt x="24" y="15"/>
                  </a:cubicBezTo>
                  <a:cubicBezTo>
                    <a:pt x="23" y="15"/>
                    <a:pt x="23" y="15"/>
                    <a:pt x="23" y="15"/>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íşḻîḍé"/>
            <p:cNvSpPr/>
            <p:nvPr/>
          </p:nvSpPr>
          <p:spPr bwMode="auto">
            <a:xfrm>
              <a:off x="5250352" y="2820377"/>
              <a:ext cx="36635" cy="83955"/>
            </a:xfrm>
            <a:custGeom>
              <a:avLst/>
              <a:gdLst>
                <a:gd name="T0" fmla="*/ 3 w 10"/>
                <a:gd name="T1" fmla="*/ 23 h 23"/>
                <a:gd name="T2" fmla="*/ 2 w 10"/>
                <a:gd name="T3" fmla="*/ 23 h 23"/>
                <a:gd name="T4" fmla="*/ 2 w 10"/>
                <a:gd name="T5" fmla="*/ 21 h 23"/>
                <a:gd name="T6" fmla="*/ 1 w 10"/>
                <a:gd name="T7" fmla="*/ 3 h 23"/>
                <a:gd name="T8" fmla="*/ 1 w 10"/>
                <a:gd name="T9" fmla="*/ 0 h 23"/>
                <a:gd name="T10" fmla="*/ 3 w 10"/>
                <a:gd name="T11" fmla="*/ 0 h 23"/>
                <a:gd name="T12" fmla="*/ 4 w 10"/>
                <a:gd name="T13" fmla="*/ 23 h 23"/>
                <a:gd name="T14" fmla="*/ 3 w 10"/>
                <a:gd name="T15" fmla="*/ 23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3">
                  <a:moveTo>
                    <a:pt x="3" y="23"/>
                  </a:moveTo>
                  <a:cubicBezTo>
                    <a:pt x="2" y="23"/>
                    <a:pt x="2" y="23"/>
                    <a:pt x="2" y="23"/>
                  </a:cubicBezTo>
                  <a:cubicBezTo>
                    <a:pt x="1" y="22"/>
                    <a:pt x="1" y="21"/>
                    <a:pt x="2" y="21"/>
                  </a:cubicBezTo>
                  <a:cubicBezTo>
                    <a:pt x="7" y="16"/>
                    <a:pt x="6" y="7"/>
                    <a:pt x="1" y="3"/>
                  </a:cubicBezTo>
                  <a:cubicBezTo>
                    <a:pt x="0" y="2"/>
                    <a:pt x="0" y="1"/>
                    <a:pt x="1" y="0"/>
                  </a:cubicBezTo>
                  <a:cubicBezTo>
                    <a:pt x="1" y="0"/>
                    <a:pt x="2" y="0"/>
                    <a:pt x="3" y="0"/>
                  </a:cubicBezTo>
                  <a:cubicBezTo>
                    <a:pt x="9" y="6"/>
                    <a:pt x="10" y="16"/>
                    <a:pt x="4" y="23"/>
                  </a:cubicBezTo>
                  <a:cubicBezTo>
                    <a:pt x="4" y="23"/>
                    <a:pt x="3" y="23"/>
                    <a:pt x="3" y="23"/>
                  </a:cubicBezTo>
                  <a:close/>
                </a:path>
              </a:pathLst>
            </a:custGeom>
            <a:solidFill>
              <a:srgbClr val="FFCFC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ïŝļïḑè"/>
            <p:cNvSpPr/>
            <p:nvPr/>
          </p:nvSpPr>
          <p:spPr bwMode="auto">
            <a:xfrm>
              <a:off x="5303777" y="2428081"/>
              <a:ext cx="207596" cy="79375"/>
            </a:xfrm>
            <a:custGeom>
              <a:avLst/>
              <a:gdLst>
                <a:gd name="T0" fmla="*/ 5 w 57"/>
                <a:gd name="T1" fmla="*/ 20 h 22"/>
                <a:gd name="T2" fmla="*/ 17 w 57"/>
                <a:gd name="T3" fmla="*/ 21 h 22"/>
                <a:gd name="T4" fmla="*/ 29 w 57"/>
                <a:gd name="T5" fmla="*/ 20 h 22"/>
                <a:gd name="T6" fmla="*/ 41 w 57"/>
                <a:gd name="T7" fmla="*/ 21 h 22"/>
                <a:gd name="T8" fmla="*/ 53 w 57"/>
                <a:gd name="T9" fmla="*/ 20 h 22"/>
                <a:gd name="T10" fmla="*/ 54 w 57"/>
                <a:gd name="T11" fmla="*/ 10 h 22"/>
                <a:gd name="T12" fmla="*/ 29 w 57"/>
                <a:gd name="T13" fmla="*/ 0 h 22"/>
                <a:gd name="T14" fmla="*/ 4 w 57"/>
                <a:gd name="T15" fmla="*/ 10 h 22"/>
                <a:gd name="T16" fmla="*/ 5 w 57"/>
                <a:gd name="T17"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2">
                  <a:moveTo>
                    <a:pt x="5" y="20"/>
                  </a:moveTo>
                  <a:cubicBezTo>
                    <a:pt x="8" y="22"/>
                    <a:pt x="13" y="21"/>
                    <a:pt x="17" y="21"/>
                  </a:cubicBezTo>
                  <a:cubicBezTo>
                    <a:pt x="21" y="21"/>
                    <a:pt x="25" y="20"/>
                    <a:pt x="29" y="20"/>
                  </a:cubicBezTo>
                  <a:cubicBezTo>
                    <a:pt x="33" y="20"/>
                    <a:pt x="37" y="21"/>
                    <a:pt x="41" y="21"/>
                  </a:cubicBezTo>
                  <a:cubicBezTo>
                    <a:pt x="45" y="21"/>
                    <a:pt x="50" y="21"/>
                    <a:pt x="53" y="20"/>
                  </a:cubicBezTo>
                  <a:cubicBezTo>
                    <a:pt x="56" y="19"/>
                    <a:pt x="57" y="15"/>
                    <a:pt x="54" y="10"/>
                  </a:cubicBezTo>
                  <a:cubicBezTo>
                    <a:pt x="50" y="5"/>
                    <a:pt x="41" y="0"/>
                    <a:pt x="29" y="0"/>
                  </a:cubicBezTo>
                  <a:cubicBezTo>
                    <a:pt x="16" y="1"/>
                    <a:pt x="7" y="6"/>
                    <a:pt x="4" y="10"/>
                  </a:cubicBezTo>
                  <a:cubicBezTo>
                    <a:pt x="0" y="15"/>
                    <a:pt x="2" y="19"/>
                    <a:pt x="5" y="20"/>
                  </a:cubicBezTo>
                  <a:close/>
                </a:path>
              </a:pathLst>
            </a:custGeom>
            <a:solidFill>
              <a:srgbClr val="3531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i$ḷiḍê"/>
            <p:cNvSpPr/>
            <p:nvPr/>
          </p:nvSpPr>
          <p:spPr bwMode="auto">
            <a:xfrm>
              <a:off x="5656386" y="2457083"/>
              <a:ext cx="132801" cy="58005"/>
            </a:xfrm>
            <a:custGeom>
              <a:avLst/>
              <a:gdLst>
                <a:gd name="T0" fmla="*/ 33 w 37"/>
                <a:gd name="T1" fmla="*/ 15 h 16"/>
                <a:gd name="T2" fmla="*/ 26 w 37"/>
                <a:gd name="T3" fmla="*/ 15 h 16"/>
                <a:gd name="T4" fmla="*/ 18 w 37"/>
                <a:gd name="T5" fmla="*/ 14 h 16"/>
                <a:gd name="T6" fmla="*/ 10 w 37"/>
                <a:gd name="T7" fmla="*/ 13 h 16"/>
                <a:gd name="T8" fmla="*/ 2 w 37"/>
                <a:gd name="T9" fmla="*/ 11 h 16"/>
                <a:gd name="T10" fmla="*/ 3 w 37"/>
                <a:gd name="T11" fmla="*/ 5 h 16"/>
                <a:gd name="T12" fmla="*/ 20 w 37"/>
                <a:gd name="T13" fmla="*/ 1 h 16"/>
                <a:gd name="T14" fmla="*/ 35 w 37"/>
                <a:gd name="T15" fmla="*/ 9 h 16"/>
                <a:gd name="T16" fmla="*/ 33 w 37"/>
                <a:gd name="T1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16">
                  <a:moveTo>
                    <a:pt x="33" y="15"/>
                  </a:moveTo>
                  <a:cubicBezTo>
                    <a:pt x="31" y="16"/>
                    <a:pt x="28" y="15"/>
                    <a:pt x="26" y="15"/>
                  </a:cubicBezTo>
                  <a:cubicBezTo>
                    <a:pt x="23" y="14"/>
                    <a:pt x="20" y="14"/>
                    <a:pt x="18" y="14"/>
                  </a:cubicBezTo>
                  <a:cubicBezTo>
                    <a:pt x="15" y="13"/>
                    <a:pt x="13" y="13"/>
                    <a:pt x="10" y="13"/>
                  </a:cubicBezTo>
                  <a:cubicBezTo>
                    <a:pt x="7" y="13"/>
                    <a:pt x="4" y="13"/>
                    <a:pt x="2" y="11"/>
                  </a:cubicBezTo>
                  <a:cubicBezTo>
                    <a:pt x="0" y="10"/>
                    <a:pt x="0" y="8"/>
                    <a:pt x="3" y="5"/>
                  </a:cubicBezTo>
                  <a:cubicBezTo>
                    <a:pt x="5" y="2"/>
                    <a:pt x="12" y="0"/>
                    <a:pt x="20" y="1"/>
                  </a:cubicBezTo>
                  <a:cubicBezTo>
                    <a:pt x="27" y="2"/>
                    <a:pt x="33" y="5"/>
                    <a:pt x="35" y="9"/>
                  </a:cubicBezTo>
                  <a:cubicBezTo>
                    <a:pt x="37" y="12"/>
                    <a:pt x="36" y="14"/>
                    <a:pt x="33" y="15"/>
                  </a:cubicBezTo>
                  <a:close/>
                </a:path>
              </a:pathLst>
            </a:custGeom>
            <a:solidFill>
              <a:srgbClr val="3531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îṥľiḑé"/>
            <p:cNvSpPr/>
            <p:nvPr/>
          </p:nvSpPr>
          <p:spPr bwMode="auto">
            <a:xfrm>
              <a:off x="5351097" y="2612780"/>
              <a:ext cx="58005" cy="62585"/>
            </a:xfrm>
            <a:custGeom>
              <a:avLst/>
              <a:gdLst>
                <a:gd name="T0" fmla="*/ 16 w 16"/>
                <a:gd name="T1" fmla="*/ 10 h 17"/>
                <a:gd name="T2" fmla="*/ 7 w 16"/>
                <a:gd name="T3" fmla="*/ 16 h 17"/>
                <a:gd name="T4" fmla="*/ 1 w 16"/>
                <a:gd name="T5" fmla="*/ 7 h 17"/>
                <a:gd name="T6" fmla="*/ 9 w 16"/>
                <a:gd name="T7" fmla="*/ 1 h 17"/>
                <a:gd name="T8" fmla="*/ 16 w 16"/>
                <a:gd name="T9" fmla="*/ 10 h 17"/>
              </a:gdLst>
              <a:ahLst/>
              <a:cxnLst>
                <a:cxn ang="0">
                  <a:pos x="T0" y="T1"/>
                </a:cxn>
                <a:cxn ang="0">
                  <a:pos x="T2" y="T3"/>
                </a:cxn>
                <a:cxn ang="0">
                  <a:pos x="T4" y="T5"/>
                </a:cxn>
                <a:cxn ang="0">
                  <a:pos x="T6" y="T7"/>
                </a:cxn>
                <a:cxn ang="0">
                  <a:pos x="T8" y="T9"/>
                </a:cxn>
              </a:cxnLst>
              <a:rect l="0" t="0" r="r" b="b"/>
              <a:pathLst>
                <a:path w="16" h="17">
                  <a:moveTo>
                    <a:pt x="16" y="10"/>
                  </a:moveTo>
                  <a:cubicBezTo>
                    <a:pt x="15" y="14"/>
                    <a:pt x="11" y="17"/>
                    <a:pt x="7" y="16"/>
                  </a:cubicBezTo>
                  <a:cubicBezTo>
                    <a:pt x="3" y="16"/>
                    <a:pt x="0" y="12"/>
                    <a:pt x="1" y="7"/>
                  </a:cubicBezTo>
                  <a:cubicBezTo>
                    <a:pt x="1" y="3"/>
                    <a:pt x="5" y="0"/>
                    <a:pt x="9" y="1"/>
                  </a:cubicBezTo>
                  <a:cubicBezTo>
                    <a:pt x="14" y="2"/>
                    <a:pt x="16" y="6"/>
                    <a:pt x="16" y="10"/>
                  </a:cubicBezTo>
                  <a:close/>
                </a:path>
              </a:pathLst>
            </a:custGeom>
            <a:solidFill>
              <a:srgbClr val="1C19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îṡlïḑe"/>
            <p:cNvSpPr/>
            <p:nvPr/>
          </p:nvSpPr>
          <p:spPr bwMode="auto">
            <a:xfrm>
              <a:off x="5667070" y="2641783"/>
              <a:ext cx="58005" cy="58005"/>
            </a:xfrm>
            <a:custGeom>
              <a:avLst/>
              <a:gdLst>
                <a:gd name="T0" fmla="*/ 16 w 16"/>
                <a:gd name="T1" fmla="*/ 9 h 16"/>
                <a:gd name="T2" fmla="*/ 7 w 16"/>
                <a:gd name="T3" fmla="*/ 16 h 16"/>
                <a:gd name="T4" fmla="*/ 1 w 16"/>
                <a:gd name="T5" fmla="*/ 7 h 16"/>
                <a:gd name="T6" fmla="*/ 9 w 16"/>
                <a:gd name="T7" fmla="*/ 1 h 16"/>
                <a:gd name="T8" fmla="*/ 16 w 16"/>
                <a:gd name="T9" fmla="*/ 9 h 16"/>
              </a:gdLst>
              <a:ahLst/>
              <a:cxnLst>
                <a:cxn ang="0">
                  <a:pos x="T0" y="T1"/>
                </a:cxn>
                <a:cxn ang="0">
                  <a:pos x="T2" y="T3"/>
                </a:cxn>
                <a:cxn ang="0">
                  <a:pos x="T4" y="T5"/>
                </a:cxn>
                <a:cxn ang="0">
                  <a:pos x="T6" y="T7"/>
                </a:cxn>
                <a:cxn ang="0">
                  <a:pos x="T8" y="T9"/>
                </a:cxn>
              </a:cxnLst>
              <a:rect l="0" t="0" r="r" b="b"/>
              <a:pathLst>
                <a:path w="16" h="16">
                  <a:moveTo>
                    <a:pt x="16" y="9"/>
                  </a:moveTo>
                  <a:cubicBezTo>
                    <a:pt x="15" y="13"/>
                    <a:pt x="11" y="16"/>
                    <a:pt x="7" y="16"/>
                  </a:cubicBezTo>
                  <a:cubicBezTo>
                    <a:pt x="3" y="15"/>
                    <a:pt x="0" y="11"/>
                    <a:pt x="1" y="7"/>
                  </a:cubicBezTo>
                  <a:cubicBezTo>
                    <a:pt x="1" y="3"/>
                    <a:pt x="5" y="0"/>
                    <a:pt x="9" y="1"/>
                  </a:cubicBezTo>
                  <a:cubicBezTo>
                    <a:pt x="13" y="1"/>
                    <a:pt x="16" y="5"/>
                    <a:pt x="16" y="9"/>
                  </a:cubicBezTo>
                  <a:close/>
                </a:path>
              </a:pathLst>
            </a:custGeom>
            <a:solidFill>
              <a:srgbClr val="1C19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íṧlîdè"/>
            <p:cNvSpPr/>
            <p:nvPr/>
          </p:nvSpPr>
          <p:spPr bwMode="auto">
            <a:xfrm>
              <a:off x="5332780" y="2649415"/>
              <a:ext cx="91587" cy="33582"/>
            </a:xfrm>
            <a:custGeom>
              <a:avLst/>
              <a:gdLst>
                <a:gd name="T0" fmla="*/ 23 w 25"/>
                <a:gd name="T1" fmla="*/ 9 h 9"/>
                <a:gd name="T2" fmla="*/ 22 w 25"/>
                <a:gd name="T3" fmla="*/ 9 h 9"/>
                <a:gd name="T4" fmla="*/ 3 w 25"/>
                <a:gd name="T5" fmla="*/ 8 h 9"/>
                <a:gd name="T6" fmla="*/ 1 w 25"/>
                <a:gd name="T7" fmla="*/ 7 h 9"/>
                <a:gd name="T8" fmla="*/ 2 w 25"/>
                <a:gd name="T9" fmla="*/ 4 h 9"/>
                <a:gd name="T10" fmla="*/ 24 w 25"/>
                <a:gd name="T11" fmla="*/ 6 h 9"/>
                <a:gd name="T12" fmla="*/ 25 w 25"/>
                <a:gd name="T13" fmla="*/ 8 h 9"/>
                <a:gd name="T14" fmla="*/ 23 w 25"/>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9">
                  <a:moveTo>
                    <a:pt x="23" y="9"/>
                  </a:moveTo>
                  <a:cubicBezTo>
                    <a:pt x="22" y="9"/>
                    <a:pt x="22" y="9"/>
                    <a:pt x="22" y="9"/>
                  </a:cubicBezTo>
                  <a:cubicBezTo>
                    <a:pt x="15" y="5"/>
                    <a:pt x="3" y="8"/>
                    <a:pt x="3" y="8"/>
                  </a:cubicBezTo>
                  <a:cubicBezTo>
                    <a:pt x="2" y="8"/>
                    <a:pt x="1" y="8"/>
                    <a:pt x="1" y="7"/>
                  </a:cubicBezTo>
                  <a:cubicBezTo>
                    <a:pt x="0" y="5"/>
                    <a:pt x="1" y="4"/>
                    <a:pt x="2" y="4"/>
                  </a:cubicBezTo>
                  <a:cubicBezTo>
                    <a:pt x="2" y="4"/>
                    <a:pt x="15" y="0"/>
                    <a:pt x="24" y="6"/>
                  </a:cubicBezTo>
                  <a:cubicBezTo>
                    <a:pt x="25" y="6"/>
                    <a:pt x="25" y="8"/>
                    <a:pt x="25" y="8"/>
                  </a:cubicBezTo>
                  <a:cubicBezTo>
                    <a:pt x="24" y="9"/>
                    <a:pt x="24" y="9"/>
                    <a:pt x="23" y="9"/>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ï$liḑe"/>
            <p:cNvSpPr/>
            <p:nvPr/>
          </p:nvSpPr>
          <p:spPr bwMode="auto">
            <a:xfrm>
              <a:off x="5645700" y="2678418"/>
              <a:ext cx="90061" cy="33582"/>
            </a:xfrm>
            <a:custGeom>
              <a:avLst/>
              <a:gdLst>
                <a:gd name="T0" fmla="*/ 23 w 25"/>
                <a:gd name="T1" fmla="*/ 9 h 9"/>
                <a:gd name="T2" fmla="*/ 22 w 25"/>
                <a:gd name="T3" fmla="*/ 9 h 9"/>
                <a:gd name="T4" fmla="*/ 2 w 25"/>
                <a:gd name="T5" fmla="*/ 8 h 9"/>
                <a:gd name="T6" fmla="*/ 0 w 25"/>
                <a:gd name="T7" fmla="*/ 7 h 9"/>
                <a:gd name="T8" fmla="*/ 1 w 25"/>
                <a:gd name="T9" fmla="*/ 4 h 9"/>
                <a:gd name="T10" fmla="*/ 24 w 25"/>
                <a:gd name="T11" fmla="*/ 6 h 9"/>
                <a:gd name="T12" fmla="*/ 24 w 25"/>
                <a:gd name="T13" fmla="*/ 8 h 9"/>
                <a:gd name="T14" fmla="*/ 23 w 25"/>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9">
                  <a:moveTo>
                    <a:pt x="23" y="9"/>
                  </a:moveTo>
                  <a:cubicBezTo>
                    <a:pt x="22" y="9"/>
                    <a:pt x="22" y="9"/>
                    <a:pt x="22" y="9"/>
                  </a:cubicBezTo>
                  <a:cubicBezTo>
                    <a:pt x="14" y="5"/>
                    <a:pt x="3" y="8"/>
                    <a:pt x="2" y="8"/>
                  </a:cubicBezTo>
                  <a:cubicBezTo>
                    <a:pt x="1" y="8"/>
                    <a:pt x="0" y="8"/>
                    <a:pt x="0" y="7"/>
                  </a:cubicBezTo>
                  <a:cubicBezTo>
                    <a:pt x="0" y="6"/>
                    <a:pt x="0" y="4"/>
                    <a:pt x="1" y="4"/>
                  </a:cubicBezTo>
                  <a:cubicBezTo>
                    <a:pt x="2" y="4"/>
                    <a:pt x="15" y="0"/>
                    <a:pt x="24" y="6"/>
                  </a:cubicBezTo>
                  <a:cubicBezTo>
                    <a:pt x="25" y="6"/>
                    <a:pt x="25" y="8"/>
                    <a:pt x="24" y="8"/>
                  </a:cubicBezTo>
                  <a:cubicBezTo>
                    <a:pt x="24" y="9"/>
                    <a:pt x="23" y="9"/>
                    <a:pt x="23" y="9"/>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ïsľïḋe"/>
            <p:cNvSpPr/>
            <p:nvPr/>
          </p:nvSpPr>
          <p:spPr bwMode="auto">
            <a:xfrm>
              <a:off x="4818368" y="2678418"/>
              <a:ext cx="76322" cy="76322"/>
            </a:xfrm>
            <a:custGeom>
              <a:avLst/>
              <a:gdLst>
                <a:gd name="T0" fmla="*/ 20 w 21"/>
                <a:gd name="T1" fmla="*/ 13 h 21"/>
                <a:gd name="T2" fmla="*/ 9 w 21"/>
                <a:gd name="T3" fmla="*/ 21 h 21"/>
                <a:gd name="T4" fmla="*/ 1 w 21"/>
                <a:gd name="T5" fmla="*/ 9 h 21"/>
                <a:gd name="T6" fmla="*/ 12 w 21"/>
                <a:gd name="T7" fmla="*/ 1 h 21"/>
                <a:gd name="T8" fmla="*/ 20 w 21"/>
                <a:gd name="T9" fmla="*/ 13 h 21"/>
              </a:gdLst>
              <a:ahLst/>
              <a:cxnLst>
                <a:cxn ang="0">
                  <a:pos x="T0" y="T1"/>
                </a:cxn>
                <a:cxn ang="0">
                  <a:pos x="T2" y="T3"/>
                </a:cxn>
                <a:cxn ang="0">
                  <a:pos x="T4" y="T5"/>
                </a:cxn>
                <a:cxn ang="0">
                  <a:pos x="T6" y="T7"/>
                </a:cxn>
                <a:cxn ang="0">
                  <a:pos x="T8" y="T9"/>
                </a:cxn>
              </a:cxnLst>
              <a:rect l="0" t="0" r="r" b="b"/>
              <a:pathLst>
                <a:path w="21" h="21">
                  <a:moveTo>
                    <a:pt x="20" y="13"/>
                  </a:moveTo>
                  <a:cubicBezTo>
                    <a:pt x="19" y="18"/>
                    <a:pt x="14" y="21"/>
                    <a:pt x="9" y="21"/>
                  </a:cubicBezTo>
                  <a:cubicBezTo>
                    <a:pt x="4" y="20"/>
                    <a:pt x="0" y="15"/>
                    <a:pt x="1" y="9"/>
                  </a:cubicBezTo>
                  <a:cubicBezTo>
                    <a:pt x="2" y="4"/>
                    <a:pt x="7" y="0"/>
                    <a:pt x="12" y="1"/>
                  </a:cubicBezTo>
                  <a:cubicBezTo>
                    <a:pt x="18" y="2"/>
                    <a:pt x="21" y="7"/>
                    <a:pt x="20" y="13"/>
                  </a:cubicBezTo>
                  <a:close/>
                </a:path>
              </a:pathLst>
            </a:custGeom>
            <a:solidFill>
              <a:srgbClr val="F7EE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işliḓé"/>
            <p:cNvSpPr/>
            <p:nvPr/>
          </p:nvSpPr>
          <p:spPr bwMode="auto">
            <a:xfrm>
              <a:off x="5177083" y="2486086"/>
              <a:ext cx="326658" cy="319028"/>
            </a:xfrm>
            <a:custGeom>
              <a:avLst/>
              <a:gdLst>
                <a:gd name="T0" fmla="*/ 46 w 90"/>
                <a:gd name="T1" fmla="*/ 88 h 88"/>
                <a:gd name="T2" fmla="*/ 39 w 90"/>
                <a:gd name="T3" fmla="*/ 87 h 88"/>
                <a:gd name="T4" fmla="*/ 5 w 90"/>
                <a:gd name="T5" fmla="*/ 38 h 88"/>
                <a:gd name="T6" fmla="*/ 54 w 90"/>
                <a:gd name="T7" fmla="*/ 4 h 88"/>
                <a:gd name="T8" fmla="*/ 81 w 90"/>
                <a:gd name="T9" fmla="*/ 22 h 88"/>
                <a:gd name="T10" fmla="*/ 88 w 90"/>
                <a:gd name="T11" fmla="*/ 53 h 88"/>
                <a:gd name="T12" fmla="*/ 70 w 90"/>
                <a:gd name="T13" fmla="*/ 80 h 88"/>
                <a:gd name="T14" fmla="*/ 46 w 90"/>
                <a:gd name="T15" fmla="*/ 88 h 88"/>
                <a:gd name="T16" fmla="*/ 46 w 90"/>
                <a:gd name="T17" fmla="*/ 11 h 88"/>
                <a:gd name="T18" fmla="*/ 13 w 90"/>
                <a:gd name="T19" fmla="*/ 39 h 88"/>
                <a:gd name="T20" fmla="*/ 40 w 90"/>
                <a:gd name="T21" fmla="*/ 79 h 88"/>
                <a:gd name="T22" fmla="*/ 66 w 90"/>
                <a:gd name="T23" fmla="*/ 74 h 88"/>
                <a:gd name="T24" fmla="*/ 80 w 90"/>
                <a:gd name="T25" fmla="*/ 52 h 88"/>
                <a:gd name="T26" fmla="*/ 74 w 90"/>
                <a:gd name="T27" fmla="*/ 26 h 88"/>
                <a:gd name="T28" fmla="*/ 52 w 90"/>
                <a:gd name="T29" fmla="*/ 12 h 88"/>
                <a:gd name="T30" fmla="*/ 46 w 90"/>
                <a:gd name="T31"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 h="88">
                  <a:moveTo>
                    <a:pt x="46" y="88"/>
                  </a:moveTo>
                  <a:cubicBezTo>
                    <a:pt x="44" y="88"/>
                    <a:pt x="41" y="88"/>
                    <a:pt x="39" y="87"/>
                  </a:cubicBezTo>
                  <a:cubicBezTo>
                    <a:pt x="16" y="83"/>
                    <a:pt x="0" y="61"/>
                    <a:pt x="5" y="38"/>
                  </a:cubicBezTo>
                  <a:cubicBezTo>
                    <a:pt x="9" y="15"/>
                    <a:pt x="31" y="0"/>
                    <a:pt x="54" y="4"/>
                  </a:cubicBezTo>
                  <a:cubicBezTo>
                    <a:pt x="65" y="6"/>
                    <a:pt x="75" y="12"/>
                    <a:pt x="81" y="22"/>
                  </a:cubicBezTo>
                  <a:cubicBezTo>
                    <a:pt x="87" y="31"/>
                    <a:pt x="90" y="42"/>
                    <a:pt x="88" y="53"/>
                  </a:cubicBezTo>
                  <a:cubicBezTo>
                    <a:pt x="86" y="64"/>
                    <a:pt x="79" y="74"/>
                    <a:pt x="70" y="80"/>
                  </a:cubicBezTo>
                  <a:cubicBezTo>
                    <a:pt x="63" y="85"/>
                    <a:pt x="55" y="88"/>
                    <a:pt x="46" y="88"/>
                  </a:cubicBezTo>
                  <a:close/>
                  <a:moveTo>
                    <a:pt x="46" y="11"/>
                  </a:moveTo>
                  <a:cubicBezTo>
                    <a:pt x="30" y="11"/>
                    <a:pt x="16" y="23"/>
                    <a:pt x="13" y="39"/>
                  </a:cubicBezTo>
                  <a:cubicBezTo>
                    <a:pt x="9" y="58"/>
                    <a:pt x="21" y="76"/>
                    <a:pt x="40" y="79"/>
                  </a:cubicBezTo>
                  <a:cubicBezTo>
                    <a:pt x="49" y="81"/>
                    <a:pt x="58" y="79"/>
                    <a:pt x="66" y="74"/>
                  </a:cubicBezTo>
                  <a:cubicBezTo>
                    <a:pt x="73" y="69"/>
                    <a:pt x="78" y="61"/>
                    <a:pt x="80" y="52"/>
                  </a:cubicBezTo>
                  <a:cubicBezTo>
                    <a:pt x="81" y="43"/>
                    <a:pt x="80" y="34"/>
                    <a:pt x="74" y="26"/>
                  </a:cubicBezTo>
                  <a:cubicBezTo>
                    <a:pt x="69" y="19"/>
                    <a:pt x="61" y="14"/>
                    <a:pt x="52" y="12"/>
                  </a:cubicBezTo>
                  <a:cubicBezTo>
                    <a:pt x="50" y="12"/>
                    <a:pt x="48" y="11"/>
                    <a:pt x="46" y="1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íślíďe"/>
            <p:cNvSpPr/>
            <p:nvPr/>
          </p:nvSpPr>
          <p:spPr bwMode="auto">
            <a:xfrm>
              <a:off x="5551061" y="2512035"/>
              <a:ext cx="332764" cy="319027"/>
            </a:xfrm>
            <a:custGeom>
              <a:avLst/>
              <a:gdLst>
                <a:gd name="T0" fmla="*/ 46 w 92"/>
                <a:gd name="T1" fmla="*/ 88 h 88"/>
                <a:gd name="T2" fmla="*/ 38 w 92"/>
                <a:gd name="T3" fmla="*/ 87 h 88"/>
                <a:gd name="T4" fmla="*/ 4 w 92"/>
                <a:gd name="T5" fmla="*/ 38 h 88"/>
                <a:gd name="T6" fmla="*/ 54 w 92"/>
                <a:gd name="T7" fmla="*/ 4 h 88"/>
                <a:gd name="T8" fmla="*/ 87 w 92"/>
                <a:gd name="T9" fmla="*/ 53 h 88"/>
                <a:gd name="T10" fmla="*/ 70 w 92"/>
                <a:gd name="T11" fmla="*/ 80 h 88"/>
                <a:gd name="T12" fmla="*/ 46 w 92"/>
                <a:gd name="T13" fmla="*/ 88 h 88"/>
                <a:gd name="T14" fmla="*/ 46 w 92"/>
                <a:gd name="T15" fmla="*/ 11 h 88"/>
                <a:gd name="T16" fmla="*/ 12 w 92"/>
                <a:gd name="T17" fmla="*/ 39 h 88"/>
                <a:gd name="T18" fmla="*/ 40 w 92"/>
                <a:gd name="T19" fmla="*/ 79 h 88"/>
                <a:gd name="T20" fmla="*/ 65 w 92"/>
                <a:gd name="T21" fmla="*/ 74 h 88"/>
                <a:gd name="T22" fmla="*/ 80 w 92"/>
                <a:gd name="T23" fmla="*/ 52 h 88"/>
                <a:gd name="T24" fmla="*/ 52 w 92"/>
                <a:gd name="T25" fmla="*/ 12 h 88"/>
                <a:gd name="T26" fmla="*/ 46 w 92"/>
                <a:gd name="T27"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88">
                  <a:moveTo>
                    <a:pt x="46" y="88"/>
                  </a:moveTo>
                  <a:cubicBezTo>
                    <a:pt x="43" y="88"/>
                    <a:pt x="41" y="88"/>
                    <a:pt x="38" y="87"/>
                  </a:cubicBezTo>
                  <a:cubicBezTo>
                    <a:pt x="15" y="83"/>
                    <a:pt x="0" y="61"/>
                    <a:pt x="4" y="38"/>
                  </a:cubicBezTo>
                  <a:cubicBezTo>
                    <a:pt x="9" y="15"/>
                    <a:pt x="31" y="0"/>
                    <a:pt x="54" y="4"/>
                  </a:cubicBezTo>
                  <a:cubicBezTo>
                    <a:pt x="76" y="8"/>
                    <a:pt x="92" y="30"/>
                    <a:pt x="87" y="53"/>
                  </a:cubicBezTo>
                  <a:cubicBezTo>
                    <a:pt x="85" y="64"/>
                    <a:pt x="79" y="74"/>
                    <a:pt x="70" y="80"/>
                  </a:cubicBezTo>
                  <a:cubicBezTo>
                    <a:pt x="63" y="85"/>
                    <a:pt x="55" y="88"/>
                    <a:pt x="46" y="88"/>
                  </a:cubicBezTo>
                  <a:close/>
                  <a:moveTo>
                    <a:pt x="46" y="11"/>
                  </a:moveTo>
                  <a:cubicBezTo>
                    <a:pt x="30" y="11"/>
                    <a:pt x="15" y="23"/>
                    <a:pt x="12" y="39"/>
                  </a:cubicBezTo>
                  <a:cubicBezTo>
                    <a:pt x="9" y="58"/>
                    <a:pt x="21" y="76"/>
                    <a:pt x="40" y="79"/>
                  </a:cubicBezTo>
                  <a:cubicBezTo>
                    <a:pt x="49" y="81"/>
                    <a:pt x="58" y="79"/>
                    <a:pt x="65" y="74"/>
                  </a:cubicBezTo>
                  <a:cubicBezTo>
                    <a:pt x="73" y="68"/>
                    <a:pt x="78" y="61"/>
                    <a:pt x="80" y="52"/>
                  </a:cubicBezTo>
                  <a:cubicBezTo>
                    <a:pt x="83" y="33"/>
                    <a:pt x="71" y="15"/>
                    <a:pt x="52" y="12"/>
                  </a:cubicBezTo>
                  <a:cubicBezTo>
                    <a:pt x="50" y="11"/>
                    <a:pt x="48" y="11"/>
                    <a:pt x="46" y="1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íS1îḍê"/>
            <p:cNvSpPr/>
            <p:nvPr/>
          </p:nvSpPr>
          <p:spPr bwMode="auto">
            <a:xfrm>
              <a:off x="5477791" y="2577673"/>
              <a:ext cx="120589" cy="261022"/>
            </a:xfrm>
            <a:custGeom>
              <a:avLst/>
              <a:gdLst>
                <a:gd name="T0" fmla="*/ 0 w 33"/>
                <a:gd name="T1" fmla="*/ 69 h 72"/>
                <a:gd name="T2" fmla="*/ 20 w 33"/>
                <a:gd name="T3" fmla="*/ 69 h 72"/>
                <a:gd name="T4" fmla="*/ 32 w 33"/>
                <a:gd name="T5" fmla="*/ 50 h 72"/>
                <a:gd name="T6" fmla="*/ 25 w 33"/>
                <a:gd name="T7" fmla="*/ 43 h 72"/>
                <a:gd name="T8" fmla="*/ 18 w 33"/>
                <a:gd name="T9" fmla="*/ 41 h 72"/>
                <a:gd name="T10" fmla="*/ 19 w 33"/>
                <a:gd name="T11" fmla="*/ 0 h 72"/>
              </a:gdLst>
              <a:ahLst/>
              <a:cxnLst>
                <a:cxn ang="0">
                  <a:pos x="T0" y="T1"/>
                </a:cxn>
                <a:cxn ang="0">
                  <a:pos x="T2" y="T3"/>
                </a:cxn>
                <a:cxn ang="0">
                  <a:pos x="T4" y="T5"/>
                </a:cxn>
                <a:cxn ang="0">
                  <a:pos x="T6" y="T7"/>
                </a:cxn>
                <a:cxn ang="0">
                  <a:pos x="T8" y="T9"/>
                </a:cxn>
                <a:cxn ang="0">
                  <a:pos x="T10" y="T11"/>
                </a:cxn>
              </a:cxnLst>
              <a:rect l="0" t="0" r="r" b="b"/>
              <a:pathLst>
                <a:path w="33" h="72">
                  <a:moveTo>
                    <a:pt x="0" y="69"/>
                  </a:moveTo>
                  <a:cubicBezTo>
                    <a:pt x="8" y="70"/>
                    <a:pt x="13" y="72"/>
                    <a:pt x="20" y="69"/>
                  </a:cubicBezTo>
                  <a:cubicBezTo>
                    <a:pt x="27" y="65"/>
                    <a:pt x="33" y="57"/>
                    <a:pt x="32" y="50"/>
                  </a:cubicBezTo>
                  <a:cubicBezTo>
                    <a:pt x="31" y="46"/>
                    <a:pt x="29" y="44"/>
                    <a:pt x="25" y="43"/>
                  </a:cubicBezTo>
                  <a:cubicBezTo>
                    <a:pt x="18" y="41"/>
                    <a:pt x="18" y="41"/>
                    <a:pt x="18" y="41"/>
                  </a:cubicBezTo>
                  <a:cubicBezTo>
                    <a:pt x="19" y="0"/>
                    <a:pt x="19" y="0"/>
                    <a:pt x="19" y="0"/>
                  </a:cubicBezTo>
                </a:path>
              </a:pathLst>
            </a:custGeom>
            <a:solidFill>
              <a:srgbClr val="F7C9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ïś1íḋe"/>
            <p:cNvSpPr/>
            <p:nvPr/>
          </p:nvSpPr>
          <p:spPr bwMode="auto">
            <a:xfrm>
              <a:off x="5471686" y="2570040"/>
              <a:ext cx="132801" cy="271707"/>
            </a:xfrm>
            <a:custGeom>
              <a:avLst/>
              <a:gdLst>
                <a:gd name="T0" fmla="*/ 14 w 37"/>
                <a:gd name="T1" fmla="*/ 75 h 75"/>
                <a:gd name="T2" fmla="*/ 5 w 37"/>
                <a:gd name="T3" fmla="*/ 73 h 75"/>
                <a:gd name="T4" fmla="*/ 2 w 37"/>
                <a:gd name="T5" fmla="*/ 73 h 75"/>
                <a:gd name="T6" fmla="*/ 1 w 37"/>
                <a:gd name="T7" fmla="*/ 71 h 75"/>
                <a:gd name="T8" fmla="*/ 3 w 37"/>
                <a:gd name="T9" fmla="*/ 69 h 75"/>
                <a:gd name="T10" fmla="*/ 6 w 37"/>
                <a:gd name="T11" fmla="*/ 70 h 75"/>
                <a:gd name="T12" fmla="*/ 21 w 37"/>
                <a:gd name="T13" fmla="*/ 69 h 75"/>
                <a:gd name="T14" fmla="*/ 32 w 37"/>
                <a:gd name="T15" fmla="*/ 52 h 75"/>
                <a:gd name="T16" fmla="*/ 27 w 37"/>
                <a:gd name="T17" fmla="*/ 47 h 75"/>
                <a:gd name="T18" fmla="*/ 18 w 37"/>
                <a:gd name="T19" fmla="*/ 44 h 75"/>
                <a:gd name="T20" fmla="*/ 19 w 37"/>
                <a:gd name="T21" fmla="*/ 2 h 75"/>
                <a:gd name="T22" fmla="*/ 21 w 37"/>
                <a:gd name="T23" fmla="*/ 0 h 75"/>
                <a:gd name="T24" fmla="*/ 23 w 37"/>
                <a:gd name="T25" fmla="*/ 2 h 75"/>
                <a:gd name="T26" fmla="*/ 22 w 37"/>
                <a:gd name="T27" fmla="*/ 41 h 75"/>
                <a:gd name="T28" fmla="*/ 28 w 37"/>
                <a:gd name="T29" fmla="*/ 43 h 75"/>
                <a:gd name="T30" fmla="*/ 36 w 37"/>
                <a:gd name="T31" fmla="*/ 51 h 75"/>
                <a:gd name="T32" fmla="*/ 23 w 37"/>
                <a:gd name="T33" fmla="*/ 72 h 75"/>
                <a:gd name="T34" fmla="*/ 14 w 37"/>
                <a:gd name="T3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 h="75">
                  <a:moveTo>
                    <a:pt x="14" y="75"/>
                  </a:moveTo>
                  <a:cubicBezTo>
                    <a:pt x="11" y="75"/>
                    <a:pt x="8" y="74"/>
                    <a:pt x="5" y="73"/>
                  </a:cubicBezTo>
                  <a:cubicBezTo>
                    <a:pt x="4" y="73"/>
                    <a:pt x="3" y="73"/>
                    <a:pt x="2" y="73"/>
                  </a:cubicBezTo>
                  <a:cubicBezTo>
                    <a:pt x="1" y="73"/>
                    <a:pt x="0" y="72"/>
                    <a:pt x="1" y="71"/>
                  </a:cubicBezTo>
                  <a:cubicBezTo>
                    <a:pt x="1" y="69"/>
                    <a:pt x="2" y="69"/>
                    <a:pt x="3" y="69"/>
                  </a:cubicBezTo>
                  <a:cubicBezTo>
                    <a:pt x="4" y="69"/>
                    <a:pt x="5" y="69"/>
                    <a:pt x="6" y="70"/>
                  </a:cubicBezTo>
                  <a:cubicBezTo>
                    <a:pt x="12" y="71"/>
                    <a:pt x="16" y="72"/>
                    <a:pt x="21" y="69"/>
                  </a:cubicBezTo>
                  <a:cubicBezTo>
                    <a:pt x="27" y="66"/>
                    <a:pt x="33" y="59"/>
                    <a:pt x="32" y="52"/>
                  </a:cubicBezTo>
                  <a:cubicBezTo>
                    <a:pt x="31" y="49"/>
                    <a:pt x="29" y="47"/>
                    <a:pt x="27" y="47"/>
                  </a:cubicBezTo>
                  <a:cubicBezTo>
                    <a:pt x="18" y="44"/>
                    <a:pt x="18" y="44"/>
                    <a:pt x="18" y="44"/>
                  </a:cubicBezTo>
                  <a:cubicBezTo>
                    <a:pt x="19" y="2"/>
                    <a:pt x="19" y="2"/>
                    <a:pt x="19" y="2"/>
                  </a:cubicBezTo>
                  <a:cubicBezTo>
                    <a:pt x="19" y="1"/>
                    <a:pt x="20" y="0"/>
                    <a:pt x="21" y="0"/>
                  </a:cubicBezTo>
                  <a:cubicBezTo>
                    <a:pt x="22" y="0"/>
                    <a:pt x="23" y="1"/>
                    <a:pt x="23" y="2"/>
                  </a:cubicBezTo>
                  <a:cubicBezTo>
                    <a:pt x="22" y="41"/>
                    <a:pt x="22" y="41"/>
                    <a:pt x="22" y="41"/>
                  </a:cubicBezTo>
                  <a:cubicBezTo>
                    <a:pt x="28" y="43"/>
                    <a:pt x="28" y="43"/>
                    <a:pt x="28" y="43"/>
                  </a:cubicBezTo>
                  <a:cubicBezTo>
                    <a:pt x="32" y="44"/>
                    <a:pt x="35" y="47"/>
                    <a:pt x="36" y="51"/>
                  </a:cubicBezTo>
                  <a:cubicBezTo>
                    <a:pt x="37" y="60"/>
                    <a:pt x="30" y="69"/>
                    <a:pt x="23" y="72"/>
                  </a:cubicBezTo>
                  <a:cubicBezTo>
                    <a:pt x="20" y="74"/>
                    <a:pt x="17" y="75"/>
                    <a:pt x="14" y="75"/>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îṩḻídé"/>
            <p:cNvSpPr/>
            <p:nvPr/>
          </p:nvSpPr>
          <p:spPr bwMode="auto">
            <a:xfrm>
              <a:off x="5474739" y="2628045"/>
              <a:ext cx="112957" cy="65637"/>
            </a:xfrm>
            <a:custGeom>
              <a:avLst/>
              <a:gdLst>
                <a:gd name="T0" fmla="*/ 25 w 31"/>
                <a:gd name="T1" fmla="*/ 18 h 18"/>
                <a:gd name="T2" fmla="*/ 4 w 31"/>
                <a:gd name="T3" fmla="*/ 15 h 18"/>
                <a:gd name="T4" fmla="*/ 0 w 31"/>
                <a:gd name="T5" fmla="*/ 9 h 18"/>
                <a:gd name="T6" fmla="*/ 31 w 31"/>
                <a:gd name="T7" fmla="*/ 12 h 18"/>
                <a:gd name="T8" fmla="*/ 25 w 31"/>
                <a:gd name="T9" fmla="*/ 18 h 18"/>
              </a:gdLst>
              <a:ahLst/>
              <a:cxnLst>
                <a:cxn ang="0">
                  <a:pos x="T0" y="T1"/>
                </a:cxn>
                <a:cxn ang="0">
                  <a:pos x="T2" y="T3"/>
                </a:cxn>
                <a:cxn ang="0">
                  <a:pos x="T4" y="T5"/>
                </a:cxn>
                <a:cxn ang="0">
                  <a:pos x="T6" y="T7"/>
                </a:cxn>
                <a:cxn ang="0">
                  <a:pos x="T8" y="T9"/>
                </a:cxn>
              </a:cxnLst>
              <a:rect l="0" t="0" r="r" b="b"/>
              <a:pathLst>
                <a:path w="31" h="18">
                  <a:moveTo>
                    <a:pt x="25" y="18"/>
                  </a:moveTo>
                  <a:cubicBezTo>
                    <a:pt x="15" y="8"/>
                    <a:pt x="5" y="15"/>
                    <a:pt x="4" y="15"/>
                  </a:cubicBezTo>
                  <a:cubicBezTo>
                    <a:pt x="0" y="9"/>
                    <a:pt x="0" y="9"/>
                    <a:pt x="0" y="9"/>
                  </a:cubicBezTo>
                  <a:cubicBezTo>
                    <a:pt x="5" y="5"/>
                    <a:pt x="19" y="0"/>
                    <a:pt x="31" y="12"/>
                  </a:cubicBezTo>
                  <a:lnTo>
                    <a:pt x="25"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iṣ1iḓé"/>
            <p:cNvSpPr/>
            <p:nvPr/>
          </p:nvSpPr>
          <p:spPr bwMode="auto">
            <a:xfrm>
              <a:off x="4274955" y="4314764"/>
              <a:ext cx="366346" cy="392296"/>
            </a:xfrm>
            <a:custGeom>
              <a:avLst/>
              <a:gdLst>
                <a:gd name="T0" fmla="*/ 0 w 101"/>
                <a:gd name="T1" fmla="*/ 65 h 108"/>
                <a:gd name="T2" fmla="*/ 67 w 101"/>
                <a:gd name="T3" fmla="*/ 86 h 108"/>
                <a:gd name="T4" fmla="*/ 78 w 101"/>
                <a:gd name="T5" fmla="*/ 80 h 108"/>
                <a:gd name="T6" fmla="*/ 101 w 101"/>
                <a:gd name="T7" fmla="*/ 0 h 108"/>
                <a:gd name="T8" fmla="*/ 97 w 101"/>
                <a:gd name="T9" fmla="*/ 95 h 108"/>
                <a:gd name="T10" fmla="*/ 82 w 101"/>
                <a:gd name="T11" fmla="*/ 106 h 108"/>
                <a:gd name="T12" fmla="*/ 0 w 101"/>
                <a:gd name="T13" fmla="*/ 81 h 108"/>
                <a:gd name="T14" fmla="*/ 0 w 101"/>
                <a:gd name="T15" fmla="*/ 65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108">
                  <a:moveTo>
                    <a:pt x="0" y="65"/>
                  </a:moveTo>
                  <a:cubicBezTo>
                    <a:pt x="67" y="86"/>
                    <a:pt x="67" y="86"/>
                    <a:pt x="67" y="86"/>
                  </a:cubicBezTo>
                  <a:cubicBezTo>
                    <a:pt x="72" y="87"/>
                    <a:pt x="76" y="84"/>
                    <a:pt x="78" y="80"/>
                  </a:cubicBezTo>
                  <a:cubicBezTo>
                    <a:pt x="101" y="0"/>
                    <a:pt x="101" y="0"/>
                    <a:pt x="101" y="0"/>
                  </a:cubicBezTo>
                  <a:cubicBezTo>
                    <a:pt x="97" y="95"/>
                    <a:pt x="97" y="95"/>
                    <a:pt x="97" y="95"/>
                  </a:cubicBezTo>
                  <a:cubicBezTo>
                    <a:pt x="96" y="103"/>
                    <a:pt x="89" y="108"/>
                    <a:pt x="82" y="106"/>
                  </a:cubicBezTo>
                  <a:cubicBezTo>
                    <a:pt x="0" y="81"/>
                    <a:pt x="0" y="81"/>
                    <a:pt x="0" y="81"/>
                  </a:cubicBezTo>
                  <a:cubicBezTo>
                    <a:pt x="0" y="65"/>
                    <a:pt x="0" y="65"/>
                    <a:pt x="0" y="65"/>
                  </a:cubicBezTo>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ïṩḻîḍé"/>
            <p:cNvSpPr/>
            <p:nvPr/>
          </p:nvSpPr>
          <p:spPr bwMode="auto">
            <a:xfrm>
              <a:off x="3673537" y="4427721"/>
              <a:ext cx="2141599" cy="1143306"/>
            </a:xfrm>
            <a:custGeom>
              <a:avLst/>
              <a:gdLst>
                <a:gd name="T0" fmla="*/ 576 w 591"/>
                <a:gd name="T1" fmla="*/ 269 h 315"/>
                <a:gd name="T2" fmla="*/ 562 w 591"/>
                <a:gd name="T3" fmla="*/ 242 h 315"/>
                <a:gd name="T4" fmla="*/ 525 w 591"/>
                <a:gd name="T5" fmla="*/ 189 h 315"/>
                <a:gd name="T6" fmla="*/ 467 w 591"/>
                <a:gd name="T7" fmla="*/ 149 h 315"/>
                <a:gd name="T8" fmla="*/ 203 w 591"/>
                <a:gd name="T9" fmla="*/ 85 h 315"/>
                <a:gd name="T10" fmla="*/ 216 w 591"/>
                <a:gd name="T11" fmla="*/ 56 h 315"/>
                <a:gd name="T12" fmla="*/ 213 w 591"/>
                <a:gd name="T13" fmla="*/ 50 h 315"/>
                <a:gd name="T14" fmla="*/ 72 w 591"/>
                <a:gd name="T15" fmla="*/ 0 h 315"/>
                <a:gd name="T16" fmla="*/ 17 w 591"/>
                <a:gd name="T17" fmla="*/ 126 h 315"/>
                <a:gd name="T18" fmla="*/ 15 w 591"/>
                <a:gd name="T19" fmla="*/ 131 h 315"/>
                <a:gd name="T20" fmla="*/ 85 w 591"/>
                <a:gd name="T21" fmla="*/ 230 h 315"/>
                <a:gd name="T22" fmla="*/ 398 w 591"/>
                <a:gd name="T23" fmla="*/ 250 h 315"/>
                <a:gd name="T24" fmla="*/ 397 w 591"/>
                <a:gd name="T25" fmla="*/ 250 h 315"/>
                <a:gd name="T26" fmla="*/ 393 w 591"/>
                <a:gd name="T27" fmla="*/ 259 h 315"/>
                <a:gd name="T28" fmla="*/ 440 w 591"/>
                <a:gd name="T29" fmla="*/ 313 h 315"/>
                <a:gd name="T30" fmla="*/ 462 w 591"/>
                <a:gd name="T31" fmla="*/ 258 h 315"/>
                <a:gd name="T32" fmla="*/ 461 w 591"/>
                <a:gd name="T33" fmla="*/ 298 h 315"/>
                <a:gd name="T34" fmla="*/ 483 w 591"/>
                <a:gd name="T35" fmla="*/ 301 h 315"/>
                <a:gd name="T36" fmla="*/ 498 w 591"/>
                <a:gd name="T37" fmla="*/ 253 h 315"/>
                <a:gd name="T38" fmla="*/ 499 w 591"/>
                <a:gd name="T39" fmla="*/ 265 h 315"/>
                <a:gd name="T40" fmla="*/ 492 w 591"/>
                <a:gd name="T41" fmla="*/ 296 h 315"/>
                <a:gd name="T42" fmla="*/ 492 w 591"/>
                <a:gd name="T43" fmla="*/ 298 h 315"/>
                <a:gd name="T44" fmla="*/ 496 w 591"/>
                <a:gd name="T45" fmla="*/ 298 h 315"/>
                <a:gd name="T46" fmla="*/ 525 w 591"/>
                <a:gd name="T47" fmla="*/ 285 h 315"/>
                <a:gd name="T48" fmla="*/ 530 w 591"/>
                <a:gd name="T49" fmla="*/ 249 h 315"/>
                <a:gd name="T50" fmla="*/ 551 w 591"/>
                <a:gd name="T51" fmla="*/ 288 h 315"/>
                <a:gd name="T52" fmla="*/ 578 w 591"/>
                <a:gd name="T53" fmla="*/ 308 h 315"/>
                <a:gd name="T54" fmla="*/ 576 w 591"/>
                <a:gd name="T55" fmla="*/ 269 h 315"/>
                <a:gd name="T56" fmla="*/ 409 w 591"/>
                <a:gd name="T57" fmla="*/ 252 h 315"/>
                <a:gd name="T58" fmla="*/ 407 w 591"/>
                <a:gd name="T59" fmla="*/ 251 h 315"/>
                <a:gd name="T60" fmla="*/ 414 w 591"/>
                <a:gd name="T61" fmla="*/ 251 h 315"/>
                <a:gd name="T62" fmla="*/ 415 w 591"/>
                <a:gd name="T63" fmla="*/ 250 h 315"/>
                <a:gd name="T64" fmla="*/ 426 w 591"/>
                <a:gd name="T65" fmla="*/ 264 h 315"/>
                <a:gd name="T66" fmla="*/ 409 w 591"/>
                <a:gd name="T67" fmla="*/ 252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1" h="315">
                  <a:moveTo>
                    <a:pt x="576" y="269"/>
                  </a:moveTo>
                  <a:cubicBezTo>
                    <a:pt x="562" y="242"/>
                    <a:pt x="562" y="242"/>
                    <a:pt x="562" y="242"/>
                  </a:cubicBezTo>
                  <a:cubicBezTo>
                    <a:pt x="525" y="189"/>
                    <a:pt x="525" y="189"/>
                    <a:pt x="525" y="189"/>
                  </a:cubicBezTo>
                  <a:cubicBezTo>
                    <a:pt x="511" y="169"/>
                    <a:pt x="491" y="155"/>
                    <a:pt x="467" y="149"/>
                  </a:cubicBezTo>
                  <a:cubicBezTo>
                    <a:pt x="203" y="85"/>
                    <a:pt x="203" y="85"/>
                    <a:pt x="203" y="85"/>
                  </a:cubicBezTo>
                  <a:cubicBezTo>
                    <a:pt x="216" y="56"/>
                    <a:pt x="216" y="56"/>
                    <a:pt x="216" y="56"/>
                  </a:cubicBezTo>
                  <a:cubicBezTo>
                    <a:pt x="216" y="56"/>
                    <a:pt x="215" y="54"/>
                    <a:pt x="213" y="50"/>
                  </a:cubicBezTo>
                  <a:cubicBezTo>
                    <a:pt x="72" y="0"/>
                    <a:pt x="72" y="0"/>
                    <a:pt x="72" y="0"/>
                  </a:cubicBezTo>
                  <a:cubicBezTo>
                    <a:pt x="41" y="71"/>
                    <a:pt x="17" y="126"/>
                    <a:pt x="17" y="126"/>
                  </a:cubicBezTo>
                  <a:cubicBezTo>
                    <a:pt x="16" y="128"/>
                    <a:pt x="16" y="129"/>
                    <a:pt x="15" y="131"/>
                  </a:cubicBezTo>
                  <a:cubicBezTo>
                    <a:pt x="0" y="178"/>
                    <a:pt x="35" y="227"/>
                    <a:pt x="85" y="230"/>
                  </a:cubicBezTo>
                  <a:cubicBezTo>
                    <a:pt x="398" y="250"/>
                    <a:pt x="398" y="250"/>
                    <a:pt x="398" y="250"/>
                  </a:cubicBezTo>
                  <a:cubicBezTo>
                    <a:pt x="398" y="250"/>
                    <a:pt x="398" y="250"/>
                    <a:pt x="397" y="250"/>
                  </a:cubicBezTo>
                  <a:cubicBezTo>
                    <a:pt x="394" y="252"/>
                    <a:pt x="392" y="256"/>
                    <a:pt x="393" y="259"/>
                  </a:cubicBezTo>
                  <a:cubicBezTo>
                    <a:pt x="398" y="274"/>
                    <a:pt x="413" y="312"/>
                    <a:pt x="440" y="313"/>
                  </a:cubicBezTo>
                  <a:cubicBezTo>
                    <a:pt x="473" y="315"/>
                    <a:pt x="462" y="258"/>
                    <a:pt x="462" y="258"/>
                  </a:cubicBezTo>
                  <a:cubicBezTo>
                    <a:pt x="473" y="276"/>
                    <a:pt x="461" y="298"/>
                    <a:pt x="461" y="298"/>
                  </a:cubicBezTo>
                  <a:cubicBezTo>
                    <a:pt x="461" y="298"/>
                    <a:pt x="463" y="307"/>
                    <a:pt x="483" y="301"/>
                  </a:cubicBezTo>
                  <a:cubicBezTo>
                    <a:pt x="503" y="296"/>
                    <a:pt x="498" y="253"/>
                    <a:pt x="498" y="253"/>
                  </a:cubicBezTo>
                  <a:cubicBezTo>
                    <a:pt x="499" y="265"/>
                    <a:pt x="499" y="265"/>
                    <a:pt x="499" y="265"/>
                  </a:cubicBezTo>
                  <a:cubicBezTo>
                    <a:pt x="501" y="276"/>
                    <a:pt x="498" y="287"/>
                    <a:pt x="492" y="296"/>
                  </a:cubicBezTo>
                  <a:cubicBezTo>
                    <a:pt x="492" y="298"/>
                    <a:pt x="492" y="298"/>
                    <a:pt x="492" y="298"/>
                  </a:cubicBezTo>
                  <a:cubicBezTo>
                    <a:pt x="496" y="298"/>
                    <a:pt x="496" y="298"/>
                    <a:pt x="496" y="298"/>
                  </a:cubicBezTo>
                  <a:cubicBezTo>
                    <a:pt x="508" y="300"/>
                    <a:pt x="520" y="295"/>
                    <a:pt x="525" y="285"/>
                  </a:cubicBezTo>
                  <a:cubicBezTo>
                    <a:pt x="534" y="270"/>
                    <a:pt x="530" y="249"/>
                    <a:pt x="530" y="249"/>
                  </a:cubicBezTo>
                  <a:cubicBezTo>
                    <a:pt x="551" y="288"/>
                    <a:pt x="551" y="288"/>
                    <a:pt x="551" y="288"/>
                  </a:cubicBezTo>
                  <a:cubicBezTo>
                    <a:pt x="555" y="295"/>
                    <a:pt x="564" y="314"/>
                    <a:pt x="578" y="308"/>
                  </a:cubicBezTo>
                  <a:cubicBezTo>
                    <a:pt x="591" y="299"/>
                    <a:pt x="581" y="278"/>
                    <a:pt x="576" y="269"/>
                  </a:cubicBezTo>
                  <a:moveTo>
                    <a:pt x="409" y="252"/>
                  </a:moveTo>
                  <a:cubicBezTo>
                    <a:pt x="408" y="251"/>
                    <a:pt x="407" y="251"/>
                    <a:pt x="407" y="251"/>
                  </a:cubicBezTo>
                  <a:cubicBezTo>
                    <a:pt x="414" y="251"/>
                    <a:pt x="414" y="251"/>
                    <a:pt x="414" y="251"/>
                  </a:cubicBezTo>
                  <a:cubicBezTo>
                    <a:pt x="415" y="250"/>
                    <a:pt x="415" y="250"/>
                    <a:pt x="415" y="250"/>
                  </a:cubicBezTo>
                  <a:cubicBezTo>
                    <a:pt x="426" y="264"/>
                    <a:pt x="426" y="264"/>
                    <a:pt x="426" y="264"/>
                  </a:cubicBezTo>
                  <a:cubicBezTo>
                    <a:pt x="409" y="252"/>
                    <a:pt x="409" y="252"/>
                    <a:pt x="409" y="252"/>
                  </a:cubicBezTo>
                </a:path>
              </a:pathLst>
            </a:custGeom>
            <a:solidFill>
              <a:srgbClr val="F7C9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iṩliḑè"/>
            <p:cNvSpPr/>
            <p:nvPr/>
          </p:nvSpPr>
          <p:spPr bwMode="auto">
            <a:xfrm>
              <a:off x="4163525" y="4630737"/>
              <a:ext cx="293077" cy="105325"/>
            </a:xfrm>
            <a:custGeom>
              <a:avLst/>
              <a:gdLst>
                <a:gd name="T0" fmla="*/ 192 w 192"/>
                <a:gd name="T1" fmla="*/ 0 h 69"/>
                <a:gd name="T2" fmla="*/ 0 w 192"/>
                <a:gd name="T3" fmla="*/ 31 h 69"/>
                <a:gd name="T4" fmla="*/ 161 w 192"/>
                <a:gd name="T5" fmla="*/ 69 h 69"/>
                <a:gd name="T6" fmla="*/ 192 w 192"/>
                <a:gd name="T7" fmla="*/ 0 h 69"/>
              </a:gdLst>
              <a:ahLst/>
              <a:cxnLst>
                <a:cxn ang="0">
                  <a:pos x="T0" y="T1"/>
                </a:cxn>
                <a:cxn ang="0">
                  <a:pos x="T2" y="T3"/>
                </a:cxn>
                <a:cxn ang="0">
                  <a:pos x="T4" y="T5"/>
                </a:cxn>
                <a:cxn ang="0">
                  <a:pos x="T6" y="T7"/>
                </a:cxn>
              </a:cxnLst>
              <a:rect l="0" t="0" r="r" b="b"/>
              <a:pathLst>
                <a:path w="192" h="69">
                  <a:moveTo>
                    <a:pt x="192" y="0"/>
                  </a:moveTo>
                  <a:lnTo>
                    <a:pt x="0" y="31"/>
                  </a:lnTo>
                  <a:lnTo>
                    <a:pt x="161" y="69"/>
                  </a:lnTo>
                  <a:lnTo>
                    <a:pt x="192" y="0"/>
                  </a:lnTo>
                  <a:close/>
                </a:path>
              </a:pathLst>
            </a:custGeom>
            <a:solidFill>
              <a:srgbClr val="FAB6A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ïṡḷîďe"/>
            <p:cNvSpPr/>
            <p:nvPr/>
          </p:nvSpPr>
          <p:spPr bwMode="auto">
            <a:xfrm>
              <a:off x="4163525" y="4630737"/>
              <a:ext cx="293077" cy="105325"/>
            </a:xfrm>
            <a:custGeom>
              <a:avLst/>
              <a:gdLst>
                <a:gd name="T0" fmla="*/ 192 w 192"/>
                <a:gd name="T1" fmla="*/ 0 h 69"/>
                <a:gd name="T2" fmla="*/ 0 w 192"/>
                <a:gd name="T3" fmla="*/ 31 h 69"/>
                <a:gd name="T4" fmla="*/ 161 w 192"/>
                <a:gd name="T5" fmla="*/ 69 h 69"/>
                <a:gd name="T6" fmla="*/ 192 w 192"/>
                <a:gd name="T7" fmla="*/ 0 h 69"/>
              </a:gdLst>
              <a:ahLst/>
              <a:cxnLst>
                <a:cxn ang="0">
                  <a:pos x="T0" y="T1"/>
                </a:cxn>
                <a:cxn ang="0">
                  <a:pos x="T2" y="T3"/>
                </a:cxn>
                <a:cxn ang="0">
                  <a:pos x="T4" y="T5"/>
                </a:cxn>
                <a:cxn ang="0">
                  <a:pos x="T6" y="T7"/>
                </a:cxn>
              </a:cxnLst>
              <a:rect l="0" t="0" r="r" b="b"/>
              <a:pathLst>
                <a:path w="192" h="69">
                  <a:moveTo>
                    <a:pt x="192" y="0"/>
                  </a:moveTo>
                  <a:lnTo>
                    <a:pt x="0" y="31"/>
                  </a:lnTo>
                  <a:lnTo>
                    <a:pt x="161" y="69"/>
                  </a:lnTo>
                  <a:lnTo>
                    <a:pt x="1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iŝļïḍè"/>
            <p:cNvSpPr/>
            <p:nvPr/>
          </p:nvSpPr>
          <p:spPr bwMode="auto">
            <a:xfrm>
              <a:off x="5322094" y="5320689"/>
              <a:ext cx="47320" cy="203017"/>
            </a:xfrm>
            <a:custGeom>
              <a:avLst/>
              <a:gdLst>
                <a:gd name="T0" fmla="*/ 3 w 13"/>
                <a:gd name="T1" fmla="*/ 1 h 56"/>
                <a:gd name="T2" fmla="*/ 10 w 13"/>
                <a:gd name="T3" fmla="*/ 13 h 56"/>
                <a:gd name="T4" fmla="*/ 12 w 13"/>
                <a:gd name="T5" fmla="*/ 27 h 56"/>
                <a:gd name="T6" fmla="*/ 11 w 13"/>
                <a:gd name="T7" fmla="*/ 41 h 56"/>
                <a:gd name="T8" fmla="*/ 10 w 13"/>
                <a:gd name="T9" fmla="*/ 47 h 56"/>
                <a:gd name="T10" fmla="*/ 8 w 13"/>
                <a:gd name="T11" fmla="*/ 54 h 56"/>
                <a:gd name="T12" fmla="*/ 5 w 13"/>
                <a:gd name="T13" fmla="*/ 55 h 56"/>
                <a:gd name="T14" fmla="*/ 4 w 13"/>
                <a:gd name="T15" fmla="*/ 53 h 56"/>
                <a:gd name="T16" fmla="*/ 4 w 13"/>
                <a:gd name="T17" fmla="*/ 53 h 56"/>
                <a:gd name="T18" fmla="*/ 4 w 13"/>
                <a:gd name="T19" fmla="*/ 52 h 56"/>
                <a:gd name="T20" fmla="*/ 6 w 13"/>
                <a:gd name="T21" fmla="*/ 46 h 56"/>
                <a:gd name="T22" fmla="*/ 8 w 13"/>
                <a:gd name="T23" fmla="*/ 40 h 56"/>
                <a:gd name="T24" fmla="*/ 9 w 13"/>
                <a:gd name="T25" fmla="*/ 27 h 56"/>
                <a:gd name="T26" fmla="*/ 6 w 13"/>
                <a:gd name="T27" fmla="*/ 14 h 56"/>
                <a:gd name="T28" fmla="*/ 0 w 13"/>
                <a:gd name="T29" fmla="*/ 3 h 56"/>
                <a:gd name="T30" fmla="*/ 0 w 13"/>
                <a:gd name="T31" fmla="*/ 3 h 56"/>
                <a:gd name="T32" fmla="*/ 1 w 13"/>
                <a:gd name="T33" fmla="*/ 1 h 56"/>
                <a:gd name="T34" fmla="*/ 3 w 13"/>
                <a:gd name="T35"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56">
                  <a:moveTo>
                    <a:pt x="3" y="1"/>
                  </a:moveTo>
                  <a:cubicBezTo>
                    <a:pt x="6" y="5"/>
                    <a:pt x="8" y="9"/>
                    <a:pt x="10" y="13"/>
                  </a:cubicBezTo>
                  <a:cubicBezTo>
                    <a:pt x="11" y="18"/>
                    <a:pt x="12" y="22"/>
                    <a:pt x="12" y="27"/>
                  </a:cubicBezTo>
                  <a:cubicBezTo>
                    <a:pt x="13" y="31"/>
                    <a:pt x="12" y="36"/>
                    <a:pt x="11" y="41"/>
                  </a:cubicBezTo>
                  <a:cubicBezTo>
                    <a:pt x="11" y="43"/>
                    <a:pt x="10" y="45"/>
                    <a:pt x="10" y="47"/>
                  </a:cubicBezTo>
                  <a:cubicBezTo>
                    <a:pt x="9" y="50"/>
                    <a:pt x="8" y="52"/>
                    <a:pt x="8" y="54"/>
                  </a:cubicBezTo>
                  <a:cubicBezTo>
                    <a:pt x="7" y="55"/>
                    <a:pt x="6" y="56"/>
                    <a:pt x="5" y="55"/>
                  </a:cubicBezTo>
                  <a:cubicBezTo>
                    <a:pt x="4" y="55"/>
                    <a:pt x="3" y="54"/>
                    <a:pt x="4" y="53"/>
                  </a:cubicBezTo>
                  <a:cubicBezTo>
                    <a:pt x="4" y="53"/>
                    <a:pt x="4" y="53"/>
                    <a:pt x="4" y="53"/>
                  </a:cubicBezTo>
                  <a:cubicBezTo>
                    <a:pt x="4" y="52"/>
                    <a:pt x="4" y="52"/>
                    <a:pt x="4" y="52"/>
                  </a:cubicBezTo>
                  <a:cubicBezTo>
                    <a:pt x="5" y="50"/>
                    <a:pt x="5" y="48"/>
                    <a:pt x="6" y="46"/>
                  </a:cubicBezTo>
                  <a:cubicBezTo>
                    <a:pt x="7" y="44"/>
                    <a:pt x="7" y="42"/>
                    <a:pt x="8" y="40"/>
                  </a:cubicBezTo>
                  <a:cubicBezTo>
                    <a:pt x="9" y="36"/>
                    <a:pt x="9" y="31"/>
                    <a:pt x="9" y="27"/>
                  </a:cubicBezTo>
                  <a:cubicBezTo>
                    <a:pt x="9" y="23"/>
                    <a:pt x="8" y="18"/>
                    <a:pt x="6" y="14"/>
                  </a:cubicBezTo>
                  <a:cubicBezTo>
                    <a:pt x="5" y="10"/>
                    <a:pt x="3" y="6"/>
                    <a:pt x="0" y="3"/>
                  </a:cubicBezTo>
                  <a:cubicBezTo>
                    <a:pt x="0" y="3"/>
                    <a:pt x="0" y="3"/>
                    <a:pt x="0" y="3"/>
                  </a:cubicBezTo>
                  <a:cubicBezTo>
                    <a:pt x="0" y="2"/>
                    <a:pt x="0" y="1"/>
                    <a:pt x="1" y="1"/>
                  </a:cubicBezTo>
                  <a:cubicBezTo>
                    <a:pt x="1" y="0"/>
                    <a:pt x="2" y="0"/>
                    <a:pt x="3" y="1"/>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îšlïḋè"/>
            <p:cNvSpPr/>
            <p:nvPr/>
          </p:nvSpPr>
          <p:spPr bwMode="auto">
            <a:xfrm>
              <a:off x="5435051" y="5323742"/>
              <a:ext cx="58005" cy="195385"/>
            </a:xfrm>
            <a:custGeom>
              <a:avLst/>
              <a:gdLst>
                <a:gd name="T0" fmla="*/ 11 w 16"/>
                <a:gd name="T1" fmla="*/ 0 h 54"/>
                <a:gd name="T2" fmla="*/ 15 w 16"/>
                <a:gd name="T3" fmla="*/ 14 h 54"/>
                <a:gd name="T4" fmla="*/ 15 w 16"/>
                <a:gd name="T5" fmla="*/ 28 h 54"/>
                <a:gd name="T6" fmla="*/ 11 w 16"/>
                <a:gd name="T7" fmla="*/ 41 h 54"/>
                <a:gd name="T8" fmla="*/ 8 w 16"/>
                <a:gd name="T9" fmla="*/ 47 h 54"/>
                <a:gd name="T10" fmla="*/ 4 w 16"/>
                <a:gd name="T11" fmla="*/ 53 h 54"/>
                <a:gd name="T12" fmla="*/ 1 w 16"/>
                <a:gd name="T13" fmla="*/ 54 h 54"/>
                <a:gd name="T14" fmla="*/ 1 w 16"/>
                <a:gd name="T15" fmla="*/ 51 h 54"/>
                <a:gd name="T16" fmla="*/ 1 w 16"/>
                <a:gd name="T17" fmla="*/ 51 h 54"/>
                <a:gd name="T18" fmla="*/ 1 w 16"/>
                <a:gd name="T19" fmla="*/ 51 h 54"/>
                <a:gd name="T20" fmla="*/ 5 w 16"/>
                <a:gd name="T21" fmla="*/ 45 h 54"/>
                <a:gd name="T22" fmla="*/ 8 w 16"/>
                <a:gd name="T23" fmla="*/ 39 h 54"/>
                <a:gd name="T24" fmla="*/ 12 w 16"/>
                <a:gd name="T25" fmla="*/ 27 h 54"/>
                <a:gd name="T26" fmla="*/ 12 w 16"/>
                <a:gd name="T27" fmla="*/ 14 h 54"/>
                <a:gd name="T28" fmla="*/ 9 w 16"/>
                <a:gd name="T29" fmla="*/ 2 h 54"/>
                <a:gd name="T30" fmla="*/ 9 w 16"/>
                <a:gd name="T31" fmla="*/ 2 h 54"/>
                <a:gd name="T32" fmla="*/ 10 w 16"/>
                <a:gd name="T33" fmla="*/ 0 h 54"/>
                <a:gd name="T34" fmla="*/ 11 w 16"/>
                <a:gd name="T3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54">
                  <a:moveTo>
                    <a:pt x="11" y="0"/>
                  </a:moveTo>
                  <a:cubicBezTo>
                    <a:pt x="13" y="5"/>
                    <a:pt x="15" y="9"/>
                    <a:pt x="15" y="14"/>
                  </a:cubicBezTo>
                  <a:cubicBezTo>
                    <a:pt x="16" y="18"/>
                    <a:pt x="16" y="23"/>
                    <a:pt x="15" y="28"/>
                  </a:cubicBezTo>
                  <a:cubicBezTo>
                    <a:pt x="14" y="32"/>
                    <a:pt x="13" y="37"/>
                    <a:pt x="11" y="41"/>
                  </a:cubicBezTo>
                  <a:cubicBezTo>
                    <a:pt x="10" y="43"/>
                    <a:pt x="9" y="45"/>
                    <a:pt x="8" y="47"/>
                  </a:cubicBezTo>
                  <a:cubicBezTo>
                    <a:pt x="7" y="49"/>
                    <a:pt x="5" y="51"/>
                    <a:pt x="4" y="53"/>
                  </a:cubicBezTo>
                  <a:cubicBezTo>
                    <a:pt x="4" y="54"/>
                    <a:pt x="2" y="54"/>
                    <a:pt x="1" y="54"/>
                  </a:cubicBezTo>
                  <a:cubicBezTo>
                    <a:pt x="0" y="53"/>
                    <a:pt x="0" y="52"/>
                    <a:pt x="1" y="51"/>
                  </a:cubicBezTo>
                  <a:cubicBezTo>
                    <a:pt x="1" y="51"/>
                    <a:pt x="1" y="51"/>
                    <a:pt x="1" y="51"/>
                  </a:cubicBezTo>
                  <a:cubicBezTo>
                    <a:pt x="1" y="51"/>
                    <a:pt x="1" y="51"/>
                    <a:pt x="1" y="51"/>
                  </a:cubicBezTo>
                  <a:cubicBezTo>
                    <a:pt x="2" y="49"/>
                    <a:pt x="3" y="47"/>
                    <a:pt x="5" y="45"/>
                  </a:cubicBezTo>
                  <a:cubicBezTo>
                    <a:pt x="6" y="43"/>
                    <a:pt x="7" y="41"/>
                    <a:pt x="8" y="39"/>
                  </a:cubicBezTo>
                  <a:cubicBezTo>
                    <a:pt x="10" y="35"/>
                    <a:pt x="11" y="31"/>
                    <a:pt x="12" y="27"/>
                  </a:cubicBezTo>
                  <a:cubicBezTo>
                    <a:pt x="13" y="23"/>
                    <a:pt x="13" y="18"/>
                    <a:pt x="12" y="14"/>
                  </a:cubicBezTo>
                  <a:cubicBezTo>
                    <a:pt x="12" y="10"/>
                    <a:pt x="11" y="5"/>
                    <a:pt x="9" y="2"/>
                  </a:cubicBezTo>
                  <a:cubicBezTo>
                    <a:pt x="9" y="2"/>
                    <a:pt x="9" y="2"/>
                    <a:pt x="9" y="2"/>
                  </a:cubicBezTo>
                  <a:cubicBezTo>
                    <a:pt x="9" y="1"/>
                    <a:pt x="9" y="0"/>
                    <a:pt x="10" y="0"/>
                  </a:cubicBezTo>
                  <a:cubicBezTo>
                    <a:pt x="10" y="0"/>
                    <a:pt x="11" y="0"/>
                    <a:pt x="11" y="0"/>
                  </a:cubicBezTo>
                  <a:close/>
                </a:path>
              </a:pathLst>
            </a:custGeom>
            <a:solidFill>
              <a:srgbClr val="FF897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ïṡlíḓe"/>
            <p:cNvSpPr/>
            <p:nvPr/>
          </p:nvSpPr>
          <p:spPr bwMode="auto">
            <a:xfrm>
              <a:off x="5166397" y="5339006"/>
              <a:ext cx="10686" cy="0"/>
            </a:xfrm>
            <a:custGeom>
              <a:avLst/>
              <a:gdLst>
                <a:gd name="T0" fmla="*/ 7 w 7"/>
                <a:gd name="T1" fmla="*/ 5 w 7"/>
                <a:gd name="T2" fmla="*/ 0 w 7"/>
                <a:gd name="T3" fmla="*/ 7 w 7"/>
                <a:gd name="T4" fmla="*/ 7 w 7"/>
              </a:gdLst>
              <a:ahLst/>
              <a:cxnLst>
                <a:cxn ang="0">
                  <a:pos x="T0" y="0"/>
                </a:cxn>
                <a:cxn ang="0">
                  <a:pos x="T1" y="0"/>
                </a:cxn>
                <a:cxn ang="0">
                  <a:pos x="T2" y="0"/>
                </a:cxn>
                <a:cxn ang="0">
                  <a:pos x="T3" y="0"/>
                </a:cxn>
                <a:cxn ang="0">
                  <a:pos x="T4" y="0"/>
                </a:cxn>
              </a:cxnLst>
              <a:rect l="0" t="0" r="r" b="b"/>
              <a:pathLst>
                <a:path w="7">
                  <a:moveTo>
                    <a:pt x="7" y="0"/>
                  </a:moveTo>
                  <a:lnTo>
                    <a:pt x="5" y="0"/>
                  </a:lnTo>
                  <a:lnTo>
                    <a:pt x="0" y="0"/>
                  </a:lnTo>
                  <a:lnTo>
                    <a:pt x="7" y="0"/>
                  </a:lnTo>
                  <a:lnTo>
                    <a:pt x="7" y="0"/>
                  </a:lnTo>
                  <a:close/>
                </a:path>
              </a:pathLst>
            </a:custGeom>
            <a:solidFill>
              <a:srgbClr val="A98BC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ïśḷíḋê"/>
            <p:cNvSpPr/>
            <p:nvPr/>
          </p:nvSpPr>
          <p:spPr bwMode="auto">
            <a:xfrm>
              <a:off x="5166397" y="5339006"/>
              <a:ext cx="10686" cy="0"/>
            </a:xfrm>
            <a:custGeom>
              <a:avLst/>
              <a:gdLst>
                <a:gd name="T0" fmla="*/ 7 w 7"/>
                <a:gd name="T1" fmla="*/ 5 w 7"/>
                <a:gd name="T2" fmla="*/ 0 w 7"/>
                <a:gd name="T3" fmla="*/ 7 w 7"/>
                <a:gd name="T4" fmla="*/ 7 w 7"/>
              </a:gdLst>
              <a:ahLst/>
              <a:cxnLst>
                <a:cxn ang="0">
                  <a:pos x="T0" y="0"/>
                </a:cxn>
                <a:cxn ang="0">
                  <a:pos x="T1" y="0"/>
                </a:cxn>
                <a:cxn ang="0">
                  <a:pos x="T2" y="0"/>
                </a:cxn>
                <a:cxn ang="0">
                  <a:pos x="T3" y="0"/>
                </a:cxn>
                <a:cxn ang="0">
                  <a:pos x="T4" y="0"/>
                </a:cxn>
              </a:cxnLst>
              <a:rect l="0" t="0" r="r" b="b"/>
              <a:pathLst>
                <a:path w="7">
                  <a:moveTo>
                    <a:pt x="7" y="0"/>
                  </a:moveTo>
                  <a:lnTo>
                    <a:pt x="5" y="0"/>
                  </a:lnTo>
                  <a:lnTo>
                    <a:pt x="0" y="0"/>
                  </a:lnTo>
                  <a:lnTo>
                    <a:pt x="7" y="0"/>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ïṡḷîḍé"/>
            <p:cNvSpPr/>
            <p:nvPr/>
          </p:nvSpPr>
          <p:spPr bwMode="auto">
            <a:xfrm>
              <a:off x="5007647" y="5152780"/>
              <a:ext cx="169436" cy="186226"/>
            </a:xfrm>
            <a:custGeom>
              <a:avLst/>
              <a:gdLst>
                <a:gd name="T0" fmla="*/ 13 w 47"/>
                <a:gd name="T1" fmla="*/ 0 h 51"/>
                <a:gd name="T2" fmla="*/ 0 w 47"/>
                <a:gd name="T3" fmla="*/ 48 h 51"/>
                <a:gd name="T4" fmla="*/ 44 w 47"/>
                <a:gd name="T5" fmla="*/ 51 h 51"/>
                <a:gd name="T6" fmla="*/ 46 w 47"/>
                <a:gd name="T7" fmla="*/ 51 h 51"/>
                <a:gd name="T8" fmla="*/ 47 w 47"/>
                <a:gd name="T9" fmla="*/ 51 h 51"/>
                <a:gd name="T10" fmla="*/ 22 w 47"/>
                <a:gd name="T11" fmla="*/ 21 h 51"/>
                <a:gd name="T12" fmla="*/ 13 w 47"/>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47" h="51">
                  <a:moveTo>
                    <a:pt x="13" y="0"/>
                  </a:moveTo>
                  <a:cubicBezTo>
                    <a:pt x="0" y="48"/>
                    <a:pt x="0" y="48"/>
                    <a:pt x="0" y="48"/>
                  </a:cubicBezTo>
                  <a:cubicBezTo>
                    <a:pt x="44" y="51"/>
                    <a:pt x="44" y="51"/>
                    <a:pt x="44" y="51"/>
                  </a:cubicBezTo>
                  <a:cubicBezTo>
                    <a:pt x="46" y="51"/>
                    <a:pt x="46" y="51"/>
                    <a:pt x="46" y="51"/>
                  </a:cubicBezTo>
                  <a:cubicBezTo>
                    <a:pt x="47" y="51"/>
                    <a:pt x="47" y="51"/>
                    <a:pt x="47" y="51"/>
                  </a:cubicBezTo>
                  <a:cubicBezTo>
                    <a:pt x="22" y="21"/>
                    <a:pt x="22" y="21"/>
                    <a:pt x="22" y="21"/>
                  </a:cubicBezTo>
                  <a:cubicBezTo>
                    <a:pt x="17" y="15"/>
                    <a:pt x="14" y="8"/>
                    <a:pt x="13" y="0"/>
                  </a:cubicBezTo>
                </a:path>
              </a:pathLst>
            </a:custGeom>
            <a:solidFill>
              <a:srgbClr val="FAAF9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ïṡḷiďe"/>
            <p:cNvSpPr/>
            <p:nvPr/>
          </p:nvSpPr>
          <p:spPr bwMode="auto">
            <a:xfrm>
              <a:off x="4957275" y="4079692"/>
              <a:ext cx="3397860" cy="1621082"/>
            </a:xfrm>
            <a:custGeom>
              <a:avLst/>
              <a:gdLst>
                <a:gd name="T0" fmla="*/ 896 w 938"/>
                <a:gd name="T1" fmla="*/ 0 h 447"/>
                <a:gd name="T2" fmla="*/ 448 w 938"/>
                <a:gd name="T3" fmla="*/ 0 h 447"/>
                <a:gd name="T4" fmla="*/ 413 w 938"/>
                <a:gd name="T5" fmla="*/ 26 h 447"/>
                <a:gd name="T6" fmla="*/ 310 w 938"/>
                <a:gd name="T7" fmla="*/ 401 h 447"/>
                <a:gd name="T8" fmla="*/ 297 w 938"/>
                <a:gd name="T9" fmla="*/ 401 h 447"/>
                <a:gd name="T10" fmla="*/ 9 w 938"/>
                <a:gd name="T11" fmla="*/ 401 h 447"/>
                <a:gd name="T12" fmla="*/ 3 w 938"/>
                <a:gd name="T13" fmla="*/ 411 h 447"/>
                <a:gd name="T14" fmla="*/ 27 w 938"/>
                <a:gd name="T15" fmla="*/ 447 h 447"/>
                <a:gd name="T16" fmla="*/ 297 w 938"/>
                <a:gd name="T17" fmla="*/ 447 h 447"/>
                <a:gd name="T18" fmla="*/ 810 w 938"/>
                <a:gd name="T19" fmla="*/ 447 h 447"/>
                <a:gd name="T20" fmla="*/ 931 w 938"/>
                <a:gd name="T21" fmla="*/ 46 h 447"/>
                <a:gd name="T22" fmla="*/ 896 w 938"/>
                <a:gd name="T23"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8" h="447">
                  <a:moveTo>
                    <a:pt x="896" y="0"/>
                  </a:moveTo>
                  <a:cubicBezTo>
                    <a:pt x="448" y="0"/>
                    <a:pt x="448" y="0"/>
                    <a:pt x="448" y="0"/>
                  </a:cubicBezTo>
                  <a:cubicBezTo>
                    <a:pt x="431" y="0"/>
                    <a:pt x="417" y="10"/>
                    <a:pt x="413" y="26"/>
                  </a:cubicBezTo>
                  <a:cubicBezTo>
                    <a:pt x="310" y="401"/>
                    <a:pt x="310" y="401"/>
                    <a:pt x="310" y="401"/>
                  </a:cubicBezTo>
                  <a:cubicBezTo>
                    <a:pt x="297" y="401"/>
                    <a:pt x="297" y="401"/>
                    <a:pt x="297" y="401"/>
                  </a:cubicBezTo>
                  <a:cubicBezTo>
                    <a:pt x="9" y="401"/>
                    <a:pt x="9" y="401"/>
                    <a:pt x="9" y="401"/>
                  </a:cubicBezTo>
                  <a:cubicBezTo>
                    <a:pt x="4" y="401"/>
                    <a:pt x="0" y="407"/>
                    <a:pt x="3" y="411"/>
                  </a:cubicBezTo>
                  <a:cubicBezTo>
                    <a:pt x="27" y="447"/>
                    <a:pt x="27" y="447"/>
                    <a:pt x="27" y="447"/>
                  </a:cubicBezTo>
                  <a:cubicBezTo>
                    <a:pt x="297" y="447"/>
                    <a:pt x="297" y="447"/>
                    <a:pt x="297" y="447"/>
                  </a:cubicBezTo>
                  <a:cubicBezTo>
                    <a:pt x="810" y="447"/>
                    <a:pt x="810" y="447"/>
                    <a:pt x="810" y="447"/>
                  </a:cubicBezTo>
                  <a:cubicBezTo>
                    <a:pt x="931" y="46"/>
                    <a:pt x="931" y="46"/>
                    <a:pt x="931" y="46"/>
                  </a:cubicBezTo>
                  <a:cubicBezTo>
                    <a:pt x="938" y="23"/>
                    <a:pt x="920" y="0"/>
                    <a:pt x="896" y="0"/>
                  </a:cubicBezTo>
                  <a:close/>
                </a:path>
              </a:pathLst>
            </a:custGeom>
            <a:solidFill>
              <a:srgbClr val="B3BEC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iṧḻîďé"/>
            <p:cNvSpPr/>
            <p:nvPr/>
          </p:nvSpPr>
          <p:spPr bwMode="auto">
            <a:xfrm>
              <a:off x="6173849" y="4079692"/>
              <a:ext cx="2318666" cy="1625661"/>
            </a:xfrm>
            <a:custGeom>
              <a:avLst/>
              <a:gdLst>
                <a:gd name="T0" fmla="*/ 512 w 640"/>
                <a:gd name="T1" fmla="*/ 448 h 448"/>
                <a:gd name="T2" fmla="*/ 0 w 640"/>
                <a:gd name="T3" fmla="*/ 448 h 448"/>
                <a:gd name="T4" fmla="*/ 116 w 640"/>
                <a:gd name="T5" fmla="*/ 27 h 448"/>
                <a:gd name="T6" fmla="*/ 150 w 640"/>
                <a:gd name="T7" fmla="*/ 0 h 448"/>
                <a:gd name="T8" fmla="*/ 599 w 640"/>
                <a:gd name="T9" fmla="*/ 0 h 448"/>
                <a:gd name="T10" fmla="*/ 633 w 640"/>
                <a:gd name="T11" fmla="*/ 47 h 448"/>
                <a:gd name="T12" fmla="*/ 512 w 640"/>
                <a:gd name="T13" fmla="*/ 448 h 448"/>
              </a:gdLst>
              <a:ahLst/>
              <a:cxnLst>
                <a:cxn ang="0">
                  <a:pos x="T0" y="T1"/>
                </a:cxn>
                <a:cxn ang="0">
                  <a:pos x="T2" y="T3"/>
                </a:cxn>
                <a:cxn ang="0">
                  <a:pos x="T4" y="T5"/>
                </a:cxn>
                <a:cxn ang="0">
                  <a:pos x="T6" y="T7"/>
                </a:cxn>
                <a:cxn ang="0">
                  <a:pos x="T8" y="T9"/>
                </a:cxn>
                <a:cxn ang="0">
                  <a:pos x="T10" y="T11"/>
                </a:cxn>
                <a:cxn ang="0">
                  <a:pos x="T12" y="T13"/>
                </a:cxn>
              </a:cxnLst>
              <a:rect l="0" t="0" r="r" b="b"/>
              <a:pathLst>
                <a:path w="640" h="448">
                  <a:moveTo>
                    <a:pt x="512" y="448"/>
                  </a:moveTo>
                  <a:cubicBezTo>
                    <a:pt x="0" y="448"/>
                    <a:pt x="0" y="448"/>
                    <a:pt x="0" y="448"/>
                  </a:cubicBezTo>
                  <a:cubicBezTo>
                    <a:pt x="116" y="27"/>
                    <a:pt x="116" y="27"/>
                    <a:pt x="116" y="27"/>
                  </a:cubicBezTo>
                  <a:cubicBezTo>
                    <a:pt x="120" y="11"/>
                    <a:pt x="134" y="0"/>
                    <a:pt x="150" y="0"/>
                  </a:cubicBezTo>
                  <a:cubicBezTo>
                    <a:pt x="599" y="0"/>
                    <a:pt x="599" y="0"/>
                    <a:pt x="599" y="0"/>
                  </a:cubicBezTo>
                  <a:cubicBezTo>
                    <a:pt x="623" y="0"/>
                    <a:pt x="640" y="24"/>
                    <a:pt x="633" y="47"/>
                  </a:cubicBezTo>
                  <a:lnTo>
                    <a:pt x="512" y="448"/>
                  </a:lnTo>
                  <a:close/>
                </a:path>
              </a:pathLst>
            </a:custGeom>
            <a:solidFill>
              <a:srgbClr val="D4D8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172" name="íślïḋè"/>
            <p:cNvSpPr/>
            <p:nvPr/>
          </p:nvSpPr>
          <p:spPr bwMode="auto">
            <a:xfrm>
              <a:off x="7155352" y="4780328"/>
              <a:ext cx="363293" cy="366346"/>
            </a:xfrm>
            <a:custGeom>
              <a:avLst/>
              <a:gdLst>
                <a:gd name="T0" fmla="*/ 54 w 100"/>
                <a:gd name="T1" fmla="*/ 10 h 101"/>
                <a:gd name="T2" fmla="*/ 91 w 100"/>
                <a:gd name="T3" fmla="*/ 47 h 101"/>
                <a:gd name="T4" fmla="*/ 91 w 100"/>
                <a:gd name="T5" fmla="*/ 54 h 101"/>
                <a:gd name="T6" fmla="*/ 54 w 100"/>
                <a:gd name="T7" fmla="*/ 91 h 101"/>
                <a:gd name="T8" fmla="*/ 46 w 100"/>
                <a:gd name="T9" fmla="*/ 91 h 101"/>
                <a:gd name="T10" fmla="*/ 9 w 100"/>
                <a:gd name="T11" fmla="*/ 54 h 101"/>
                <a:gd name="T12" fmla="*/ 9 w 100"/>
                <a:gd name="T13" fmla="*/ 47 h 101"/>
                <a:gd name="T14" fmla="*/ 46 w 100"/>
                <a:gd name="T15" fmla="*/ 10 h 101"/>
                <a:gd name="T16" fmla="*/ 54 w 100"/>
                <a:gd name="T17" fmla="*/ 10 h 101"/>
                <a:gd name="T18" fmla="*/ 54 w 100"/>
                <a:gd name="T19" fmla="*/ 0 h 101"/>
                <a:gd name="T20" fmla="*/ 46 w 100"/>
                <a:gd name="T21" fmla="*/ 0 h 101"/>
                <a:gd name="T22" fmla="*/ 0 w 100"/>
                <a:gd name="T23" fmla="*/ 47 h 101"/>
                <a:gd name="T24" fmla="*/ 0 w 100"/>
                <a:gd name="T25" fmla="*/ 54 h 101"/>
                <a:gd name="T26" fmla="*/ 46 w 100"/>
                <a:gd name="T27" fmla="*/ 101 h 101"/>
                <a:gd name="T28" fmla="*/ 54 w 100"/>
                <a:gd name="T29" fmla="*/ 101 h 101"/>
                <a:gd name="T30" fmla="*/ 100 w 100"/>
                <a:gd name="T31" fmla="*/ 54 h 101"/>
                <a:gd name="T32" fmla="*/ 100 w 100"/>
                <a:gd name="T33" fmla="*/ 47 h 101"/>
                <a:gd name="T34" fmla="*/ 54 w 100"/>
                <a:gd name="T3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0" h="101">
                  <a:moveTo>
                    <a:pt x="54" y="10"/>
                  </a:moveTo>
                  <a:cubicBezTo>
                    <a:pt x="74" y="10"/>
                    <a:pt x="91" y="27"/>
                    <a:pt x="91" y="47"/>
                  </a:cubicBezTo>
                  <a:cubicBezTo>
                    <a:pt x="91" y="54"/>
                    <a:pt x="91" y="54"/>
                    <a:pt x="91" y="54"/>
                  </a:cubicBezTo>
                  <a:cubicBezTo>
                    <a:pt x="91" y="75"/>
                    <a:pt x="74" y="91"/>
                    <a:pt x="54" y="91"/>
                  </a:cubicBezTo>
                  <a:cubicBezTo>
                    <a:pt x="46" y="91"/>
                    <a:pt x="46" y="91"/>
                    <a:pt x="46" y="91"/>
                  </a:cubicBezTo>
                  <a:cubicBezTo>
                    <a:pt x="26" y="91"/>
                    <a:pt x="9" y="75"/>
                    <a:pt x="9" y="54"/>
                  </a:cubicBezTo>
                  <a:cubicBezTo>
                    <a:pt x="9" y="47"/>
                    <a:pt x="9" y="47"/>
                    <a:pt x="9" y="47"/>
                  </a:cubicBezTo>
                  <a:cubicBezTo>
                    <a:pt x="9" y="27"/>
                    <a:pt x="26" y="10"/>
                    <a:pt x="46" y="10"/>
                  </a:cubicBezTo>
                  <a:cubicBezTo>
                    <a:pt x="54" y="10"/>
                    <a:pt x="54" y="10"/>
                    <a:pt x="54" y="10"/>
                  </a:cubicBezTo>
                  <a:moveTo>
                    <a:pt x="54" y="0"/>
                  </a:moveTo>
                  <a:cubicBezTo>
                    <a:pt x="46" y="0"/>
                    <a:pt x="46" y="0"/>
                    <a:pt x="46" y="0"/>
                  </a:cubicBezTo>
                  <a:cubicBezTo>
                    <a:pt x="21" y="0"/>
                    <a:pt x="0" y="21"/>
                    <a:pt x="0" y="47"/>
                  </a:cubicBezTo>
                  <a:cubicBezTo>
                    <a:pt x="0" y="54"/>
                    <a:pt x="0" y="54"/>
                    <a:pt x="0" y="54"/>
                  </a:cubicBezTo>
                  <a:cubicBezTo>
                    <a:pt x="0" y="80"/>
                    <a:pt x="21" y="101"/>
                    <a:pt x="46" y="101"/>
                  </a:cubicBezTo>
                  <a:cubicBezTo>
                    <a:pt x="54" y="101"/>
                    <a:pt x="54" y="101"/>
                    <a:pt x="54" y="101"/>
                  </a:cubicBezTo>
                  <a:cubicBezTo>
                    <a:pt x="79" y="101"/>
                    <a:pt x="100" y="80"/>
                    <a:pt x="100" y="54"/>
                  </a:cubicBezTo>
                  <a:cubicBezTo>
                    <a:pt x="100" y="47"/>
                    <a:pt x="100" y="47"/>
                    <a:pt x="100" y="47"/>
                  </a:cubicBezTo>
                  <a:cubicBezTo>
                    <a:pt x="100" y="21"/>
                    <a:pt x="79" y="0"/>
                    <a:pt x="54" y="0"/>
                  </a:cubicBezTo>
                  <a:close/>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173" name="iṥļîḓé"/>
            <p:cNvSpPr/>
            <p:nvPr/>
          </p:nvSpPr>
          <p:spPr bwMode="auto">
            <a:xfrm>
              <a:off x="3029378" y="4685689"/>
              <a:ext cx="267128" cy="369399"/>
            </a:xfrm>
            <a:custGeom>
              <a:avLst/>
              <a:gdLst>
                <a:gd name="T0" fmla="*/ 68 w 74"/>
                <a:gd name="T1" fmla="*/ 102 h 102"/>
                <a:gd name="T2" fmla="*/ 62 w 74"/>
                <a:gd name="T3" fmla="*/ 96 h 102"/>
                <a:gd name="T4" fmla="*/ 62 w 74"/>
                <a:gd name="T5" fmla="*/ 86 h 102"/>
                <a:gd name="T6" fmla="*/ 46 w 74"/>
                <a:gd name="T7" fmla="*/ 76 h 102"/>
                <a:gd name="T8" fmla="*/ 41 w 74"/>
                <a:gd name="T9" fmla="*/ 76 h 102"/>
                <a:gd name="T10" fmla="*/ 16 w 74"/>
                <a:gd name="T11" fmla="*/ 57 h 102"/>
                <a:gd name="T12" fmla="*/ 16 w 74"/>
                <a:gd name="T13" fmla="*/ 52 h 102"/>
                <a:gd name="T14" fmla="*/ 40 w 74"/>
                <a:gd name="T15" fmla="*/ 33 h 102"/>
                <a:gd name="T16" fmla="*/ 48 w 74"/>
                <a:gd name="T17" fmla="*/ 33 h 102"/>
                <a:gd name="T18" fmla="*/ 62 w 74"/>
                <a:gd name="T19" fmla="*/ 25 h 102"/>
                <a:gd name="T20" fmla="*/ 42 w 74"/>
                <a:gd name="T21" fmla="*/ 12 h 102"/>
                <a:gd name="T22" fmla="*/ 6 w 74"/>
                <a:gd name="T23" fmla="*/ 12 h 102"/>
                <a:gd name="T24" fmla="*/ 0 w 74"/>
                <a:gd name="T25" fmla="*/ 6 h 102"/>
                <a:gd name="T26" fmla="*/ 6 w 74"/>
                <a:gd name="T27" fmla="*/ 0 h 102"/>
                <a:gd name="T28" fmla="*/ 42 w 74"/>
                <a:gd name="T29" fmla="*/ 0 h 102"/>
                <a:gd name="T30" fmla="*/ 74 w 74"/>
                <a:gd name="T31" fmla="*/ 25 h 102"/>
                <a:gd name="T32" fmla="*/ 48 w 74"/>
                <a:gd name="T33" fmla="*/ 45 h 102"/>
                <a:gd name="T34" fmla="*/ 40 w 74"/>
                <a:gd name="T35" fmla="*/ 45 h 102"/>
                <a:gd name="T36" fmla="*/ 28 w 74"/>
                <a:gd name="T37" fmla="*/ 52 h 102"/>
                <a:gd name="T38" fmla="*/ 28 w 74"/>
                <a:gd name="T39" fmla="*/ 57 h 102"/>
                <a:gd name="T40" fmla="*/ 41 w 74"/>
                <a:gd name="T41" fmla="*/ 64 h 102"/>
                <a:gd name="T42" fmla="*/ 46 w 74"/>
                <a:gd name="T43" fmla="*/ 64 h 102"/>
                <a:gd name="T44" fmla="*/ 74 w 74"/>
                <a:gd name="T45" fmla="*/ 86 h 102"/>
                <a:gd name="T46" fmla="*/ 74 w 74"/>
                <a:gd name="T47" fmla="*/ 96 h 102"/>
                <a:gd name="T48" fmla="*/ 68 w 74"/>
                <a:gd name="T4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4" h="102">
                  <a:moveTo>
                    <a:pt x="68" y="102"/>
                  </a:moveTo>
                  <a:cubicBezTo>
                    <a:pt x="65" y="102"/>
                    <a:pt x="62" y="100"/>
                    <a:pt x="62" y="96"/>
                  </a:cubicBezTo>
                  <a:cubicBezTo>
                    <a:pt x="62" y="86"/>
                    <a:pt x="62" y="86"/>
                    <a:pt x="62" y="86"/>
                  </a:cubicBezTo>
                  <a:cubicBezTo>
                    <a:pt x="62" y="82"/>
                    <a:pt x="56" y="76"/>
                    <a:pt x="46" y="76"/>
                  </a:cubicBezTo>
                  <a:cubicBezTo>
                    <a:pt x="41" y="76"/>
                    <a:pt x="41" y="76"/>
                    <a:pt x="41" y="76"/>
                  </a:cubicBezTo>
                  <a:cubicBezTo>
                    <a:pt x="27" y="76"/>
                    <a:pt x="16" y="68"/>
                    <a:pt x="16" y="57"/>
                  </a:cubicBezTo>
                  <a:cubicBezTo>
                    <a:pt x="16" y="52"/>
                    <a:pt x="16" y="52"/>
                    <a:pt x="16" y="52"/>
                  </a:cubicBezTo>
                  <a:cubicBezTo>
                    <a:pt x="16" y="41"/>
                    <a:pt x="27" y="33"/>
                    <a:pt x="40" y="33"/>
                  </a:cubicBezTo>
                  <a:cubicBezTo>
                    <a:pt x="48" y="33"/>
                    <a:pt x="48" y="33"/>
                    <a:pt x="48" y="33"/>
                  </a:cubicBezTo>
                  <a:cubicBezTo>
                    <a:pt x="56" y="33"/>
                    <a:pt x="62" y="29"/>
                    <a:pt x="62" y="25"/>
                  </a:cubicBezTo>
                  <a:cubicBezTo>
                    <a:pt x="62" y="18"/>
                    <a:pt x="53" y="12"/>
                    <a:pt x="42" y="12"/>
                  </a:cubicBezTo>
                  <a:cubicBezTo>
                    <a:pt x="6" y="12"/>
                    <a:pt x="6" y="12"/>
                    <a:pt x="6" y="12"/>
                  </a:cubicBezTo>
                  <a:cubicBezTo>
                    <a:pt x="3" y="12"/>
                    <a:pt x="0" y="10"/>
                    <a:pt x="0" y="6"/>
                  </a:cubicBezTo>
                  <a:cubicBezTo>
                    <a:pt x="0" y="3"/>
                    <a:pt x="3" y="0"/>
                    <a:pt x="6" y="0"/>
                  </a:cubicBezTo>
                  <a:cubicBezTo>
                    <a:pt x="42" y="0"/>
                    <a:pt x="42" y="0"/>
                    <a:pt x="42" y="0"/>
                  </a:cubicBezTo>
                  <a:cubicBezTo>
                    <a:pt x="60" y="0"/>
                    <a:pt x="74" y="11"/>
                    <a:pt x="74" y="25"/>
                  </a:cubicBezTo>
                  <a:cubicBezTo>
                    <a:pt x="74" y="36"/>
                    <a:pt x="63" y="45"/>
                    <a:pt x="48" y="45"/>
                  </a:cubicBezTo>
                  <a:cubicBezTo>
                    <a:pt x="40" y="45"/>
                    <a:pt x="40" y="45"/>
                    <a:pt x="40" y="45"/>
                  </a:cubicBezTo>
                  <a:cubicBezTo>
                    <a:pt x="33" y="45"/>
                    <a:pt x="28" y="48"/>
                    <a:pt x="28" y="52"/>
                  </a:cubicBezTo>
                  <a:cubicBezTo>
                    <a:pt x="28" y="57"/>
                    <a:pt x="28" y="57"/>
                    <a:pt x="28" y="57"/>
                  </a:cubicBezTo>
                  <a:cubicBezTo>
                    <a:pt x="28" y="61"/>
                    <a:pt x="34" y="64"/>
                    <a:pt x="41" y="64"/>
                  </a:cubicBezTo>
                  <a:cubicBezTo>
                    <a:pt x="46" y="64"/>
                    <a:pt x="46" y="64"/>
                    <a:pt x="46" y="64"/>
                  </a:cubicBezTo>
                  <a:cubicBezTo>
                    <a:pt x="62" y="64"/>
                    <a:pt x="74" y="74"/>
                    <a:pt x="74" y="86"/>
                  </a:cubicBezTo>
                  <a:cubicBezTo>
                    <a:pt x="74" y="96"/>
                    <a:pt x="74" y="96"/>
                    <a:pt x="74" y="96"/>
                  </a:cubicBezTo>
                  <a:cubicBezTo>
                    <a:pt x="74" y="100"/>
                    <a:pt x="71" y="102"/>
                    <a:pt x="68" y="10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iṣľïďe"/>
            <p:cNvSpPr/>
            <p:nvPr/>
          </p:nvSpPr>
          <p:spPr bwMode="auto">
            <a:xfrm>
              <a:off x="3333141" y="4820016"/>
              <a:ext cx="181647" cy="242705"/>
            </a:xfrm>
            <a:custGeom>
              <a:avLst/>
              <a:gdLst>
                <a:gd name="T0" fmla="*/ 44 w 50"/>
                <a:gd name="T1" fmla="*/ 67 h 67"/>
                <a:gd name="T2" fmla="*/ 38 w 50"/>
                <a:gd name="T3" fmla="*/ 61 h 67"/>
                <a:gd name="T4" fmla="*/ 38 w 50"/>
                <a:gd name="T5" fmla="*/ 55 h 67"/>
                <a:gd name="T6" fmla="*/ 31 w 50"/>
                <a:gd name="T7" fmla="*/ 51 h 67"/>
                <a:gd name="T8" fmla="*/ 27 w 50"/>
                <a:gd name="T9" fmla="*/ 51 h 67"/>
                <a:gd name="T10" fmla="*/ 10 w 50"/>
                <a:gd name="T11" fmla="*/ 37 h 67"/>
                <a:gd name="T12" fmla="*/ 10 w 50"/>
                <a:gd name="T13" fmla="*/ 34 h 67"/>
                <a:gd name="T14" fmla="*/ 27 w 50"/>
                <a:gd name="T15" fmla="*/ 20 h 67"/>
                <a:gd name="T16" fmla="*/ 32 w 50"/>
                <a:gd name="T17" fmla="*/ 20 h 67"/>
                <a:gd name="T18" fmla="*/ 38 w 50"/>
                <a:gd name="T19" fmla="*/ 18 h 67"/>
                <a:gd name="T20" fmla="*/ 28 w 50"/>
                <a:gd name="T21" fmla="*/ 12 h 67"/>
                <a:gd name="T22" fmla="*/ 6 w 50"/>
                <a:gd name="T23" fmla="*/ 12 h 67"/>
                <a:gd name="T24" fmla="*/ 0 w 50"/>
                <a:gd name="T25" fmla="*/ 6 h 67"/>
                <a:gd name="T26" fmla="*/ 6 w 50"/>
                <a:gd name="T27" fmla="*/ 0 h 67"/>
                <a:gd name="T28" fmla="*/ 28 w 50"/>
                <a:gd name="T29" fmla="*/ 0 h 67"/>
                <a:gd name="T30" fmla="*/ 50 w 50"/>
                <a:gd name="T31" fmla="*/ 18 h 67"/>
                <a:gd name="T32" fmla="*/ 32 w 50"/>
                <a:gd name="T33" fmla="*/ 32 h 67"/>
                <a:gd name="T34" fmla="*/ 27 w 50"/>
                <a:gd name="T35" fmla="*/ 32 h 67"/>
                <a:gd name="T36" fmla="*/ 22 w 50"/>
                <a:gd name="T37" fmla="*/ 34 h 67"/>
                <a:gd name="T38" fmla="*/ 22 w 50"/>
                <a:gd name="T39" fmla="*/ 37 h 67"/>
                <a:gd name="T40" fmla="*/ 27 w 50"/>
                <a:gd name="T41" fmla="*/ 39 h 67"/>
                <a:gd name="T42" fmla="*/ 31 w 50"/>
                <a:gd name="T43" fmla="*/ 39 h 67"/>
                <a:gd name="T44" fmla="*/ 50 w 50"/>
                <a:gd name="T45" fmla="*/ 55 h 67"/>
                <a:gd name="T46" fmla="*/ 50 w 50"/>
                <a:gd name="T47" fmla="*/ 61 h 67"/>
                <a:gd name="T48" fmla="*/ 44 w 50"/>
                <a:gd name="T4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67">
                  <a:moveTo>
                    <a:pt x="44" y="67"/>
                  </a:moveTo>
                  <a:cubicBezTo>
                    <a:pt x="41" y="67"/>
                    <a:pt x="38" y="64"/>
                    <a:pt x="38" y="61"/>
                  </a:cubicBezTo>
                  <a:cubicBezTo>
                    <a:pt x="38" y="55"/>
                    <a:pt x="38" y="55"/>
                    <a:pt x="38" y="55"/>
                  </a:cubicBezTo>
                  <a:cubicBezTo>
                    <a:pt x="38" y="53"/>
                    <a:pt x="35" y="51"/>
                    <a:pt x="31" y="51"/>
                  </a:cubicBezTo>
                  <a:cubicBezTo>
                    <a:pt x="27" y="51"/>
                    <a:pt x="27" y="51"/>
                    <a:pt x="27" y="51"/>
                  </a:cubicBezTo>
                  <a:cubicBezTo>
                    <a:pt x="18" y="51"/>
                    <a:pt x="10" y="45"/>
                    <a:pt x="10" y="37"/>
                  </a:cubicBezTo>
                  <a:cubicBezTo>
                    <a:pt x="10" y="34"/>
                    <a:pt x="10" y="34"/>
                    <a:pt x="10" y="34"/>
                  </a:cubicBezTo>
                  <a:cubicBezTo>
                    <a:pt x="10" y="26"/>
                    <a:pt x="17" y="20"/>
                    <a:pt x="27" y="20"/>
                  </a:cubicBezTo>
                  <a:cubicBezTo>
                    <a:pt x="32" y="20"/>
                    <a:pt x="32" y="20"/>
                    <a:pt x="32" y="20"/>
                  </a:cubicBezTo>
                  <a:cubicBezTo>
                    <a:pt x="36" y="20"/>
                    <a:pt x="38" y="18"/>
                    <a:pt x="38" y="18"/>
                  </a:cubicBezTo>
                  <a:cubicBezTo>
                    <a:pt x="38" y="15"/>
                    <a:pt x="34" y="12"/>
                    <a:pt x="28" y="12"/>
                  </a:cubicBezTo>
                  <a:cubicBezTo>
                    <a:pt x="6" y="12"/>
                    <a:pt x="6" y="12"/>
                    <a:pt x="6" y="12"/>
                  </a:cubicBezTo>
                  <a:cubicBezTo>
                    <a:pt x="3" y="12"/>
                    <a:pt x="0" y="10"/>
                    <a:pt x="0" y="6"/>
                  </a:cubicBezTo>
                  <a:cubicBezTo>
                    <a:pt x="0" y="3"/>
                    <a:pt x="3" y="0"/>
                    <a:pt x="6" y="0"/>
                  </a:cubicBezTo>
                  <a:cubicBezTo>
                    <a:pt x="28" y="0"/>
                    <a:pt x="28" y="0"/>
                    <a:pt x="28" y="0"/>
                  </a:cubicBezTo>
                  <a:cubicBezTo>
                    <a:pt x="40" y="0"/>
                    <a:pt x="50" y="8"/>
                    <a:pt x="50" y="18"/>
                  </a:cubicBezTo>
                  <a:cubicBezTo>
                    <a:pt x="50" y="26"/>
                    <a:pt x="42" y="32"/>
                    <a:pt x="32" y="32"/>
                  </a:cubicBezTo>
                  <a:cubicBezTo>
                    <a:pt x="27" y="32"/>
                    <a:pt x="27" y="32"/>
                    <a:pt x="27" y="32"/>
                  </a:cubicBezTo>
                  <a:cubicBezTo>
                    <a:pt x="24" y="32"/>
                    <a:pt x="22" y="33"/>
                    <a:pt x="22" y="34"/>
                  </a:cubicBezTo>
                  <a:cubicBezTo>
                    <a:pt x="22" y="37"/>
                    <a:pt x="22" y="37"/>
                    <a:pt x="22" y="37"/>
                  </a:cubicBezTo>
                  <a:cubicBezTo>
                    <a:pt x="22" y="38"/>
                    <a:pt x="24" y="39"/>
                    <a:pt x="27" y="39"/>
                  </a:cubicBezTo>
                  <a:cubicBezTo>
                    <a:pt x="31" y="39"/>
                    <a:pt x="31" y="39"/>
                    <a:pt x="31" y="39"/>
                  </a:cubicBezTo>
                  <a:cubicBezTo>
                    <a:pt x="41" y="39"/>
                    <a:pt x="50" y="46"/>
                    <a:pt x="50" y="55"/>
                  </a:cubicBezTo>
                  <a:cubicBezTo>
                    <a:pt x="50" y="61"/>
                    <a:pt x="50" y="61"/>
                    <a:pt x="50" y="61"/>
                  </a:cubicBezTo>
                  <a:cubicBezTo>
                    <a:pt x="50" y="64"/>
                    <a:pt x="47" y="67"/>
                    <a:pt x="44"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î$ľîďê"/>
            <p:cNvSpPr/>
            <p:nvPr/>
          </p:nvSpPr>
          <p:spPr bwMode="auto">
            <a:xfrm>
              <a:off x="2728669" y="5105461"/>
              <a:ext cx="332764" cy="483883"/>
            </a:xfrm>
            <a:custGeom>
              <a:avLst/>
              <a:gdLst>
                <a:gd name="T0" fmla="*/ 92 w 92"/>
                <a:gd name="T1" fmla="*/ 133 h 133"/>
                <a:gd name="T2" fmla="*/ 57 w 92"/>
                <a:gd name="T3" fmla="*/ 133 h 133"/>
                <a:gd name="T4" fmla="*/ 0 w 92"/>
                <a:gd name="T5" fmla="*/ 76 h 133"/>
                <a:gd name="T6" fmla="*/ 0 w 92"/>
                <a:gd name="T7" fmla="*/ 40 h 133"/>
                <a:gd name="T8" fmla="*/ 40 w 92"/>
                <a:gd name="T9" fmla="*/ 0 h 133"/>
                <a:gd name="T10" fmla="*/ 84 w 92"/>
                <a:gd name="T11" fmla="*/ 0 h 133"/>
                <a:gd name="T12" fmla="*/ 84 w 92"/>
                <a:gd name="T13" fmla="*/ 28 h 133"/>
                <a:gd name="T14" fmla="*/ 40 w 92"/>
                <a:gd name="T15" fmla="*/ 28 h 133"/>
                <a:gd name="T16" fmla="*/ 28 w 92"/>
                <a:gd name="T17" fmla="*/ 40 h 133"/>
                <a:gd name="T18" fmla="*/ 28 w 92"/>
                <a:gd name="T19" fmla="*/ 76 h 133"/>
                <a:gd name="T20" fmla="*/ 57 w 92"/>
                <a:gd name="T21" fmla="*/ 105 h 133"/>
                <a:gd name="T22" fmla="*/ 92 w 92"/>
                <a:gd name="T23" fmla="*/ 105 h 133"/>
                <a:gd name="T24" fmla="*/ 92 w 92"/>
                <a:gd name="T25"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133">
                  <a:moveTo>
                    <a:pt x="92" y="133"/>
                  </a:moveTo>
                  <a:cubicBezTo>
                    <a:pt x="57" y="133"/>
                    <a:pt x="57" y="133"/>
                    <a:pt x="57" y="133"/>
                  </a:cubicBezTo>
                  <a:cubicBezTo>
                    <a:pt x="26" y="133"/>
                    <a:pt x="0" y="108"/>
                    <a:pt x="0" y="76"/>
                  </a:cubicBezTo>
                  <a:cubicBezTo>
                    <a:pt x="0" y="40"/>
                    <a:pt x="0" y="40"/>
                    <a:pt x="0" y="40"/>
                  </a:cubicBezTo>
                  <a:cubicBezTo>
                    <a:pt x="0" y="18"/>
                    <a:pt x="18" y="0"/>
                    <a:pt x="40" y="0"/>
                  </a:cubicBezTo>
                  <a:cubicBezTo>
                    <a:pt x="84" y="0"/>
                    <a:pt x="84" y="0"/>
                    <a:pt x="84" y="0"/>
                  </a:cubicBezTo>
                  <a:cubicBezTo>
                    <a:pt x="84" y="28"/>
                    <a:pt x="84" y="28"/>
                    <a:pt x="84" y="28"/>
                  </a:cubicBezTo>
                  <a:cubicBezTo>
                    <a:pt x="40" y="28"/>
                    <a:pt x="40" y="28"/>
                    <a:pt x="40" y="28"/>
                  </a:cubicBezTo>
                  <a:cubicBezTo>
                    <a:pt x="34" y="28"/>
                    <a:pt x="28" y="33"/>
                    <a:pt x="28" y="40"/>
                  </a:cubicBezTo>
                  <a:cubicBezTo>
                    <a:pt x="28" y="76"/>
                    <a:pt x="28" y="76"/>
                    <a:pt x="28" y="76"/>
                  </a:cubicBezTo>
                  <a:cubicBezTo>
                    <a:pt x="28" y="92"/>
                    <a:pt x="41" y="105"/>
                    <a:pt x="57" y="105"/>
                  </a:cubicBezTo>
                  <a:cubicBezTo>
                    <a:pt x="92" y="105"/>
                    <a:pt x="92" y="105"/>
                    <a:pt x="92" y="105"/>
                  </a:cubicBezTo>
                  <a:lnTo>
                    <a:pt x="92" y="133"/>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îşľiḍê"/>
            <p:cNvSpPr/>
            <p:nvPr/>
          </p:nvSpPr>
          <p:spPr bwMode="auto">
            <a:xfrm>
              <a:off x="2971373" y="5476386"/>
              <a:ext cx="651791" cy="271707"/>
            </a:xfrm>
            <a:custGeom>
              <a:avLst/>
              <a:gdLst>
                <a:gd name="T0" fmla="*/ 137 w 180"/>
                <a:gd name="T1" fmla="*/ 44 h 75"/>
                <a:gd name="T2" fmla="*/ 43 w 180"/>
                <a:gd name="T3" fmla="*/ 44 h 75"/>
                <a:gd name="T4" fmla="*/ 0 w 180"/>
                <a:gd name="T5" fmla="*/ 0 h 75"/>
                <a:gd name="T6" fmla="*/ 0 w 180"/>
                <a:gd name="T7" fmla="*/ 32 h 75"/>
                <a:gd name="T8" fmla="*/ 43 w 180"/>
                <a:gd name="T9" fmla="*/ 75 h 75"/>
                <a:gd name="T10" fmla="*/ 137 w 180"/>
                <a:gd name="T11" fmla="*/ 75 h 75"/>
                <a:gd name="T12" fmla="*/ 180 w 180"/>
                <a:gd name="T13" fmla="*/ 32 h 75"/>
                <a:gd name="T14" fmla="*/ 180 w 180"/>
                <a:gd name="T15" fmla="*/ 0 h 75"/>
                <a:gd name="T16" fmla="*/ 137 w 180"/>
                <a:gd name="T17" fmla="*/ 4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75">
                  <a:moveTo>
                    <a:pt x="137" y="44"/>
                  </a:moveTo>
                  <a:cubicBezTo>
                    <a:pt x="43" y="44"/>
                    <a:pt x="43" y="44"/>
                    <a:pt x="43" y="44"/>
                  </a:cubicBezTo>
                  <a:cubicBezTo>
                    <a:pt x="19" y="44"/>
                    <a:pt x="0" y="24"/>
                    <a:pt x="0" y="0"/>
                  </a:cubicBezTo>
                  <a:cubicBezTo>
                    <a:pt x="0" y="32"/>
                    <a:pt x="0" y="32"/>
                    <a:pt x="0" y="32"/>
                  </a:cubicBezTo>
                  <a:cubicBezTo>
                    <a:pt x="0" y="56"/>
                    <a:pt x="19" y="75"/>
                    <a:pt x="43" y="75"/>
                  </a:cubicBezTo>
                  <a:cubicBezTo>
                    <a:pt x="137" y="75"/>
                    <a:pt x="137" y="75"/>
                    <a:pt x="137" y="75"/>
                  </a:cubicBezTo>
                  <a:cubicBezTo>
                    <a:pt x="160" y="75"/>
                    <a:pt x="180" y="56"/>
                    <a:pt x="180" y="32"/>
                  </a:cubicBezTo>
                  <a:cubicBezTo>
                    <a:pt x="180" y="0"/>
                    <a:pt x="180" y="0"/>
                    <a:pt x="180" y="0"/>
                  </a:cubicBezTo>
                  <a:cubicBezTo>
                    <a:pt x="180" y="24"/>
                    <a:pt x="160" y="44"/>
                    <a:pt x="137" y="44"/>
                  </a:cubicBez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i$lide"/>
            <p:cNvSpPr/>
            <p:nvPr/>
          </p:nvSpPr>
          <p:spPr bwMode="auto">
            <a:xfrm>
              <a:off x="2971373" y="4983346"/>
              <a:ext cx="651791" cy="653317"/>
            </a:xfrm>
            <a:custGeom>
              <a:avLst/>
              <a:gdLst>
                <a:gd name="T0" fmla="*/ 154 w 180"/>
                <a:gd name="T1" fmla="*/ 0 h 180"/>
                <a:gd name="T2" fmla="*/ 32 w 180"/>
                <a:gd name="T3" fmla="*/ 0 h 180"/>
                <a:gd name="T4" fmla="*/ 0 w 180"/>
                <a:gd name="T5" fmla="*/ 32 h 180"/>
                <a:gd name="T6" fmla="*/ 0 w 180"/>
                <a:gd name="T7" fmla="*/ 136 h 180"/>
                <a:gd name="T8" fmla="*/ 43 w 180"/>
                <a:gd name="T9" fmla="*/ 180 h 180"/>
                <a:gd name="T10" fmla="*/ 137 w 180"/>
                <a:gd name="T11" fmla="*/ 180 h 180"/>
                <a:gd name="T12" fmla="*/ 180 w 180"/>
                <a:gd name="T13" fmla="*/ 136 h 180"/>
                <a:gd name="T14" fmla="*/ 180 w 180"/>
                <a:gd name="T15" fmla="*/ 25 h 180"/>
                <a:gd name="T16" fmla="*/ 154 w 180"/>
                <a:gd name="T1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180">
                  <a:moveTo>
                    <a:pt x="154" y="0"/>
                  </a:moveTo>
                  <a:cubicBezTo>
                    <a:pt x="32" y="0"/>
                    <a:pt x="32" y="0"/>
                    <a:pt x="32" y="0"/>
                  </a:cubicBezTo>
                  <a:cubicBezTo>
                    <a:pt x="14" y="0"/>
                    <a:pt x="0" y="14"/>
                    <a:pt x="0" y="32"/>
                  </a:cubicBezTo>
                  <a:cubicBezTo>
                    <a:pt x="0" y="136"/>
                    <a:pt x="0" y="136"/>
                    <a:pt x="0" y="136"/>
                  </a:cubicBezTo>
                  <a:cubicBezTo>
                    <a:pt x="0" y="160"/>
                    <a:pt x="19" y="180"/>
                    <a:pt x="43" y="180"/>
                  </a:cubicBezTo>
                  <a:cubicBezTo>
                    <a:pt x="137" y="180"/>
                    <a:pt x="137" y="180"/>
                    <a:pt x="137" y="180"/>
                  </a:cubicBezTo>
                  <a:cubicBezTo>
                    <a:pt x="160" y="180"/>
                    <a:pt x="180" y="160"/>
                    <a:pt x="180" y="136"/>
                  </a:cubicBezTo>
                  <a:cubicBezTo>
                    <a:pt x="180" y="25"/>
                    <a:pt x="180" y="25"/>
                    <a:pt x="180" y="25"/>
                  </a:cubicBezTo>
                  <a:cubicBezTo>
                    <a:pt x="180" y="11"/>
                    <a:pt x="168" y="0"/>
                    <a:pt x="154" y="0"/>
                  </a:cubicBez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îS1îḋê"/>
            <p:cNvSpPr/>
            <p:nvPr/>
          </p:nvSpPr>
          <p:spPr bwMode="auto">
            <a:xfrm>
              <a:off x="1631157" y="5700773"/>
              <a:ext cx="8929687" cy="62585"/>
            </a:xfrm>
            <a:prstGeom prst="rect">
              <a:avLst/>
            </a:prstGeom>
            <a:solidFill>
              <a:srgbClr val="35314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sp>
        <p:nvSpPr>
          <p:cNvPr id="147" name="矩形 146"/>
          <p:cNvSpPr/>
          <p:nvPr userDrawn="1"/>
        </p:nvSpPr>
        <p:spPr>
          <a:xfrm>
            <a:off x="0" y="6634901"/>
            <a:ext cx="12192000" cy="223099"/>
          </a:xfrm>
          <a:prstGeom prst="rect">
            <a:avLst/>
          </a:prstGeom>
          <a:gradFill flip="none" rotWithShape="1">
            <a:gsLst>
              <a:gs pos="99000">
                <a:srgbClr val="00416A"/>
              </a:gs>
              <a:gs pos="0">
                <a:srgbClr val="E4E5E6"/>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70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100"/>
                                        <p:tgtEl>
                                          <p:spTgt spid="87"/>
                                        </p:tgtEl>
                                      </p:cBhvr>
                                    </p:animEffect>
                                    <p:anim calcmode="lin" valueType="num">
                                      <p:cBhvr>
                                        <p:cTn id="8" dur="1100" fill="hold"/>
                                        <p:tgtEl>
                                          <p:spTgt spid="87"/>
                                        </p:tgtEl>
                                        <p:attrNameLst>
                                          <p:attrName>ppt_x</p:attrName>
                                        </p:attrNameLst>
                                      </p:cBhvr>
                                      <p:tavLst>
                                        <p:tav tm="0">
                                          <p:val>
                                            <p:strVal val="#ppt_x"/>
                                          </p:val>
                                        </p:tav>
                                        <p:tav tm="100000">
                                          <p:val>
                                            <p:strVal val="#ppt_x"/>
                                          </p:val>
                                        </p:tav>
                                      </p:tavLst>
                                    </p:anim>
                                    <p:anim calcmode="lin" valueType="num">
                                      <p:cBhvr>
                                        <p:cTn id="9" dur="1100" fill="hold"/>
                                        <p:tgtEl>
                                          <p:spTgt spid="87"/>
                                        </p:tgtEl>
                                        <p:attrNameLst>
                                          <p:attrName>ppt_y</p:attrName>
                                        </p:attrNameLst>
                                      </p:cBhvr>
                                      <p:tavLst>
                                        <p:tav tm="0">
                                          <p:val>
                                            <p:strVal val="#ppt_y+.1"/>
                                          </p:val>
                                        </p:tav>
                                        <p:tav tm="100000">
                                          <p:val>
                                            <p:strVal val="#ppt_y"/>
                                          </p:val>
                                        </p:tav>
                                      </p:tavLst>
                                    </p:anim>
                                  </p:childTnLst>
                                </p:cTn>
                              </p:par>
                              <p:par>
                                <p:cTn id="10" presetID="2" presetClass="entr" presetSubtype="8" fill="hold" nodeType="withEffect">
                                  <p:stCondLst>
                                    <p:cond delay="500"/>
                                  </p:stCondLst>
                                  <p:childTnLst>
                                    <p:set>
                                      <p:cBhvr>
                                        <p:cTn id="11" dur="1" fill="hold">
                                          <p:stCondLst>
                                            <p:cond delay="0"/>
                                          </p:stCondLst>
                                        </p:cTn>
                                        <p:tgtEl>
                                          <p:spTgt spid="91"/>
                                        </p:tgtEl>
                                        <p:attrNameLst>
                                          <p:attrName>style.visibility</p:attrName>
                                        </p:attrNameLst>
                                      </p:cBhvr>
                                      <p:to>
                                        <p:strVal val="visible"/>
                                      </p:to>
                                    </p:set>
                                    <p:anim calcmode="lin" valueType="num">
                                      <p:cBhvr additive="base">
                                        <p:cTn id="12" dur="1000" fill="hold"/>
                                        <p:tgtEl>
                                          <p:spTgt spid="91"/>
                                        </p:tgtEl>
                                        <p:attrNameLst>
                                          <p:attrName>ppt_x</p:attrName>
                                        </p:attrNameLst>
                                      </p:cBhvr>
                                      <p:tavLst>
                                        <p:tav tm="0">
                                          <p:val>
                                            <p:strVal val="0-#ppt_w/2"/>
                                          </p:val>
                                        </p:tav>
                                        <p:tav tm="100000">
                                          <p:val>
                                            <p:strVal val="#ppt_x"/>
                                          </p:val>
                                        </p:tav>
                                      </p:tavLst>
                                    </p:anim>
                                    <p:anim calcmode="lin" valueType="num">
                                      <p:cBhvr additive="base">
                                        <p:cTn id="13" dur="1000" fill="hold"/>
                                        <p:tgtEl>
                                          <p:spTgt spid="91"/>
                                        </p:tgtEl>
                                        <p:attrNameLst>
                                          <p:attrName>ppt_y</p:attrName>
                                        </p:attrNameLst>
                                      </p:cBhvr>
                                      <p:tavLst>
                                        <p:tav tm="0">
                                          <p:val>
                                            <p:strVal val="#ppt_y"/>
                                          </p:val>
                                        </p:tav>
                                        <p:tav tm="100000">
                                          <p:val>
                                            <p:strVal val="#ppt_y"/>
                                          </p:val>
                                        </p:tav>
                                      </p:tavLst>
                                    </p:anim>
                                  </p:childTnLst>
                                </p:cTn>
                              </p:par>
                              <p:par>
                                <p:cTn id="14" presetID="47" presetClass="entr" presetSubtype="0" fill="hold" grpId="0" nodeType="withEffect">
                                  <p:stCondLst>
                                    <p:cond delay="20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1000"/>
                                        <p:tgtEl>
                                          <p:spTgt spid="89"/>
                                        </p:tgtEl>
                                      </p:cBhvr>
                                    </p:animEffect>
                                    <p:anim calcmode="lin" valueType="num">
                                      <p:cBhvr>
                                        <p:cTn id="17" dur="1000" fill="hold"/>
                                        <p:tgtEl>
                                          <p:spTgt spid="89"/>
                                        </p:tgtEl>
                                        <p:attrNameLst>
                                          <p:attrName>ppt_x</p:attrName>
                                        </p:attrNameLst>
                                      </p:cBhvr>
                                      <p:tavLst>
                                        <p:tav tm="0">
                                          <p:val>
                                            <p:strVal val="#ppt_x"/>
                                          </p:val>
                                        </p:tav>
                                        <p:tav tm="100000">
                                          <p:val>
                                            <p:strVal val="#ppt_x"/>
                                          </p:val>
                                        </p:tav>
                                      </p:tavLst>
                                    </p:anim>
                                    <p:anim calcmode="lin" valueType="num">
                                      <p:cBhvr>
                                        <p:cTn id="18" dur="1000" fill="hold"/>
                                        <p:tgtEl>
                                          <p:spTgt spid="89"/>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400"/>
                                  </p:stCondLst>
                                  <p:childTnLst>
                                    <p:set>
                                      <p:cBhvr>
                                        <p:cTn id="20" dur="1" fill="hold">
                                          <p:stCondLst>
                                            <p:cond delay="0"/>
                                          </p:stCondLst>
                                        </p:cTn>
                                        <p:tgtEl>
                                          <p:spTgt spid="90"/>
                                        </p:tgtEl>
                                        <p:attrNameLst>
                                          <p:attrName>style.visibility</p:attrName>
                                        </p:attrNameLst>
                                      </p:cBhvr>
                                      <p:to>
                                        <p:strVal val="visible"/>
                                      </p:to>
                                    </p:set>
                                    <p:animEffect transition="in" filter="fade">
                                      <p:cBhvr>
                                        <p:cTn id="21" dur="1000"/>
                                        <p:tgtEl>
                                          <p:spTgt spid="90"/>
                                        </p:tgtEl>
                                      </p:cBhvr>
                                    </p:animEffect>
                                    <p:anim calcmode="lin" valueType="num">
                                      <p:cBhvr>
                                        <p:cTn id="22" dur="1000" fill="hold"/>
                                        <p:tgtEl>
                                          <p:spTgt spid="90"/>
                                        </p:tgtEl>
                                        <p:attrNameLst>
                                          <p:attrName>ppt_x</p:attrName>
                                        </p:attrNameLst>
                                      </p:cBhvr>
                                      <p:tavLst>
                                        <p:tav tm="0">
                                          <p:val>
                                            <p:strVal val="#ppt_x"/>
                                          </p:val>
                                        </p:tav>
                                        <p:tav tm="100000">
                                          <p:val>
                                            <p:strVal val="#ppt_x"/>
                                          </p:val>
                                        </p:tav>
                                      </p:tavLst>
                                    </p:anim>
                                    <p:anim calcmode="lin" valueType="num">
                                      <p:cBhvr>
                                        <p:cTn id="23" dur="1000" fill="hold"/>
                                        <p:tgtEl>
                                          <p:spTgt spid="90"/>
                                        </p:tgtEl>
                                        <p:attrNameLst>
                                          <p:attrName>ppt_y</p:attrName>
                                        </p:attrNameLst>
                                      </p:cBhvr>
                                      <p:tavLst>
                                        <p:tav tm="0">
                                          <p:val>
                                            <p:strVal val="#ppt_y+.1"/>
                                          </p:val>
                                        </p:tav>
                                        <p:tav tm="100000">
                                          <p:val>
                                            <p:strVal val="#ppt_y"/>
                                          </p:val>
                                        </p:tav>
                                      </p:tavLst>
                                    </p:anim>
                                  </p:childTnLst>
                                </p:cTn>
                              </p:par>
                              <p:par>
                                <p:cTn id="24" presetID="2" presetClass="entr" presetSubtype="8" fill="hold" nodeType="withEffect">
                                  <p:stCondLst>
                                    <p:cond delay="80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1200" fill="hold"/>
                                        <p:tgtEl>
                                          <p:spTgt spid="2"/>
                                        </p:tgtEl>
                                        <p:attrNameLst>
                                          <p:attrName>ppt_x</p:attrName>
                                        </p:attrNameLst>
                                      </p:cBhvr>
                                      <p:tavLst>
                                        <p:tav tm="0">
                                          <p:val>
                                            <p:strVal val="0-#ppt_w/2"/>
                                          </p:val>
                                        </p:tav>
                                        <p:tav tm="100000">
                                          <p:val>
                                            <p:strVal val="#ppt_x"/>
                                          </p:val>
                                        </p:tav>
                                      </p:tavLst>
                                    </p:anim>
                                    <p:anim calcmode="lin" valueType="num">
                                      <p:cBhvr additive="base">
                                        <p:cTn id="27" dur="12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学习目标">
    <p:spTree>
      <p:nvGrpSpPr>
        <p:cNvPr id="1" name=""/>
        <p:cNvGrpSpPr/>
        <p:nvPr/>
      </p:nvGrpSpPr>
      <p:grpSpPr>
        <a:xfrm>
          <a:off x="0" y="0"/>
          <a:ext cx="0" cy="0"/>
          <a:chOff x="0" y="0"/>
          <a:chExt cx="0" cy="0"/>
        </a:xfrm>
      </p:grpSpPr>
      <p:sp>
        <p:nvSpPr>
          <p:cNvPr id="89" name="文本框 88"/>
          <p:cNvSpPr txBox="1"/>
          <p:nvPr userDrawn="1"/>
        </p:nvSpPr>
        <p:spPr>
          <a:xfrm>
            <a:off x="1107760" y="203200"/>
            <a:ext cx="2144630" cy="523220"/>
          </a:xfrm>
          <a:prstGeom prst="rect">
            <a:avLst/>
          </a:prstGeom>
          <a:noFill/>
        </p:spPr>
        <p:txBody>
          <a:bodyPr wrap="square" rtlCol="0">
            <a:spAutoFit/>
          </a:bodyPr>
          <a:lstStyle/>
          <a:p>
            <a:r>
              <a:rPr lang="zh-CN" altLang="en-US" sz="2800" dirty="0">
                <a:latin typeface="+mj-ea"/>
                <a:ea typeface="+mj-ea"/>
              </a:rPr>
              <a:t>学 习 目 标</a:t>
            </a:r>
          </a:p>
        </p:txBody>
      </p:sp>
      <p:sp>
        <p:nvSpPr>
          <p:cNvPr id="90" name="文本框 89"/>
          <p:cNvSpPr txBox="1"/>
          <p:nvPr userDrawn="1"/>
        </p:nvSpPr>
        <p:spPr>
          <a:xfrm>
            <a:off x="1061444" y="726420"/>
            <a:ext cx="2636796" cy="369332"/>
          </a:xfrm>
          <a:prstGeom prst="rect">
            <a:avLst/>
          </a:prstGeom>
          <a:noFill/>
        </p:spPr>
        <p:txBody>
          <a:bodyPr wrap="square">
            <a:spAutoFit/>
          </a:bodyPr>
          <a:lstStyle/>
          <a:p>
            <a:r>
              <a:rPr lang="en-US" altLang="zh-CN" dirty="0"/>
              <a:t>LEARNING OBJECTIVES</a:t>
            </a:r>
            <a:endParaRPr lang="zh-CN" altLang="en-US" dirty="0"/>
          </a:p>
        </p:txBody>
      </p:sp>
      <p:sp>
        <p:nvSpPr>
          <p:cNvPr id="332" name="矩形 331"/>
          <p:cNvSpPr/>
          <p:nvPr userDrawn="1"/>
        </p:nvSpPr>
        <p:spPr>
          <a:xfrm>
            <a:off x="0" y="6634901"/>
            <a:ext cx="12192000" cy="223099"/>
          </a:xfrm>
          <a:prstGeom prst="rect">
            <a:avLst/>
          </a:prstGeom>
          <a:gradFill flip="none" rotWithShape="1">
            <a:gsLst>
              <a:gs pos="99000">
                <a:srgbClr val="00416A"/>
              </a:gs>
              <a:gs pos="0">
                <a:srgbClr val="E4E5E6"/>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5" name="直接连接符 334"/>
          <p:cNvCxnSpPr/>
          <p:nvPr userDrawn="1"/>
        </p:nvCxnSpPr>
        <p:spPr>
          <a:xfrm>
            <a:off x="1106570" y="726420"/>
            <a:ext cx="2144630" cy="0"/>
          </a:xfrm>
          <a:prstGeom prst="line">
            <a:avLst/>
          </a:prstGeom>
          <a:ln w="19050">
            <a:gradFill>
              <a:gsLst>
                <a:gs pos="0">
                  <a:srgbClr val="00416A"/>
                </a:gs>
                <a:gs pos="100000">
                  <a:srgbClr val="E4E5E6"/>
                </a:gs>
              </a:gsLst>
              <a:lin ang="4200000" scaled="0"/>
            </a:gradFill>
          </a:ln>
        </p:spPr>
        <p:style>
          <a:lnRef idx="1">
            <a:schemeClr val="accent1"/>
          </a:lnRef>
          <a:fillRef idx="0">
            <a:schemeClr val="accent1"/>
          </a:fillRef>
          <a:effectRef idx="0">
            <a:schemeClr val="accent1"/>
          </a:effectRef>
          <a:fontRef idx="minor">
            <a:schemeClr val="tx1"/>
          </a:fontRef>
        </p:style>
      </p:cxnSp>
      <p:grpSp>
        <p:nvGrpSpPr>
          <p:cNvPr id="2" name="组合 1"/>
          <p:cNvGrpSpPr/>
          <p:nvPr userDrawn="1"/>
        </p:nvGrpSpPr>
        <p:grpSpPr>
          <a:xfrm>
            <a:off x="274027" y="281999"/>
            <a:ext cx="764259" cy="767958"/>
            <a:chOff x="274027" y="281999"/>
            <a:chExt cx="764259" cy="767958"/>
          </a:xfrm>
        </p:grpSpPr>
        <p:grpSp>
          <p:nvGrpSpPr>
            <p:cNvPr id="92" name="组合 91"/>
            <p:cNvGrpSpPr/>
            <p:nvPr userDrawn="1"/>
          </p:nvGrpSpPr>
          <p:grpSpPr>
            <a:xfrm>
              <a:off x="274027" y="281999"/>
              <a:ext cx="764259" cy="767958"/>
              <a:chOff x="1506056" y="1170999"/>
              <a:chExt cx="764259" cy="767958"/>
            </a:xfrm>
          </p:grpSpPr>
          <p:sp>
            <p:nvSpPr>
              <p:cNvPr id="93" name="任意多边形: 形状 92"/>
              <p:cNvSpPr/>
              <p:nvPr userDrawn="1"/>
            </p:nvSpPr>
            <p:spPr>
              <a:xfrm>
                <a:off x="1506056" y="1170999"/>
                <a:ext cx="764259" cy="767958"/>
              </a:xfrm>
              <a:custGeom>
                <a:avLst/>
                <a:gdLst>
                  <a:gd name="connsiteX0" fmla="*/ 380280 w 764259"/>
                  <a:gd name="connsiteY0" fmla="*/ 0 h 767958"/>
                  <a:gd name="connsiteX1" fmla="*/ 764259 w 764259"/>
                  <a:gd name="connsiteY1" fmla="*/ 383979 h 767958"/>
                  <a:gd name="connsiteX2" fmla="*/ 380280 w 764259"/>
                  <a:gd name="connsiteY2" fmla="*/ 767958 h 767958"/>
                  <a:gd name="connsiteX3" fmla="*/ 108766 w 764259"/>
                  <a:gd name="connsiteY3" fmla="*/ 655493 h 767958"/>
                  <a:gd name="connsiteX4" fmla="*/ 88074 w 764259"/>
                  <a:gd name="connsiteY4" fmla="*/ 630414 h 767958"/>
                  <a:gd name="connsiteX5" fmla="*/ 86340 w 764259"/>
                  <a:gd name="connsiteY5" fmla="*/ 621759 h 767958"/>
                  <a:gd name="connsiteX6" fmla="*/ 99269 w 764259"/>
                  <a:gd name="connsiteY6" fmla="*/ 602352 h 767958"/>
                  <a:gd name="connsiteX7" fmla="*/ 122135 w 764259"/>
                  <a:gd name="connsiteY7" fmla="*/ 597770 h 767958"/>
                  <a:gd name="connsiteX8" fmla="*/ 138156 w 764259"/>
                  <a:gd name="connsiteY8" fmla="*/ 608444 h 767958"/>
                  <a:gd name="connsiteX9" fmla="*/ 125488 w 764259"/>
                  <a:gd name="connsiteY9" fmla="*/ 584691 h 767958"/>
                  <a:gd name="connsiteX10" fmla="*/ 149936 w 764259"/>
                  <a:gd name="connsiteY10" fmla="*/ 614323 h 767958"/>
                  <a:gd name="connsiteX11" fmla="*/ 380280 w 764259"/>
                  <a:gd name="connsiteY11" fmla="*/ 709734 h 767958"/>
                  <a:gd name="connsiteX12" fmla="*/ 706035 w 764259"/>
                  <a:gd name="connsiteY12" fmla="*/ 383979 h 767958"/>
                  <a:gd name="connsiteX13" fmla="*/ 380280 w 764259"/>
                  <a:gd name="connsiteY13" fmla="*/ 58224 h 767958"/>
                  <a:gd name="connsiteX14" fmla="*/ 61143 w 764259"/>
                  <a:gd name="connsiteY14" fmla="*/ 318328 h 767958"/>
                  <a:gd name="connsiteX15" fmla="*/ 58224 w 764259"/>
                  <a:gd name="connsiteY15" fmla="*/ 347286 h 767958"/>
                  <a:gd name="connsiteX16" fmla="*/ 0 w 764259"/>
                  <a:gd name="connsiteY16" fmla="*/ 347286 h 767958"/>
                  <a:gd name="connsiteX17" fmla="*/ 4102 w 764259"/>
                  <a:gd name="connsiteY17" fmla="*/ 306594 h 767958"/>
                  <a:gd name="connsiteX18" fmla="*/ 380280 w 764259"/>
                  <a:gd name="connsiteY18" fmla="*/ 0 h 7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4259" h="767958">
                    <a:moveTo>
                      <a:pt x="380280" y="0"/>
                    </a:moveTo>
                    <a:cubicBezTo>
                      <a:pt x="592346" y="0"/>
                      <a:pt x="764259" y="171913"/>
                      <a:pt x="764259" y="383979"/>
                    </a:cubicBezTo>
                    <a:cubicBezTo>
                      <a:pt x="764259" y="596045"/>
                      <a:pt x="592346" y="767958"/>
                      <a:pt x="380280" y="767958"/>
                    </a:cubicBezTo>
                    <a:cubicBezTo>
                      <a:pt x="274247" y="767958"/>
                      <a:pt x="178252" y="724980"/>
                      <a:pt x="108766" y="655493"/>
                    </a:cubicBezTo>
                    <a:lnTo>
                      <a:pt x="88074" y="630414"/>
                    </a:lnTo>
                    <a:lnTo>
                      <a:pt x="86340" y="621759"/>
                    </a:lnTo>
                    <a:cubicBezTo>
                      <a:pt x="87851" y="614109"/>
                      <a:pt x="92280" y="607036"/>
                      <a:pt x="99269" y="602352"/>
                    </a:cubicBezTo>
                    <a:cubicBezTo>
                      <a:pt x="106259" y="597667"/>
                      <a:pt x="114485" y="596260"/>
                      <a:pt x="122135" y="597770"/>
                    </a:cubicBezTo>
                    <a:lnTo>
                      <a:pt x="138156" y="608444"/>
                    </a:lnTo>
                    <a:lnTo>
                      <a:pt x="125488" y="584691"/>
                    </a:lnTo>
                    <a:lnTo>
                      <a:pt x="149936" y="614323"/>
                    </a:lnTo>
                    <a:cubicBezTo>
                      <a:pt x="208886" y="673273"/>
                      <a:pt x="290325" y="709734"/>
                      <a:pt x="380280" y="709734"/>
                    </a:cubicBezTo>
                    <a:cubicBezTo>
                      <a:pt x="560190" y="709734"/>
                      <a:pt x="706035" y="563889"/>
                      <a:pt x="706035" y="383979"/>
                    </a:cubicBezTo>
                    <a:cubicBezTo>
                      <a:pt x="706035" y="204069"/>
                      <a:pt x="560190" y="58224"/>
                      <a:pt x="380280" y="58224"/>
                    </a:cubicBezTo>
                    <a:cubicBezTo>
                      <a:pt x="222859" y="58224"/>
                      <a:pt x="91519" y="169887"/>
                      <a:pt x="61143" y="318328"/>
                    </a:cubicBezTo>
                    <a:lnTo>
                      <a:pt x="58224" y="347286"/>
                    </a:lnTo>
                    <a:lnTo>
                      <a:pt x="0" y="347286"/>
                    </a:lnTo>
                    <a:lnTo>
                      <a:pt x="4102" y="306594"/>
                    </a:lnTo>
                    <a:cubicBezTo>
                      <a:pt x="39907" y="131621"/>
                      <a:pt x="194722" y="0"/>
                      <a:pt x="380280" y="0"/>
                    </a:cubicBezTo>
                    <a:close/>
                  </a:path>
                </a:pathLst>
              </a:cu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4" name="椭圆 93"/>
              <p:cNvSpPr/>
              <p:nvPr userDrawn="1"/>
            </p:nvSpPr>
            <p:spPr>
              <a:xfrm>
                <a:off x="1588770" y="1756122"/>
                <a:ext cx="57150" cy="57150"/>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5" name="椭圆 94"/>
              <p:cNvSpPr/>
              <p:nvPr userDrawn="1"/>
            </p:nvSpPr>
            <p:spPr>
              <a:xfrm>
                <a:off x="1506056" y="1488303"/>
                <a:ext cx="57150" cy="57150"/>
              </a:xfrm>
              <a:prstGeom prst="ellipse">
                <a:avLst/>
              </a:prstGeom>
              <a:solidFill>
                <a:srgbClr val="4A5B6F"/>
              </a:solid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36" name="组合 335"/>
            <p:cNvGrpSpPr/>
            <p:nvPr userDrawn="1"/>
          </p:nvGrpSpPr>
          <p:grpSpPr>
            <a:xfrm>
              <a:off x="376637" y="513205"/>
              <a:ext cx="535506" cy="350441"/>
              <a:chOff x="1922428" y="1423006"/>
              <a:chExt cx="535506" cy="350441"/>
            </a:xfrm>
            <a:gradFill>
              <a:gsLst>
                <a:gs pos="0">
                  <a:srgbClr val="00416A"/>
                </a:gs>
                <a:gs pos="100000">
                  <a:srgbClr val="E4E5E6"/>
                </a:gs>
              </a:gsLst>
              <a:lin ang="3000000" scaled="0"/>
            </a:gradFill>
          </p:grpSpPr>
          <p:grpSp>
            <p:nvGrpSpPr>
              <p:cNvPr id="337" name="组合 336"/>
              <p:cNvGrpSpPr/>
              <p:nvPr userDrawn="1"/>
            </p:nvGrpSpPr>
            <p:grpSpPr>
              <a:xfrm rot="18718039" flipV="1">
                <a:off x="1844710" y="1584333"/>
                <a:ext cx="224712" cy="69276"/>
                <a:chOff x="573405" y="1443990"/>
                <a:chExt cx="787632" cy="160020"/>
              </a:xfrm>
              <a:grpFill/>
            </p:grpSpPr>
            <p:sp>
              <p:nvSpPr>
                <p:cNvPr id="347" name="椭圆 346"/>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8" name="椭圆 347"/>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9" name="矩形 348"/>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38" name="组合 337"/>
              <p:cNvGrpSpPr/>
              <p:nvPr userDrawn="1"/>
            </p:nvGrpSpPr>
            <p:grpSpPr>
              <a:xfrm rot="2651265" flipV="1">
                <a:off x="1955814" y="1594427"/>
                <a:ext cx="253670" cy="69276"/>
                <a:chOff x="573405" y="1443990"/>
                <a:chExt cx="787632" cy="160020"/>
              </a:xfrm>
              <a:grpFill/>
            </p:grpSpPr>
            <p:sp>
              <p:nvSpPr>
                <p:cNvPr id="344" name="椭圆 343"/>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5" name="椭圆 344"/>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6" name="矩形 345"/>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39" name="组合 338"/>
              <p:cNvGrpSpPr/>
              <p:nvPr userDrawn="1"/>
            </p:nvGrpSpPr>
            <p:grpSpPr>
              <a:xfrm rot="18821879" flipV="1">
                <a:off x="2091592" y="1585792"/>
                <a:ext cx="306034" cy="69276"/>
                <a:chOff x="573405" y="1443990"/>
                <a:chExt cx="787632" cy="160020"/>
              </a:xfrm>
              <a:grpFill/>
            </p:grpSpPr>
            <p:sp>
              <p:nvSpPr>
                <p:cNvPr id="341" name="椭圆 340"/>
                <p:cNvSpPr/>
                <p:nvPr userDrawn="1"/>
              </p:nvSpPr>
              <p:spPr>
                <a:xfrm>
                  <a:off x="573405"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2" name="椭圆 341"/>
                <p:cNvSpPr/>
                <p:nvPr userDrawn="1"/>
              </p:nvSpPr>
              <p:spPr>
                <a:xfrm>
                  <a:off x="1201017" y="1443990"/>
                  <a:ext cx="160020" cy="160020"/>
                </a:xfrm>
                <a:prstGeom prst="ellips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3" name="矩形 342"/>
                <p:cNvSpPr/>
                <p:nvPr userDrawn="1"/>
              </p:nvSpPr>
              <p:spPr>
                <a:xfrm>
                  <a:off x="653415" y="1443990"/>
                  <a:ext cx="624840" cy="160020"/>
                </a:xfrm>
                <a:prstGeom prst="rect">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sp>
            <p:nvSpPr>
              <p:cNvPr id="340" name="等腰三角形 339"/>
              <p:cNvSpPr/>
              <p:nvPr userDrawn="1"/>
            </p:nvSpPr>
            <p:spPr>
              <a:xfrm rot="2290495">
                <a:off x="2261064" y="1423006"/>
                <a:ext cx="196870" cy="148982"/>
              </a:xfrm>
              <a:prstGeom prst="triangle">
                <a:avLst/>
              </a:prstGeom>
              <a:grpFill/>
              <a:ln>
                <a:noFill/>
              </a:ln>
              <a:effectLst>
                <a:outerShdw sx="1000" sy="1000" algn="c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350" name="组合 349"/>
          <p:cNvGrpSpPr/>
          <p:nvPr userDrawn="1"/>
        </p:nvGrpSpPr>
        <p:grpSpPr>
          <a:xfrm>
            <a:off x="7633252" y="1560444"/>
            <a:ext cx="3667540" cy="3395816"/>
            <a:chOff x="3365728" y="1232069"/>
            <a:chExt cx="5022850" cy="4543256"/>
          </a:xfrm>
        </p:grpSpPr>
        <p:sp>
          <p:nvSpPr>
            <p:cNvPr id="351" name="椭圆 350"/>
            <p:cNvSpPr/>
            <p:nvPr/>
          </p:nvSpPr>
          <p:spPr bwMode="auto">
            <a:xfrm flipH="1">
              <a:off x="3537178" y="5751513"/>
              <a:ext cx="4851400" cy="4763"/>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352" name="组合 351"/>
            <p:cNvGrpSpPr/>
            <p:nvPr/>
          </p:nvGrpSpPr>
          <p:grpSpPr>
            <a:xfrm flipH="1">
              <a:off x="3365728" y="5137945"/>
              <a:ext cx="411162" cy="617537"/>
              <a:chOff x="16273466" y="5481639"/>
              <a:chExt cx="411162" cy="617537"/>
            </a:xfrm>
          </p:grpSpPr>
          <p:sp>
            <p:nvSpPr>
              <p:cNvPr id="854" name="任意多边形 953"/>
              <p:cNvSpPr/>
              <p:nvPr/>
            </p:nvSpPr>
            <p:spPr bwMode="auto">
              <a:xfrm>
                <a:off x="16443328" y="5772152"/>
                <a:ext cx="38100" cy="38100"/>
              </a:xfrm>
              <a:custGeom>
                <a:avLst/>
                <a:gdLst>
                  <a:gd name="T0" fmla="*/ 0 w 24"/>
                  <a:gd name="T1" fmla="*/ 7 h 24"/>
                  <a:gd name="T2" fmla="*/ 9 w 24"/>
                  <a:gd name="T3" fmla="*/ 7 h 24"/>
                  <a:gd name="T4" fmla="*/ 14 w 24"/>
                  <a:gd name="T5" fmla="*/ 0 h 24"/>
                  <a:gd name="T6" fmla="*/ 16 w 24"/>
                  <a:gd name="T7" fmla="*/ 9 h 24"/>
                  <a:gd name="T8" fmla="*/ 24 w 24"/>
                  <a:gd name="T9" fmla="*/ 12 h 24"/>
                  <a:gd name="T10" fmla="*/ 17 w 24"/>
                  <a:gd name="T11" fmla="*/ 16 h 24"/>
                  <a:gd name="T12" fmla="*/ 17 w 24"/>
                  <a:gd name="T13" fmla="*/ 24 h 24"/>
                  <a:gd name="T14" fmla="*/ 11 w 24"/>
                  <a:gd name="T15" fmla="*/ 19 h 24"/>
                  <a:gd name="T16" fmla="*/ 2 w 24"/>
                  <a:gd name="T17" fmla="*/ 21 h 24"/>
                  <a:gd name="T18" fmla="*/ 5 w 24"/>
                  <a:gd name="T19" fmla="*/ 14 h 24"/>
                  <a:gd name="T20" fmla="*/ 0 w 24"/>
                  <a:gd name="T21"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0" y="7"/>
                    </a:moveTo>
                    <a:lnTo>
                      <a:pt x="9" y="7"/>
                    </a:lnTo>
                    <a:lnTo>
                      <a:pt x="14" y="0"/>
                    </a:lnTo>
                    <a:lnTo>
                      <a:pt x="16" y="9"/>
                    </a:lnTo>
                    <a:lnTo>
                      <a:pt x="24" y="12"/>
                    </a:lnTo>
                    <a:lnTo>
                      <a:pt x="17" y="16"/>
                    </a:lnTo>
                    <a:lnTo>
                      <a:pt x="17" y="24"/>
                    </a:lnTo>
                    <a:lnTo>
                      <a:pt x="11" y="19"/>
                    </a:lnTo>
                    <a:lnTo>
                      <a:pt x="2" y="21"/>
                    </a:lnTo>
                    <a:lnTo>
                      <a:pt x="5" y="14"/>
                    </a:lnTo>
                    <a:lnTo>
                      <a:pt x="0" y="7"/>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5" name="任意多边形 960"/>
              <p:cNvSpPr/>
              <p:nvPr/>
            </p:nvSpPr>
            <p:spPr bwMode="auto">
              <a:xfrm>
                <a:off x="16454441" y="5538789"/>
                <a:ext cx="26988" cy="177800"/>
              </a:xfrm>
              <a:custGeom>
                <a:avLst/>
                <a:gdLst>
                  <a:gd name="T0" fmla="*/ 1 w 10"/>
                  <a:gd name="T1" fmla="*/ 65 h 66"/>
                  <a:gd name="T2" fmla="*/ 7 w 10"/>
                  <a:gd name="T3" fmla="*/ 33 h 66"/>
                  <a:gd name="T4" fmla="*/ 1 w 10"/>
                  <a:gd name="T5" fmla="*/ 1 h 66"/>
                  <a:gd name="T6" fmla="*/ 10 w 10"/>
                  <a:gd name="T7" fmla="*/ 33 h 66"/>
                  <a:gd name="T8" fmla="*/ 1 w 10"/>
                  <a:gd name="T9" fmla="*/ 65 h 66"/>
                </a:gdLst>
                <a:ahLst/>
                <a:cxnLst>
                  <a:cxn ang="0">
                    <a:pos x="T0" y="T1"/>
                  </a:cxn>
                  <a:cxn ang="0">
                    <a:pos x="T2" y="T3"/>
                  </a:cxn>
                  <a:cxn ang="0">
                    <a:pos x="T4" y="T5"/>
                  </a:cxn>
                  <a:cxn ang="0">
                    <a:pos x="T6" y="T7"/>
                  </a:cxn>
                  <a:cxn ang="0">
                    <a:pos x="T8" y="T9"/>
                  </a:cxn>
                </a:cxnLst>
                <a:rect l="0" t="0" r="r" b="b"/>
                <a:pathLst>
                  <a:path w="10" h="66">
                    <a:moveTo>
                      <a:pt x="1" y="65"/>
                    </a:moveTo>
                    <a:cubicBezTo>
                      <a:pt x="0" y="65"/>
                      <a:pt x="7" y="51"/>
                      <a:pt x="7" y="33"/>
                    </a:cubicBezTo>
                    <a:cubicBezTo>
                      <a:pt x="7" y="15"/>
                      <a:pt x="1" y="1"/>
                      <a:pt x="1" y="1"/>
                    </a:cubicBezTo>
                    <a:cubicBezTo>
                      <a:pt x="2" y="0"/>
                      <a:pt x="10" y="14"/>
                      <a:pt x="10" y="33"/>
                    </a:cubicBezTo>
                    <a:cubicBezTo>
                      <a:pt x="10" y="52"/>
                      <a:pt x="2" y="66"/>
                      <a:pt x="1" y="65"/>
                    </a:cubicBezTo>
                    <a:close/>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6" name="任意多边形 961"/>
              <p:cNvSpPr/>
              <p:nvPr/>
            </p:nvSpPr>
            <p:spPr bwMode="auto">
              <a:xfrm>
                <a:off x="16414753" y="5543552"/>
                <a:ext cx="19050" cy="169862"/>
              </a:xfrm>
              <a:custGeom>
                <a:avLst/>
                <a:gdLst>
                  <a:gd name="T0" fmla="*/ 1 w 7"/>
                  <a:gd name="T1" fmla="*/ 63 h 63"/>
                  <a:gd name="T2" fmla="*/ 4 w 7"/>
                  <a:gd name="T3" fmla="*/ 31 h 63"/>
                  <a:gd name="T4" fmla="*/ 1 w 7"/>
                  <a:gd name="T5" fmla="*/ 0 h 63"/>
                  <a:gd name="T6" fmla="*/ 7 w 7"/>
                  <a:gd name="T7" fmla="*/ 31 h 63"/>
                  <a:gd name="T8" fmla="*/ 1 w 7"/>
                  <a:gd name="T9" fmla="*/ 63 h 63"/>
                </a:gdLst>
                <a:ahLst/>
                <a:cxnLst>
                  <a:cxn ang="0">
                    <a:pos x="T0" y="T1"/>
                  </a:cxn>
                  <a:cxn ang="0">
                    <a:pos x="T2" y="T3"/>
                  </a:cxn>
                  <a:cxn ang="0">
                    <a:pos x="T4" y="T5"/>
                  </a:cxn>
                  <a:cxn ang="0">
                    <a:pos x="T6" y="T7"/>
                  </a:cxn>
                  <a:cxn ang="0">
                    <a:pos x="T8" y="T9"/>
                  </a:cxn>
                </a:cxnLst>
                <a:rect l="0" t="0" r="r" b="b"/>
                <a:pathLst>
                  <a:path w="7" h="63">
                    <a:moveTo>
                      <a:pt x="1" y="63"/>
                    </a:moveTo>
                    <a:cubicBezTo>
                      <a:pt x="0" y="63"/>
                      <a:pt x="4" y="49"/>
                      <a:pt x="4" y="31"/>
                    </a:cubicBezTo>
                    <a:cubicBezTo>
                      <a:pt x="4" y="14"/>
                      <a:pt x="0" y="0"/>
                      <a:pt x="1" y="0"/>
                    </a:cubicBezTo>
                    <a:cubicBezTo>
                      <a:pt x="2" y="0"/>
                      <a:pt x="7" y="13"/>
                      <a:pt x="7" y="31"/>
                    </a:cubicBezTo>
                    <a:cubicBezTo>
                      <a:pt x="7" y="49"/>
                      <a:pt x="2" y="63"/>
                      <a:pt x="1" y="63"/>
                    </a:cubicBezTo>
                    <a:close/>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7" name="任意多边形 1026"/>
              <p:cNvSpPr/>
              <p:nvPr/>
            </p:nvSpPr>
            <p:spPr bwMode="auto">
              <a:xfrm>
                <a:off x="16298866" y="5492752"/>
                <a:ext cx="371475" cy="395287"/>
              </a:xfrm>
              <a:custGeom>
                <a:avLst/>
                <a:gdLst>
                  <a:gd name="T0" fmla="*/ 35 w 138"/>
                  <a:gd name="T1" fmla="*/ 147 h 147"/>
                  <a:gd name="T2" fmla="*/ 0 w 138"/>
                  <a:gd name="T3" fmla="*/ 79 h 147"/>
                  <a:gd name="T4" fmla="*/ 30 w 138"/>
                  <a:gd name="T5" fmla="*/ 15 h 147"/>
                  <a:gd name="T6" fmla="*/ 103 w 138"/>
                  <a:gd name="T7" fmla="*/ 15 h 147"/>
                  <a:gd name="T8" fmla="*/ 137 w 138"/>
                  <a:gd name="T9" fmla="*/ 81 h 147"/>
                  <a:gd name="T10" fmla="*/ 101 w 138"/>
                  <a:gd name="T11" fmla="*/ 147 h 147"/>
                </a:gdLst>
                <a:ahLst/>
                <a:cxnLst>
                  <a:cxn ang="0">
                    <a:pos x="T0" y="T1"/>
                  </a:cxn>
                  <a:cxn ang="0">
                    <a:pos x="T2" y="T3"/>
                  </a:cxn>
                  <a:cxn ang="0">
                    <a:pos x="T4" y="T5"/>
                  </a:cxn>
                  <a:cxn ang="0">
                    <a:pos x="T6" y="T7"/>
                  </a:cxn>
                  <a:cxn ang="0">
                    <a:pos x="T8" y="T9"/>
                  </a:cxn>
                  <a:cxn ang="0">
                    <a:pos x="T10" y="T11"/>
                  </a:cxn>
                </a:cxnLst>
                <a:rect l="0" t="0" r="r" b="b"/>
                <a:pathLst>
                  <a:path w="138" h="147">
                    <a:moveTo>
                      <a:pt x="35" y="147"/>
                    </a:moveTo>
                    <a:cubicBezTo>
                      <a:pt x="13" y="134"/>
                      <a:pt x="1" y="104"/>
                      <a:pt x="0" y="79"/>
                    </a:cubicBezTo>
                    <a:cubicBezTo>
                      <a:pt x="0" y="55"/>
                      <a:pt x="10" y="29"/>
                      <a:pt x="30" y="15"/>
                    </a:cubicBezTo>
                    <a:cubicBezTo>
                      <a:pt x="51" y="0"/>
                      <a:pt x="81" y="1"/>
                      <a:pt x="103" y="15"/>
                    </a:cubicBezTo>
                    <a:cubicBezTo>
                      <a:pt x="125" y="29"/>
                      <a:pt x="138" y="55"/>
                      <a:pt x="137" y="81"/>
                    </a:cubicBezTo>
                    <a:cubicBezTo>
                      <a:pt x="136" y="107"/>
                      <a:pt x="122" y="131"/>
                      <a:pt x="101" y="147"/>
                    </a:cubicBezTo>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8" name="任意多边形 1027"/>
              <p:cNvSpPr/>
              <p:nvPr/>
            </p:nvSpPr>
            <p:spPr bwMode="auto">
              <a:xfrm>
                <a:off x="16470316" y="5511802"/>
                <a:ext cx="22225" cy="382587"/>
              </a:xfrm>
              <a:custGeom>
                <a:avLst/>
                <a:gdLst>
                  <a:gd name="T0" fmla="*/ 7 w 8"/>
                  <a:gd name="T1" fmla="*/ 142 h 142"/>
                  <a:gd name="T2" fmla="*/ 6 w 8"/>
                  <a:gd name="T3" fmla="*/ 137 h 142"/>
                  <a:gd name="T4" fmla="*/ 6 w 8"/>
                  <a:gd name="T5" fmla="*/ 121 h 142"/>
                  <a:gd name="T6" fmla="*/ 4 w 8"/>
                  <a:gd name="T7" fmla="*/ 71 h 142"/>
                  <a:gd name="T8" fmla="*/ 2 w 8"/>
                  <a:gd name="T9" fmla="*/ 20 h 142"/>
                  <a:gd name="T10" fmla="*/ 1 w 8"/>
                  <a:gd name="T11" fmla="*/ 5 h 142"/>
                  <a:gd name="T12" fmla="*/ 1 w 8"/>
                  <a:gd name="T13" fmla="*/ 0 h 142"/>
                  <a:gd name="T14" fmla="*/ 2 w 8"/>
                  <a:gd name="T15" fmla="*/ 5 h 142"/>
                  <a:gd name="T16" fmla="*/ 3 w 8"/>
                  <a:gd name="T17" fmla="*/ 20 h 142"/>
                  <a:gd name="T18" fmla="*/ 6 w 8"/>
                  <a:gd name="T19" fmla="*/ 71 h 142"/>
                  <a:gd name="T20" fmla="*/ 8 w 8"/>
                  <a:gd name="T21" fmla="*/ 121 h 142"/>
                  <a:gd name="T22" fmla="*/ 7 w 8"/>
                  <a:gd name="T23" fmla="*/ 137 h 142"/>
                  <a:gd name="T24" fmla="*/ 7 w 8"/>
                  <a:gd name="T25"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142">
                    <a:moveTo>
                      <a:pt x="7" y="142"/>
                    </a:moveTo>
                    <a:cubicBezTo>
                      <a:pt x="7" y="142"/>
                      <a:pt x="7" y="140"/>
                      <a:pt x="6" y="137"/>
                    </a:cubicBezTo>
                    <a:cubicBezTo>
                      <a:pt x="6" y="133"/>
                      <a:pt x="6" y="127"/>
                      <a:pt x="6" y="121"/>
                    </a:cubicBezTo>
                    <a:cubicBezTo>
                      <a:pt x="6" y="108"/>
                      <a:pt x="5" y="91"/>
                      <a:pt x="4" y="71"/>
                    </a:cubicBezTo>
                    <a:cubicBezTo>
                      <a:pt x="3" y="51"/>
                      <a:pt x="2" y="33"/>
                      <a:pt x="2" y="20"/>
                    </a:cubicBezTo>
                    <a:cubicBezTo>
                      <a:pt x="1" y="14"/>
                      <a:pt x="1" y="9"/>
                      <a:pt x="1" y="5"/>
                    </a:cubicBezTo>
                    <a:cubicBezTo>
                      <a:pt x="1" y="2"/>
                      <a:pt x="0" y="0"/>
                      <a:pt x="1" y="0"/>
                    </a:cubicBezTo>
                    <a:cubicBezTo>
                      <a:pt x="1" y="0"/>
                      <a:pt x="1" y="2"/>
                      <a:pt x="2" y="5"/>
                    </a:cubicBezTo>
                    <a:cubicBezTo>
                      <a:pt x="2" y="9"/>
                      <a:pt x="3" y="14"/>
                      <a:pt x="3" y="20"/>
                    </a:cubicBezTo>
                    <a:cubicBezTo>
                      <a:pt x="4" y="33"/>
                      <a:pt x="6" y="51"/>
                      <a:pt x="6" y="71"/>
                    </a:cubicBezTo>
                    <a:cubicBezTo>
                      <a:pt x="7" y="91"/>
                      <a:pt x="8" y="108"/>
                      <a:pt x="8" y="121"/>
                    </a:cubicBezTo>
                    <a:cubicBezTo>
                      <a:pt x="8" y="128"/>
                      <a:pt x="7" y="133"/>
                      <a:pt x="7" y="137"/>
                    </a:cubicBezTo>
                    <a:cubicBezTo>
                      <a:pt x="7" y="140"/>
                      <a:pt x="7" y="142"/>
                      <a:pt x="7" y="14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9" name="任意多边形 1028"/>
              <p:cNvSpPr/>
              <p:nvPr/>
            </p:nvSpPr>
            <p:spPr bwMode="auto">
              <a:xfrm>
                <a:off x="16273466" y="5686427"/>
                <a:ext cx="44450" cy="7937"/>
              </a:xfrm>
              <a:custGeom>
                <a:avLst/>
                <a:gdLst>
                  <a:gd name="T0" fmla="*/ 16 w 16"/>
                  <a:gd name="T1" fmla="*/ 2 h 3"/>
                  <a:gd name="T2" fmla="*/ 8 w 16"/>
                  <a:gd name="T3" fmla="*/ 2 h 3"/>
                  <a:gd name="T4" fmla="*/ 0 w 16"/>
                  <a:gd name="T5" fmla="*/ 1 h 3"/>
                  <a:gd name="T6" fmla="*/ 8 w 16"/>
                  <a:gd name="T7" fmla="*/ 0 h 3"/>
                  <a:gd name="T8" fmla="*/ 16 w 16"/>
                  <a:gd name="T9" fmla="*/ 2 h 3"/>
                </a:gdLst>
                <a:ahLst/>
                <a:cxnLst>
                  <a:cxn ang="0">
                    <a:pos x="T0" y="T1"/>
                  </a:cxn>
                  <a:cxn ang="0">
                    <a:pos x="T2" y="T3"/>
                  </a:cxn>
                  <a:cxn ang="0">
                    <a:pos x="T4" y="T5"/>
                  </a:cxn>
                  <a:cxn ang="0">
                    <a:pos x="T6" y="T7"/>
                  </a:cxn>
                  <a:cxn ang="0">
                    <a:pos x="T8" y="T9"/>
                  </a:cxn>
                </a:cxnLst>
                <a:rect l="0" t="0" r="r" b="b"/>
                <a:pathLst>
                  <a:path w="16" h="3">
                    <a:moveTo>
                      <a:pt x="16" y="2"/>
                    </a:moveTo>
                    <a:cubicBezTo>
                      <a:pt x="16" y="2"/>
                      <a:pt x="12" y="3"/>
                      <a:pt x="8" y="2"/>
                    </a:cubicBezTo>
                    <a:cubicBezTo>
                      <a:pt x="4" y="2"/>
                      <a:pt x="0" y="1"/>
                      <a:pt x="0" y="1"/>
                    </a:cubicBezTo>
                    <a:cubicBezTo>
                      <a:pt x="0" y="0"/>
                      <a:pt x="4" y="0"/>
                      <a:pt x="8" y="0"/>
                    </a:cubicBezTo>
                    <a:cubicBezTo>
                      <a:pt x="13" y="1"/>
                      <a:pt x="16" y="1"/>
                      <a:pt x="16" y="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0" name="任意多边形 1029"/>
              <p:cNvSpPr/>
              <p:nvPr/>
            </p:nvSpPr>
            <p:spPr bwMode="auto">
              <a:xfrm>
                <a:off x="16284578" y="5616577"/>
                <a:ext cx="34925" cy="15875"/>
              </a:xfrm>
              <a:custGeom>
                <a:avLst/>
                <a:gdLst>
                  <a:gd name="T0" fmla="*/ 13 w 13"/>
                  <a:gd name="T1" fmla="*/ 6 h 6"/>
                  <a:gd name="T2" fmla="*/ 6 w 13"/>
                  <a:gd name="T3" fmla="*/ 4 h 6"/>
                  <a:gd name="T4" fmla="*/ 0 w 13"/>
                  <a:gd name="T5" fmla="*/ 0 h 6"/>
                  <a:gd name="T6" fmla="*/ 7 w 13"/>
                  <a:gd name="T7" fmla="*/ 2 h 6"/>
                  <a:gd name="T8" fmla="*/ 13 w 13"/>
                  <a:gd name="T9" fmla="*/ 6 h 6"/>
                </a:gdLst>
                <a:ahLst/>
                <a:cxnLst>
                  <a:cxn ang="0">
                    <a:pos x="T0" y="T1"/>
                  </a:cxn>
                  <a:cxn ang="0">
                    <a:pos x="T2" y="T3"/>
                  </a:cxn>
                  <a:cxn ang="0">
                    <a:pos x="T4" y="T5"/>
                  </a:cxn>
                  <a:cxn ang="0">
                    <a:pos x="T6" y="T7"/>
                  </a:cxn>
                  <a:cxn ang="0">
                    <a:pos x="T8" y="T9"/>
                  </a:cxn>
                </a:cxnLst>
                <a:rect l="0" t="0" r="r" b="b"/>
                <a:pathLst>
                  <a:path w="13" h="6">
                    <a:moveTo>
                      <a:pt x="13" y="6"/>
                    </a:moveTo>
                    <a:cubicBezTo>
                      <a:pt x="13" y="6"/>
                      <a:pt x="10" y="6"/>
                      <a:pt x="6" y="4"/>
                    </a:cubicBezTo>
                    <a:cubicBezTo>
                      <a:pt x="3" y="2"/>
                      <a:pt x="0" y="1"/>
                      <a:pt x="0" y="0"/>
                    </a:cubicBezTo>
                    <a:cubicBezTo>
                      <a:pt x="1" y="0"/>
                      <a:pt x="4" y="1"/>
                      <a:pt x="7" y="2"/>
                    </a:cubicBezTo>
                    <a:cubicBezTo>
                      <a:pt x="11" y="4"/>
                      <a:pt x="13" y="5"/>
                      <a:pt x="13"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1" name="任意多边形 1030"/>
              <p:cNvSpPr/>
              <p:nvPr/>
            </p:nvSpPr>
            <p:spPr bwMode="auto">
              <a:xfrm>
                <a:off x="16314741" y="5559427"/>
                <a:ext cx="38100" cy="30162"/>
              </a:xfrm>
              <a:custGeom>
                <a:avLst/>
                <a:gdLst>
                  <a:gd name="T0" fmla="*/ 14 w 14"/>
                  <a:gd name="T1" fmla="*/ 11 h 11"/>
                  <a:gd name="T2" fmla="*/ 6 w 14"/>
                  <a:gd name="T3" fmla="*/ 6 h 11"/>
                  <a:gd name="T4" fmla="*/ 1 w 14"/>
                  <a:gd name="T5" fmla="*/ 0 h 11"/>
                  <a:gd name="T6" fmla="*/ 8 w 14"/>
                  <a:gd name="T7" fmla="*/ 5 h 11"/>
                  <a:gd name="T8" fmla="*/ 14 w 14"/>
                  <a:gd name="T9" fmla="*/ 11 h 11"/>
                </a:gdLst>
                <a:ahLst/>
                <a:cxnLst>
                  <a:cxn ang="0">
                    <a:pos x="T0" y="T1"/>
                  </a:cxn>
                  <a:cxn ang="0">
                    <a:pos x="T2" y="T3"/>
                  </a:cxn>
                  <a:cxn ang="0">
                    <a:pos x="T4" y="T5"/>
                  </a:cxn>
                  <a:cxn ang="0">
                    <a:pos x="T6" y="T7"/>
                  </a:cxn>
                  <a:cxn ang="0">
                    <a:pos x="T8" y="T9"/>
                  </a:cxn>
                </a:cxnLst>
                <a:rect l="0" t="0" r="r" b="b"/>
                <a:pathLst>
                  <a:path w="14" h="11">
                    <a:moveTo>
                      <a:pt x="14" y="11"/>
                    </a:moveTo>
                    <a:cubicBezTo>
                      <a:pt x="13" y="11"/>
                      <a:pt x="10" y="9"/>
                      <a:pt x="6" y="6"/>
                    </a:cubicBezTo>
                    <a:cubicBezTo>
                      <a:pt x="3" y="3"/>
                      <a:pt x="0" y="0"/>
                      <a:pt x="1" y="0"/>
                    </a:cubicBezTo>
                    <a:cubicBezTo>
                      <a:pt x="1" y="0"/>
                      <a:pt x="4" y="2"/>
                      <a:pt x="8" y="5"/>
                    </a:cubicBezTo>
                    <a:cubicBezTo>
                      <a:pt x="11" y="8"/>
                      <a:pt x="14" y="10"/>
                      <a:pt x="14" y="1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2" name="任意多边形 1031"/>
              <p:cNvSpPr/>
              <p:nvPr/>
            </p:nvSpPr>
            <p:spPr bwMode="auto">
              <a:xfrm>
                <a:off x="16365541" y="5513389"/>
                <a:ext cx="15875" cy="33337"/>
              </a:xfrm>
              <a:custGeom>
                <a:avLst/>
                <a:gdLst>
                  <a:gd name="T0" fmla="*/ 6 w 6"/>
                  <a:gd name="T1" fmla="*/ 12 h 12"/>
                  <a:gd name="T2" fmla="*/ 2 w 6"/>
                  <a:gd name="T3" fmla="*/ 6 h 12"/>
                  <a:gd name="T4" fmla="*/ 0 w 6"/>
                  <a:gd name="T5" fmla="*/ 0 h 12"/>
                  <a:gd name="T6" fmla="*/ 4 w 6"/>
                  <a:gd name="T7" fmla="*/ 6 h 12"/>
                  <a:gd name="T8" fmla="*/ 6 w 6"/>
                  <a:gd name="T9" fmla="*/ 12 h 12"/>
                </a:gdLst>
                <a:ahLst/>
                <a:cxnLst>
                  <a:cxn ang="0">
                    <a:pos x="T0" y="T1"/>
                  </a:cxn>
                  <a:cxn ang="0">
                    <a:pos x="T2" y="T3"/>
                  </a:cxn>
                  <a:cxn ang="0">
                    <a:pos x="T4" y="T5"/>
                  </a:cxn>
                  <a:cxn ang="0">
                    <a:pos x="T6" y="T7"/>
                  </a:cxn>
                  <a:cxn ang="0">
                    <a:pos x="T8" y="T9"/>
                  </a:cxn>
                </a:cxnLst>
                <a:rect l="0" t="0" r="r" b="b"/>
                <a:pathLst>
                  <a:path w="6" h="12">
                    <a:moveTo>
                      <a:pt x="6" y="12"/>
                    </a:moveTo>
                    <a:cubicBezTo>
                      <a:pt x="5" y="12"/>
                      <a:pt x="4" y="10"/>
                      <a:pt x="2" y="6"/>
                    </a:cubicBezTo>
                    <a:cubicBezTo>
                      <a:pt x="1" y="3"/>
                      <a:pt x="0" y="0"/>
                      <a:pt x="0" y="0"/>
                    </a:cubicBezTo>
                    <a:cubicBezTo>
                      <a:pt x="1" y="0"/>
                      <a:pt x="3" y="2"/>
                      <a:pt x="4" y="6"/>
                    </a:cubicBezTo>
                    <a:cubicBezTo>
                      <a:pt x="6" y="9"/>
                      <a:pt x="6" y="12"/>
                      <a:pt x="6" y="1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3" name="任意多边形 1032"/>
              <p:cNvSpPr/>
              <p:nvPr/>
            </p:nvSpPr>
            <p:spPr bwMode="auto">
              <a:xfrm>
                <a:off x="16416341" y="5481639"/>
                <a:ext cx="14288" cy="34925"/>
              </a:xfrm>
              <a:custGeom>
                <a:avLst/>
                <a:gdLst>
                  <a:gd name="T0" fmla="*/ 5 w 5"/>
                  <a:gd name="T1" fmla="*/ 13 h 13"/>
                  <a:gd name="T2" fmla="*/ 1 w 5"/>
                  <a:gd name="T3" fmla="*/ 7 h 13"/>
                  <a:gd name="T4" fmla="*/ 1 w 5"/>
                  <a:gd name="T5" fmla="*/ 0 h 13"/>
                  <a:gd name="T6" fmla="*/ 3 w 5"/>
                  <a:gd name="T7" fmla="*/ 6 h 13"/>
                  <a:gd name="T8" fmla="*/ 5 w 5"/>
                  <a:gd name="T9" fmla="*/ 13 h 13"/>
                </a:gdLst>
                <a:ahLst/>
                <a:cxnLst>
                  <a:cxn ang="0">
                    <a:pos x="T0" y="T1"/>
                  </a:cxn>
                  <a:cxn ang="0">
                    <a:pos x="T2" y="T3"/>
                  </a:cxn>
                  <a:cxn ang="0">
                    <a:pos x="T4" y="T5"/>
                  </a:cxn>
                  <a:cxn ang="0">
                    <a:pos x="T6" y="T7"/>
                  </a:cxn>
                  <a:cxn ang="0">
                    <a:pos x="T8" y="T9"/>
                  </a:cxn>
                </a:cxnLst>
                <a:rect l="0" t="0" r="r" b="b"/>
                <a:pathLst>
                  <a:path w="5" h="13">
                    <a:moveTo>
                      <a:pt x="5" y="13"/>
                    </a:moveTo>
                    <a:cubicBezTo>
                      <a:pt x="4" y="13"/>
                      <a:pt x="3" y="11"/>
                      <a:pt x="1" y="7"/>
                    </a:cubicBezTo>
                    <a:cubicBezTo>
                      <a:pt x="0" y="3"/>
                      <a:pt x="0" y="0"/>
                      <a:pt x="1" y="0"/>
                    </a:cubicBezTo>
                    <a:cubicBezTo>
                      <a:pt x="1" y="0"/>
                      <a:pt x="2" y="3"/>
                      <a:pt x="3" y="6"/>
                    </a:cubicBezTo>
                    <a:cubicBezTo>
                      <a:pt x="4" y="10"/>
                      <a:pt x="5" y="13"/>
                      <a:pt x="5" y="1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4" name="任意多边形 1033"/>
              <p:cNvSpPr/>
              <p:nvPr/>
            </p:nvSpPr>
            <p:spPr bwMode="auto">
              <a:xfrm>
                <a:off x="16500478" y="5484814"/>
                <a:ext cx="11113" cy="26987"/>
              </a:xfrm>
              <a:custGeom>
                <a:avLst/>
                <a:gdLst>
                  <a:gd name="T0" fmla="*/ 4 w 4"/>
                  <a:gd name="T1" fmla="*/ 0 h 10"/>
                  <a:gd name="T2" fmla="*/ 3 w 4"/>
                  <a:gd name="T3" fmla="*/ 5 h 10"/>
                  <a:gd name="T4" fmla="*/ 0 w 4"/>
                  <a:gd name="T5" fmla="*/ 10 h 10"/>
                  <a:gd name="T6" fmla="*/ 1 w 4"/>
                  <a:gd name="T7" fmla="*/ 4 h 10"/>
                  <a:gd name="T8" fmla="*/ 4 w 4"/>
                  <a:gd name="T9" fmla="*/ 0 h 10"/>
                </a:gdLst>
                <a:ahLst/>
                <a:cxnLst>
                  <a:cxn ang="0">
                    <a:pos x="T0" y="T1"/>
                  </a:cxn>
                  <a:cxn ang="0">
                    <a:pos x="T2" y="T3"/>
                  </a:cxn>
                  <a:cxn ang="0">
                    <a:pos x="T4" y="T5"/>
                  </a:cxn>
                  <a:cxn ang="0">
                    <a:pos x="T6" y="T7"/>
                  </a:cxn>
                  <a:cxn ang="0">
                    <a:pos x="T8" y="T9"/>
                  </a:cxn>
                </a:cxnLst>
                <a:rect l="0" t="0" r="r" b="b"/>
                <a:pathLst>
                  <a:path w="4" h="10">
                    <a:moveTo>
                      <a:pt x="4" y="0"/>
                    </a:moveTo>
                    <a:cubicBezTo>
                      <a:pt x="4" y="0"/>
                      <a:pt x="4" y="2"/>
                      <a:pt x="3" y="5"/>
                    </a:cubicBezTo>
                    <a:cubicBezTo>
                      <a:pt x="2" y="8"/>
                      <a:pt x="1" y="10"/>
                      <a:pt x="0" y="10"/>
                    </a:cubicBezTo>
                    <a:cubicBezTo>
                      <a:pt x="0" y="9"/>
                      <a:pt x="0" y="7"/>
                      <a:pt x="1" y="4"/>
                    </a:cubicBezTo>
                    <a:cubicBezTo>
                      <a:pt x="2" y="2"/>
                      <a:pt x="3" y="0"/>
                      <a:pt x="4"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5" name="任意多边形 1034"/>
              <p:cNvSpPr/>
              <p:nvPr/>
            </p:nvSpPr>
            <p:spPr bwMode="auto">
              <a:xfrm>
                <a:off x="16549691" y="5508627"/>
                <a:ext cx="20638" cy="20637"/>
              </a:xfrm>
              <a:custGeom>
                <a:avLst/>
                <a:gdLst>
                  <a:gd name="T0" fmla="*/ 8 w 8"/>
                  <a:gd name="T1" fmla="*/ 0 h 8"/>
                  <a:gd name="T2" fmla="*/ 5 w 8"/>
                  <a:gd name="T3" fmla="*/ 5 h 8"/>
                  <a:gd name="T4" fmla="*/ 0 w 8"/>
                  <a:gd name="T5" fmla="*/ 8 h 8"/>
                  <a:gd name="T6" fmla="*/ 3 w 8"/>
                  <a:gd name="T7" fmla="*/ 3 h 8"/>
                  <a:gd name="T8" fmla="*/ 8 w 8"/>
                  <a:gd name="T9" fmla="*/ 0 h 8"/>
                </a:gdLst>
                <a:ahLst/>
                <a:cxnLst>
                  <a:cxn ang="0">
                    <a:pos x="T0" y="T1"/>
                  </a:cxn>
                  <a:cxn ang="0">
                    <a:pos x="T2" y="T3"/>
                  </a:cxn>
                  <a:cxn ang="0">
                    <a:pos x="T4" y="T5"/>
                  </a:cxn>
                  <a:cxn ang="0">
                    <a:pos x="T6" y="T7"/>
                  </a:cxn>
                  <a:cxn ang="0">
                    <a:pos x="T8" y="T9"/>
                  </a:cxn>
                </a:cxnLst>
                <a:rect l="0" t="0" r="r" b="b"/>
                <a:pathLst>
                  <a:path w="8" h="8">
                    <a:moveTo>
                      <a:pt x="8" y="0"/>
                    </a:moveTo>
                    <a:cubicBezTo>
                      <a:pt x="8" y="1"/>
                      <a:pt x="7" y="3"/>
                      <a:pt x="5" y="5"/>
                    </a:cubicBezTo>
                    <a:cubicBezTo>
                      <a:pt x="2" y="7"/>
                      <a:pt x="0" y="8"/>
                      <a:pt x="0" y="8"/>
                    </a:cubicBezTo>
                    <a:cubicBezTo>
                      <a:pt x="0" y="7"/>
                      <a:pt x="1" y="5"/>
                      <a:pt x="3" y="3"/>
                    </a:cubicBezTo>
                    <a:cubicBezTo>
                      <a:pt x="5" y="1"/>
                      <a:pt x="7" y="0"/>
                      <a:pt x="8"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6" name="任意多边形 1035"/>
              <p:cNvSpPr/>
              <p:nvPr/>
            </p:nvSpPr>
            <p:spPr bwMode="auto">
              <a:xfrm>
                <a:off x="16597316" y="5540377"/>
                <a:ext cx="26988" cy="19050"/>
              </a:xfrm>
              <a:custGeom>
                <a:avLst/>
                <a:gdLst>
                  <a:gd name="T0" fmla="*/ 9 w 10"/>
                  <a:gd name="T1" fmla="*/ 1 h 7"/>
                  <a:gd name="T2" fmla="*/ 5 w 10"/>
                  <a:gd name="T3" fmla="*/ 5 h 7"/>
                  <a:gd name="T4" fmla="*/ 0 w 10"/>
                  <a:gd name="T5" fmla="*/ 7 h 7"/>
                  <a:gd name="T6" fmla="*/ 4 w 10"/>
                  <a:gd name="T7" fmla="*/ 3 h 7"/>
                  <a:gd name="T8" fmla="*/ 9 w 10"/>
                  <a:gd name="T9" fmla="*/ 1 h 7"/>
                </a:gdLst>
                <a:ahLst/>
                <a:cxnLst>
                  <a:cxn ang="0">
                    <a:pos x="T0" y="T1"/>
                  </a:cxn>
                  <a:cxn ang="0">
                    <a:pos x="T2" y="T3"/>
                  </a:cxn>
                  <a:cxn ang="0">
                    <a:pos x="T4" y="T5"/>
                  </a:cxn>
                  <a:cxn ang="0">
                    <a:pos x="T6" y="T7"/>
                  </a:cxn>
                  <a:cxn ang="0">
                    <a:pos x="T8" y="T9"/>
                  </a:cxn>
                </a:cxnLst>
                <a:rect l="0" t="0" r="r" b="b"/>
                <a:pathLst>
                  <a:path w="10" h="7">
                    <a:moveTo>
                      <a:pt x="9" y="1"/>
                    </a:moveTo>
                    <a:cubicBezTo>
                      <a:pt x="10" y="1"/>
                      <a:pt x="8" y="3"/>
                      <a:pt x="5" y="5"/>
                    </a:cubicBezTo>
                    <a:cubicBezTo>
                      <a:pt x="3" y="6"/>
                      <a:pt x="1" y="7"/>
                      <a:pt x="0" y="7"/>
                    </a:cubicBezTo>
                    <a:cubicBezTo>
                      <a:pt x="0" y="6"/>
                      <a:pt x="2" y="5"/>
                      <a:pt x="4" y="3"/>
                    </a:cubicBezTo>
                    <a:cubicBezTo>
                      <a:pt x="7" y="1"/>
                      <a:pt x="9" y="0"/>
                      <a:pt x="9"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7" name="任意多边形 1036"/>
              <p:cNvSpPr/>
              <p:nvPr/>
            </p:nvSpPr>
            <p:spPr bwMode="auto">
              <a:xfrm>
                <a:off x="16624303" y="5591177"/>
                <a:ext cx="34925" cy="19050"/>
              </a:xfrm>
              <a:custGeom>
                <a:avLst/>
                <a:gdLst>
                  <a:gd name="T0" fmla="*/ 13 w 13"/>
                  <a:gd name="T1" fmla="*/ 1 h 7"/>
                  <a:gd name="T2" fmla="*/ 7 w 13"/>
                  <a:gd name="T3" fmla="*/ 4 h 7"/>
                  <a:gd name="T4" fmla="*/ 0 w 13"/>
                  <a:gd name="T5" fmla="*/ 6 h 7"/>
                  <a:gd name="T6" fmla="*/ 6 w 13"/>
                  <a:gd name="T7" fmla="*/ 3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1"/>
                      <a:pt x="11" y="3"/>
                      <a:pt x="7" y="4"/>
                    </a:cubicBezTo>
                    <a:cubicBezTo>
                      <a:pt x="3" y="6"/>
                      <a:pt x="0" y="7"/>
                      <a:pt x="0" y="6"/>
                    </a:cubicBezTo>
                    <a:cubicBezTo>
                      <a:pt x="0" y="6"/>
                      <a:pt x="3" y="4"/>
                      <a:pt x="6" y="3"/>
                    </a:cubicBezTo>
                    <a:cubicBezTo>
                      <a:pt x="10" y="1"/>
                      <a:pt x="13" y="0"/>
                      <a:pt x="13"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8" name="任意多边形 1037"/>
              <p:cNvSpPr/>
              <p:nvPr/>
            </p:nvSpPr>
            <p:spPr bwMode="auto">
              <a:xfrm>
                <a:off x="16640178" y="5645152"/>
                <a:ext cx="34925" cy="9525"/>
              </a:xfrm>
              <a:custGeom>
                <a:avLst/>
                <a:gdLst>
                  <a:gd name="T0" fmla="*/ 13 w 13"/>
                  <a:gd name="T1" fmla="*/ 1 h 3"/>
                  <a:gd name="T2" fmla="*/ 6 w 13"/>
                  <a:gd name="T3" fmla="*/ 3 h 3"/>
                  <a:gd name="T4" fmla="*/ 0 w 13"/>
                  <a:gd name="T5" fmla="*/ 3 h 3"/>
                  <a:gd name="T6" fmla="*/ 6 w 13"/>
                  <a:gd name="T7" fmla="*/ 1 h 3"/>
                  <a:gd name="T8" fmla="*/ 13 w 13"/>
                  <a:gd name="T9" fmla="*/ 1 h 3"/>
                </a:gdLst>
                <a:ahLst/>
                <a:cxnLst>
                  <a:cxn ang="0">
                    <a:pos x="T0" y="T1"/>
                  </a:cxn>
                  <a:cxn ang="0">
                    <a:pos x="T2" y="T3"/>
                  </a:cxn>
                  <a:cxn ang="0">
                    <a:pos x="T4" y="T5"/>
                  </a:cxn>
                  <a:cxn ang="0">
                    <a:pos x="T6" y="T7"/>
                  </a:cxn>
                  <a:cxn ang="0">
                    <a:pos x="T8" y="T9"/>
                  </a:cxn>
                </a:cxnLst>
                <a:rect l="0" t="0" r="r" b="b"/>
                <a:pathLst>
                  <a:path w="13" h="3">
                    <a:moveTo>
                      <a:pt x="13" y="1"/>
                    </a:moveTo>
                    <a:cubicBezTo>
                      <a:pt x="13" y="2"/>
                      <a:pt x="10" y="3"/>
                      <a:pt x="6" y="3"/>
                    </a:cubicBezTo>
                    <a:cubicBezTo>
                      <a:pt x="3" y="3"/>
                      <a:pt x="0" y="3"/>
                      <a:pt x="0" y="3"/>
                    </a:cubicBezTo>
                    <a:cubicBezTo>
                      <a:pt x="0" y="2"/>
                      <a:pt x="3" y="1"/>
                      <a:pt x="6" y="1"/>
                    </a:cubicBezTo>
                    <a:cubicBezTo>
                      <a:pt x="10" y="0"/>
                      <a:pt x="12" y="1"/>
                      <a:pt x="13"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9" name="任意多边形 1038"/>
              <p:cNvSpPr/>
              <p:nvPr/>
            </p:nvSpPr>
            <p:spPr bwMode="auto">
              <a:xfrm>
                <a:off x="16649703" y="5699127"/>
                <a:ext cx="34925" cy="19050"/>
              </a:xfrm>
              <a:custGeom>
                <a:avLst/>
                <a:gdLst>
                  <a:gd name="T0" fmla="*/ 12 w 13"/>
                  <a:gd name="T1" fmla="*/ 6 h 7"/>
                  <a:gd name="T2" fmla="*/ 6 w 13"/>
                  <a:gd name="T3" fmla="*/ 5 h 7"/>
                  <a:gd name="T4" fmla="*/ 0 w 13"/>
                  <a:gd name="T5" fmla="*/ 1 h 7"/>
                  <a:gd name="T6" fmla="*/ 7 w 13"/>
                  <a:gd name="T7" fmla="*/ 3 h 7"/>
                  <a:gd name="T8" fmla="*/ 12 w 13"/>
                  <a:gd name="T9" fmla="*/ 6 h 7"/>
                </a:gdLst>
                <a:ahLst/>
                <a:cxnLst>
                  <a:cxn ang="0">
                    <a:pos x="T0" y="T1"/>
                  </a:cxn>
                  <a:cxn ang="0">
                    <a:pos x="T2" y="T3"/>
                  </a:cxn>
                  <a:cxn ang="0">
                    <a:pos x="T4" y="T5"/>
                  </a:cxn>
                  <a:cxn ang="0">
                    <a:pos x="T6" y="T7"/>
                  </a:cxn>
                  <a:cxn ang="0">
                    <a:pos x="T8" y="T9"/>
                  </a:cxn>
                </a:cxnLst>
                <a:rect l="0" t="0" r="r" b="b"/>
                <a:pathLst>
                  <a:path w="13" h="7">
                    <a:moveTo>
                      <a:pt x="12" y="6"/>
                    </a:moveTo>
                    <a:cubicBezTo>
                      <a:pt x="12" y="7"/>
                      <a:pt x="9" y="6"/>
                      <a:pt x="6" y="5"/>
                    </a:cubicBezTo>
                    <a:cubicBezTo>
                      <a:pt x="2" y="3"/>
                      <a:pt x="0" y="1"/>
                      <a:pt x="0" y="1"/>
                    </a:cubicBezTo>
                    <a:cubicBezTo>
                      <a:pt x="0" y="0"/>
                      <a:pt x="3" y="1"/>
                      <a:pt x="7" y="3"/>
                    </a:cubicBezTo>
                    <a:cubicBezTo>
                      <a:pt x="10" y="4"/>
                      <a:pt x="13" y="6"/>
                      <a:pt x="12"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0" name="任意多边形 1039"/>
              <p:cNvSpPr/>
              <p:nvPr/>
            </p:nvSpPr>
            <p:spPr bwMode="auto">
              <a:xfrm>
                <a:off x="16638591" y="5751514"/>
                <a:ext cx="36513" cy="23812"/>
              </a:xfrm>
              <a:custGeom>
                <a:avLst/>
                <a:gdLst>
                  <a:gd name="T0" fmla="*/ 14 w 14"/>
                  <a:gd name="T1" fmla="*/ 9 h 9"/>
                  <a:gd name="T2" fmla="*/ 6 w 14"/>
                  <a:gd name="T3" fmla="*/ 6 h 9"/>
                  <a:gd name="T4" fmla="*/ 0 w 14"/>
                  <a:gd name="T5" fmla="*/ 0 h 9"/>
                  <a:gd name="T6" fmla="*/ 7 w 14"/>
                  <a:gd name="T7" fmla="*/ 4 h 9"/>
                  <a:gd name="T8" fmla="*/ 14 w 14"/>
                  <a:gd name="T9" fmla="*/ 9 h 9"/>
                </a:gdLst>
                <a:ahLst/>
                <a:cxnLst>
                  <a:cxn ang="0">
                    <a:pos x="T0" y="T1"/>
                  </a:cxn>
                  <a:cxn ang="0">
                    <a:pos x="T2" y="T3"/>
                  </a:cxn>
                  <a:cxn ang="0">
                    <a:pos x="T4" y="T5"/>
                  </a:cxn>
                  <a:cxn ang="0">
                    <a:pos x="T6" y="T7"/>
                  </a:cxn>
                  <a:cxn ang="0">
                    <a:pos x="T8" y="T9"/>
                  </a:cxn>
                </a:cxnLst>
                <a:rect l="0" t="0" r="r" b="b"/>
                <a:pathLst>
                  <a:path w="14" h="9">
                    <a:moveTo>
                      <a:pt x="14" y="9"/>
                    </a:moveTo>
                    <a:cubicBezTo>
                      <a:pt x="14" y="9"/>
                      <a:pt x="10" y="9"/>
                      <a:pt x="6" y="6"/>
                    </a:cubicBezTo>
                    <a:cubicBezTo>
                      <a:pt x="2" y="3"/>
                      <a:pt x="0" y="0"/>
                      <a:pt x="0" y="0"/>
                    </a:cubicBezTo>
                    <a:cubicBezTo>
                      <a:pt x="1" y="0"/>
                      <a:pt x="3" y="2"/>
                      <a:pt x="7" y="4"/>
                    </a:cubicBezTo>
                    <a:cubicBezTo>
                      <a:pt x="11" y="7"/>
                      <a:pt x="14" y="8"/>
                      <a:pt x="14" y="9"/>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1" name="任意多边形 1040"/>
              <p:cNvSpPr/>
              <p:nvPr/>
            </p:nvSpPr>
            <p:spPr bwMode="auto">
              <a:xfrm>
                <a:off x="16616366" y="5797552"/>
                <a:ext cx="30163" cy="31750"/>
              </a:xfrm>
              <a:custGeom>
                <a:avLst/>
                <a:gdLst>
                  <a:gd name="T0" fmla="*/ 11 w 11"/>
                  <a:gd name="T1" fmla="*/ 12 h 12"/>
                  <a:gd name="T2" fmla="*/ 4 w 11"/>
                  <a:gd name="T3" fmla="*/ 7 h 12"/>
                  <a:gd name="T4" fmla="*/ 1 w 11"/>
                  <a:gd name="T5" fmla="*/ 1 h 12"/>
                  <a:gd name="T6" fmla="*/ 6 w 11"/>
                  <a:gd name="T7" fmla="*/ 6 h 12"/>
                  <a:gd name="T8" fmla="*/ 11 w 11"/>
                  <a:gd name="T9" fmla="*/ 12 h 12"/>
                </a:gdLst>
                <a:ahLst/>
                <a:cxnLst>
                  <a:cxn ang="0">
                    <a:pos x="T0" y="T1"/>
                  </a:cxn>
                  <a:cxn ang="0">
                    <a:pos x="T2" y="T3"/>
                  </a:cxn>
                  <a:cxn ang="0">
                    <a:pos x="T4" y="T5"/>
                  </a:cxn>
                  <a:cxn ang="0">
                    <a:pos x="T6" y="T7"/>
                  </a:cxn>
                  <a:cxn ang="0">
                    <a:pos x="T8" y="T9"/>
                  </a:cxn>
                </a:cxnLst>
                <a:rect l="0" t="0" r="r" b="b"/>
                <a:pathLst>
                  <a:path w="11" h="12">
                    <a:moveTo>
                      <a:pt x="11" y="12"/>
                    </a:moveTo>
                    <a:cubicBezTo>
                      <a:pt x="10" y="12"/>
                      <a:pt x="7" y="10"/>
                      <a:pt x="4" y="7"/>
                    </a:cubicBezTo>
                    <a:cubicBezTo>
                      <a:pt x="2" y="4"/>
                      <a:pt x="0" y="1"/>
                      <a:pt x="1" y="1"/>
                    </a:cubicBezTo>
                    <a:cubicBezTo>
                      <a:pt x="1" y="0"/>
                      <a:pt x="3" y="3"/>
                      <a:pt x="6" y="6"/>
                    </a:cubicBezTo>
                    <a:cubicBezTo>
                      <a:pt x="9" y="9"/>
                      <a:pt x="11" y="11"/>
                      <a:pt x="11" y="1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2" name="任意多边形 1041"/>
              <p:cNvSpPr/>
              <p:nvPr/>
            </p:nvSpPr>
            <p:spPr bwMode="auto">
              <a:xfrm>
                <a:off x="16317916" y="5832477"/>
                <a:ext cx="39688" cy="23812"/>
              </a:xfrm>
              <a:custGeom>
                <a:avLst/>
                <a:gdLst>
                  <a:gd name="T0" fmla="*/ 15 w 15"/>
                  <a:gd name="T1" fmla="*/ 1 h 9"/>
                  <a:gd name="T2" fmla="*/ 8 w 15"/>
                  <a:gd name="T3" fmla="*/ 6 h 9"/>
                  <a:gd name="T4" fmla="*/ 0 w 15"/>
                  <a:gd name="T5" fmla="*/ 9 h 9"/>
                  <a:gd name="T6" fmla="*/ 7 w 15"/>
                  <a:gd name="T7" fmla="*/ 4 h 9"/>
                  <a:gd name="T8" fmla="*/ 15 w 15"/>
                  <a:gd name="T9" fmla="*/ 1 h 9"/>
                </a:gdLst>
                <a:ahLst/>
                <a:cxnLst>
                  <a:cxn ang="0">
                    <a:pos x="T0" y="T1"/>
                  </a:cxn>
                  <a:cxn ang="0">
                    <a:pos x="T2" y="T3"/>
                  </a:cxn>
                  <a:cxn ang="0">
                    <a:pos x="T4" y="T5"/>
                  </a:cxn>
                  <a:cxn ang="0">
                    <a:pos x="T6" y="T7"/>
                  </a:cxn>
                  <a:cxn ang="0">
                    <a:pos x="T8" y="T9"/>
                  </a:cxn>
                </a:cxnLst>
                <a:rect l="0" t="0" r="r" b="b"/>
                <a:pathLst>
                  <a:path w="15" h="9">
                    <a:moveTo>
                      <a:pt x="15" y="1"/>
                    </a:moveTo>
                    <a:cubicBezTo>
                      <a:pt x="15" y="1"/>
                      <a:pt x="12" y="4"/>
                      <a:pt x="8" y="6"/>
                    </a:cubicBezTo>
                    <a:cubicBezTo>
                      <a:pt x="4" y="8"/>
                      <a:pt x="0" y="9"/>
                      <a:pt x="0" y="9"/>
                    </a:cubicBezTo>
                    <a:cubicBezTo>
                      <a:pt x="0" y="8"/>
                      <a:pt x="3" y="6"/>
                      <a:pt x="7" y="4"/>
                    </a:cubicBezTo>
                    <a:cubicBezTo>
                      <a:pt x="11" y="2"/>
                      <a:pt x="15" y="0"/>
                      <a:pt x="15"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3" name="任意多边形 1042"/>
              <p:cNvSpPr/>
              <p:nvPr/>
            </p:nvSpPr>
            <p:spPr bwMode="auto">
              <a:xfrm>
                <a:off x="16298866" y="5786439"/>
                <a:ext cx="31750" cy="15875"/>
              </a:xfrm>
              <a:custGeom>
                <a:avLst/>
                <a:gdLst>
                  <a:gd name="T0" fmla="*/ 12 w 12"/>
                  <a:gd name="T1" fmla="*/ 0 h 6"/>
                  <a:gd name="T2" fmla="*/ 6 w 12"/>
                  <a:gd name="T3" fmla="*/ 4 h 6"/>
                  <a:gd name="T4" fmla="*/ 0 w 12"/>
                  <a:gd name="T5" fmla="*/ 6 h 6"/>
                  <a:gd name="T6" fmla="*/ 6 w 12"/>
                  <a:gd name="T7" fmla="*/ 2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12" y="1"/>
                      <a:pt x="10" y="2"/>
                      <a:pt x="6" y="4"/>
                    </a:cubicBezTo>
                    <a:cubicBezTo>
                      <a:pt x="3" y="5"/>
                      <a:pt x="0" y="6"/>
                      <a:pt x="0" y="6"/>
                    </a:cubicBezTo>
                    <a:cubicBezTo>
                      <a:pt x="0" y="5"/>
                      <a:pt x="2" y="3"/>
                      <a:pt x="6" y="2"/>
                    </a:cubicBezTo>
                    <a:cubicBezTo>
                      <a:pt x="9" y="0"/>
                      <a:pt x="12" y="0"/>
                      <a:pt x="12"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4" name="任意多边形 1043"/>
              <p:cNvSpPr/>
              <p:nvPr/>
            </p:nvSpPr>
            <p:spPr bwMode="auto">
              <a:xfrm>
                <a:off x="16273466" y="5743577"/>
                <a:ext cx="38100" cy="7937"/>
              </a:xfrm>
              <a:custGeom>
                <a:avLst/>
                <a:gdLst>
                  <a:gd name="T0" fmla="*/ 14 w 14"/>
                  <a:gd name="T1" fmla="*/ 0 h 3"/>
                  <a:gd name="T2" fmla="*/ 7 w 14"/>
                  <a:gd name="T3" fmla="*/ 2 h 3"/>
                  <a:gd name="T4" fmla="*/ 0 w 14"/>
                  <a:gd name="T5" fmla="*/ 2 h 3"/>
                  <a:gd name="T6" fmla="*/ 7 w 14"/>
                  <a:gd name="T7" fmla="*/ 0 h 3"/>
                  <a:gd name="T8" fmla="*/ 14 w 14"/>
                  <a:gd name="T9" fmla="*/ 0 h 3"/>
                </a:gdLst>
                <a:ahLst/>
                <a:cxnLst>
                  <a:cxn ang="0">
                    <a:pos x="T0" y="T1"/>
                  </a:cxn>
                  <a:cxn ang="0">
                    <a:pos x="T2" y="T3"/>
                  </a:cxn>
                  <a:cxn ang="0">
                    <a:pos x="T4" y="T5"/>
                  </a:cxn>
                  <a:cxn ang="0">
                    <a:pos x="T6" y="T7"/>
                  </a:cxn>
                  <a:cxn ang="0">
                    <a:pos x="T8" y="T9"/>
                  </a:cxn>
                </a:cxnLst>
                <a:rect l="0" t="0" r="r" b="b"/>
                <a:pathLst>
                  <a:path w="14" h="3">
                    <a:moveTo>
                      <a:pt x="14" y="0"/>
                    </a:moveTo>
                    <a:cubicBezTo>
                      <a:pt x="14" y="1"/>
                      <a:pt x="11" y="2"/>
                      <a:pt x="7" y="2"/>
                    </a:cubicBezTo>
                    <a:cubicBezTo>
                      <a:pt x="3" y="3"/>
                      <a:pt x="0" y="3"/>
                      <a:pt x="0" y="2"/>
                    </a:cubicBezTo>
                    <a:cubicBezTo>
                      <a:pt x="0" y="2"/>
                      <a:pt x="3" y="1"/>
                      <a:pt x="7" y="0"/>
                    </a:cubicBezTo>
                    <a:cubicBezTo>
                      <a:pt x="11" y="0"/>
                      <a:pt x="14" y="0"/>
                      <a:pt x="14"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5" name="任意多边形 1044"/>
              <p:cNvSpPr/>
              <p:nvPr/>
            </p:nvSpPr>
            <p:spPr bwMode="auto">
              <a:xfrm>
                <a:off x="16335378" y="5718177"/>
                <a:ext cx="41275" cy="11112"/>
              </a:xfrm>
              <a:custGeom>
                <a:avLst/>
                <a:gdLst>
                  <a:gd name="T0" fmla="*/ 14 w 15"/>
                  <a:gd name="T1" fmla="*/ 1 h 4"/>
                  <a:gd name="T2" fmla="*/ 8 w 15"/>
                  <a:gd name="T3" fmla="*/ 3 h 4"/>
                  <a:gd name="T4" fmla="*/ 0 w 15"/>
                  <a:gd name="T5" fmla="*/ 2 h 4"/>
                  <a:gd name="T6" fmla="*/ 7 w 15"/>
                  <a:gd name="T7" fmla="*/ 1 h 4"/>
                  <a:gd name="T8" fmla="*/ 14 w 15"/>
                  <a:gd name="T9" fmla="*/ 1 h 4"/>
                </a:gdLst>
                <a:ahLst/>
                <a:cxnLst>
                  <a:cxn ang="0">
                    <a:pos x="T0" y="T1"/>
                  </a:cxn>
                  <a:cxn ang="0">
                    <a:pos x="T2" y="T3"/>
                  </a:cxn>
                  <a:cxn ang="0">
                    <a:pos x="T4" y="T5"/>
                  </a:cxn>
                  <a:cxn ang="0">
                    <a:pos x="T6" y="T7"/>
                  </a:cxn>
                  <a:cxn ang="0">
                    <a:pos x="T8" y="T9"/>
                  </a:cxn>
                </a:cxnLst>
                <a:rect l="0" t="0" r="r" b="b"/>
                <a:pathLst>
                  <a:path w="15" h="4">
                    <a:moveTo>
                      <a:pt x="14" y="1"/>
                    </a:moveTo>
                    <a:cubicBezTo>
                      <a:pt x="15" y="1"/>
                      <a:pt x="12" y="3"/>
                      <a:pt x="8" y="3"/>
                    </a:cubicBezTo>
                    <a:cubicBezTo>
                      <a:pt x="4" y="4"/>
                      <a:pt x="0" y="3"/>
                      <a:pt x="0" y="2"/>
                    </a:cubicBezTo>
                    <a:cubicBezTo>
                      <a:pt x="0" y="2"/>
                      <a:pt x="4" y="1"/>
                      <a:pt x="7" y="1"/>
                    </a:cubicBezTo>
                    <a:cubicBezTo>
                      <a:pt x="11" y="1"/>
                      <a:pt x="14" y="0"/>
                      <a:pt x="14"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6" name="任意多边形 1045"/>
              <p:cNvSpPr/>
              <p:nvPr/>
            </p:nvSpPr>
            <p:spPr bwMode="auto">
              <a:xfrm>
                <a:off x="16398878" y="5667377"/>
                <a:ext cx="28575" cy="7937"/>
              </a:xfrm>
              <a:custGeom>
                <a:avLst/>
                <a:gdLst>
                  <a:gd name="T0" fmla="*/ 11 w 11"/>
                  <a:gd name="T1" fmla="*/ 0 h 3"/>
                  <a:gd name="T2" fmla="*/ 5 w 11"/>
                  <a:gd name="T3" fmla="*/ 2 h 3"/>
                  <a:gd name="T4" fmla="*/ 0 w 11"/>
                  <a:gd name="T5" fmla="*/ 1 h 3"/>
                  <a:gd name="T6" fmla="*/ 5 w 11"/>
                  <a:gd name="T7" fmla="*/ 0 h 3"/>
                  <a:gd name="T8" fmla="*/ 11 w 11"/>
                  <a:gd name="T9" fmla="*/ 0 h 3"/>
                </a:gdLst>
                <a:ahLst/>
                <a:cxnLst>
                  <a:cxn ang="0">
                    <a:pos x="T0" y="T1"/>
                  </a:cxn>
                  <a:cxn ang="0">
                    <a:pos x="T2" y="T3"/>
                  </a:cxn>
                  <a:cxn ang="0">
                    <a:pos x="T4" y="T5"/>
                  </a:cxn>
                  <a:cxn ang="0">
                    <a:pos x="T6" y="T7"/>
                  </a:cxn>
                  <a:cxn ang="0">
                    <a:pos x="T8" y="T9"/>
                  </a:cxn>
                </a:cxnLst>
                <a:rect l="0" t="0" r="r" b="b"/>
                <a:pathLst>
                  <a:path w="11" h="3">
                    <a:moveTo>
                      <a:pt x="11" y="0"/>
                    </a:moveTo>
                    <a:cubicBezTo>
                      <a:pt x="11" y="1"/>
                      <a:pt x="9" y="2"/>
                      <a:pt x="5" y="2"/>
                    </a:cubicBezTo>
                    <a:cubicBezTo>
                      <a:pt x="2" y="3"/>
                      <a:pt x="0" y="2"/>
                      <a:pt x="0" y="1"/>
                    </a:cubicBezTo>
                    <a:cubicBezTo>
                      <a:pt x="0" y="1"/>
                      <a:pt x="2" y="1"/>
                      <a:pt x="5" y="0"/>
                    </a:cubicBezTo>
                    <a:cubicBezTo>
                      <a:pt x="8" y="0"/>
                      <a:pt x="11" y="0"/>
                      <a:pt x="11"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7" name="任意多边形 1046"/>
              <p:cNvSpPr/>
              <p:nvPr/>
            </p:nvSpPr>
            <p:spPr bwMode="auto">
              <a:xfrm>
                <a:off x="16408403" y="5613402"/>
                <a:ext cx="30163" cy="14287"/>
              </a:xfrm>
              <a:custGeom>
                <a:avLst/>
                <a:gdLst>
                  <a:gd name="T0" fmla="*/ 11 w 11"/>
                  <a:gd name="T1" fmla="*/ 5 h 5"/>
                  <a:gd name="T2" fmla="*/ 5 w 11"/>
                  <a:gd name="T3" fmla="*/ 4 h 5"/>
                  <a:gd name="T4" fmla="*/ 0 w 11"/>
                  <a:gd name="T5" fmla="*/ 1 h 5"/>
                  <a:gd name="T6" fmla="*/ 6 w 11"/>
                  <a:gd name="T7" fmla="*/ 2 h 5"/>
                  <a:gd name="T8" fmla="*/ 11 w 11"/>
                  <a:gd name="T9" fmla="*/ 5 h 5"/>
                </a:gdLst>
                <a:ahLst/>
                <a:cxnLst>
                  <a:cxn ang="0">
                    <a:pos x="T0" y="T1"/>
                  </a:cxn>
                  <a:cxn ang="0">
                    <a:pos x="T2" y="T3"/>
                  </a:cxn>
                  <a:cxn ang="0">
                    <a:pos x="T4" y="T5"/>
                  </a:cxn>
                  <a:cxn ang="0">
                    <a:pos x="T6" y="T7"/>
                  </a:cxn>
                  <a:cxn ang="0">
                    <a:pos x="T8" y="T9"/>
                  </a:cxn>
                </a:cxnLst>
                <a:rect l="0" t="0" r="r" b="b"/>
                <a:pathLst>
                  <a:path w="11" h="5">
                    <a:moveTo>
                      <a:pt x="11" y="5"/>
                    </a:moveTo>
                    <a:cubicBezTo>
                      <a:pt x="10" y="5"/>
                      <a:pt x="8" y="5"/>
                      <a:pt x="5" y="4"/>
                    </a:cubicBezTo>
                    <a:cubicBezTo>
                      <a:pt x="2" y="3"/>
                      <a:pt x="0" y="1"/>
                      <a:pt x="0" y="1"/>
                    </a:cubicBezTo>
                    <a:cubicBezTo>
                      <a:pt x="0" y="0"/>
                      <a:pt x="3" y="1"/>
                      <a:pt x="6" y="2"/>
                    </a:cubicBezTo>
                    <a:cubicBezTo>
                      <a:pt x="9" y="3"/>
                      <a:pt x="11" y="4"/>
                      <a:pt x="11" y="5"/>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8" name="任意多边形 1047"/>
              <p:cNvSpPr/>
              <p:nvPr/>
            </p:nvSpPr>
            <p:spPr bwMode="auto">
              <a:xfrm>
                <a:off x="16443328" y="5562602"/>
                <a:ext cx="14288" cy="20637"/>
              </a:xfrm>
              <a:custGeom>
                <a:avLst/>
                <a:gdLst>
                  <a:gd name="T0" fmla="*/ 5 w 5"/>
                  <a:gd name="T1" fmla="*/ 8 h 8"/>
                  <a:gd name="T2" fmla="*/ 1 w 5"/>
                  <a:gd name="T3" fmla="*/ 5 h 8"/>
                  <a:gd name="T4" fmla="*/ 1 w 5"/>
                  <a:gd name="T5" fmla="*/ 0 h 8"/>
                  <a:gd name="T6" fmla="*/ 3 w 5"/>
                  <a:gd name="T7" fmla="*/ 4 h 8"/>
                  <a:gd name="T8" fmla="*/ 5 w 5"/>
                  <a:gd name="T9" fmla="*/ 8 h 8"/>
                </a:gdLst>
                <a:ahLst/>
                <a:cxnLst>
                  <a:cxn ang="0">
                    <a:pos x="T0" y="T1"/>
                  </a:cxn>
                  <a:cxn ang="0">
                    <a:pos x="T2" y="T3"/>
                  </a:cxn>
                  <a:cxn ang="0">
                    <a:pos x="T4" y="T5"/>
                  </a:cxn>
                  <a:cxn ang="0">
                    <a:pos x="T6" y="T7"/>
                  </a:cxn>
                  <a:cxn ang="0">
                    <a:pos x="T8" y="T9"/>
                  </a:cxn>
                </a:cxnLst>
                <a:rect l="0" t="0" r="r" b="b"/>
                <a:pathLst>
                  <a:path w="5" h="8">
                    <a:moveTo>
                      <a:pt x="5" y="8"/>
                    </a:moveTo>
                    <a:cubicBezTo>
                      <a:pt x="4" y="8"/>
                      <a:pt x="3" y="7"/>
                      <a:pt x="1" y="5"/>
                    </a:cubicBezTo>
                    <a:cubicBezTo>
                      <a:pt x="0" y="3"/>
                      <a:pt x="0" y="1"/>
                      <a:pt x="1" y="0"/>
                    </a:cubicBezTo>
                    <a:cubicBezTo>
                      <a:pt x="1" y="0"/>
                      <a:pt x="2" y="2"/>
                      <a:pt x="3" y="4"/>
                    </a:cubicBezTo>
                    <a:cubicBezTo>
                      <a:pt x="4" y="6"/>
                      <a:pt x="5" y="7"/>
                      <a:pt x="5" y="8"/>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9" name="任意多边形 1048"/>
              <p:cNvSpPr/>
              <p:nvPr/>
            </p:nvSpPr>
            <p:spPr bwMode="auto">
              <a:xfrm>
                <a:off x="16408403" y="5756277"/>
                <a:ext cx="25400" cy="7937"/>
              </a:xfrm>
              <a:custGeom>
                <a:avLst/>
                <a:gdLst>
                  <a:gd name="T0" fmla="*/ 9 w 9"/>
                  <a:gd name="T1" fmla="*/ 0 h 3"/>
                  <a:gd name="T2" fmla="*/ 4 w 9"/>
                  <a:gd name="T3" fmla="*/ 3 h 3"/>
                  <a:gd name="T4" fmla="*/ 0 w 9"/>
                  <a:gd name="T5" fmla="*/ 3 h 3"/>
                  <a:gd name="T6" fmla="*/ 0 w 9"/>
                  <a:gd name="T7" fmla="*/ 2 h 3"/>
                  <a:gd name="T8" fmla="*/ 1 w 9"/>
                  <a:gd name="T9" fmla="*/ 2 h 3"/>
                  <a:gd name="T10" fmla="*/ 0 w 9"/>
                  <a:gd name="T11" fmla="*/ 3 h 3"/>
                  <a:gd name="T12" fmla="*/ 0 w 9"/>
                  <a:gd name="T13" fmla="*/ 2 h 3"/>
                  <a:gd name="T14" fmla="*/ 4 w 9"/>
                  <a:gd name="T15" fmla="*/ 1 h 3"/>
                  <a:gd name="T16" fmla="*/ 9 w 9"/>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3">
                    <a:moveTo>
                      <a:pt x="9" y="0"/>
                    </a:moveTo>
                    <a:cubicBezTo>
                      <a:pt x="9" y="1"/>
                      <a:pt x="7" y="2"/>
                      <a:pt x="4" y="3"/>
                    </a:cubicBezTo>
                    <a:cubicBezTo>
                      <a:pt x="3" y="3"/>
                      <a:pt x="1" y="3"/>
                      <a:pt x="0" y="3"/>
                    </a:cubicBezTo>
                    <a:cubicBezTo>
                      <a:pt x="0" y="2"/>
                      <a:pt x="0" y="2"/>
                      <a:pt x="0" y="2"/>
                    </a:cubicBezTo>
                    <a:cubicBezTo>
                      <a:pt x="0" y="2"/>
                      <a:pt x="1" y="2"/>
                      <a:pt x="1" y="2"/>
                    </a:cubicBezTo>
                    <a:cubicBezTo>
                      <a:pt x="1" y="2"/>
                      <a:pt x="1" y="3"/>
                      <a:pt x="0" y="3"/>
                    </a:cubicBezTo>
                    <a:cubicBezTo>
                      <a:pt x="0" y="2"/>
                      <a:pt x="0" y="2"/>
                      <a:pt x="0" y="2"/>
                    </a:cubicBezTo>
                    <a:cubicBezTo>
                      <a:pt x="1" y="2"/>
                      <a:pt x="2" y="1"/>
                      <a:pt x="4" y="1"/>
                    </a:cubicBezTo>
                    <a:cubicBezTo>
                      <a:pt x="7" y="0"/>
                      <a:pt x="9" y="0"/>
                      <a:pt x="9"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0" name="任意多边形 1049"/>
              <p:cNvSpPr/>
              <p:nvPr/>
            </p:nvSpPr>
            <p:spPr bwMode="auto">
              <a:xfrm>
                <a:off x="16406816" y="5829302"/>
                <a:ext cx="36513" cy="19050"/>
              </a:xfrm>
              <a:custGeom>
                <a:avLst/>
                <a:gdLst>
                  <a:gd name="T0" fmla="*/ 14 w 14"/>
                  <a:gd name="T1" fmla="*/ 1 h 7"/>
                  <a:gd name="T2" fmla="*/ 8 w 14"/>
                  <a:gd name="T3" fmla="*/ 5 h 7"/>
                  <a:gd name="T4" fmla="*/ 1 w 14"/>
                  <a:gd name="T5" fmla="*/ 6 h 7"/>
                  <a:gd name="T6" fmla="*/ 7 w 14"/>
                  <a:gd name="T7" fmla="*/ 3 h 7"/>
                  <a:gd name="T8" fmla="*/ 14 w 14"/>
                  <a:gd name="T9" fmla="*/ 1 h 7"/>
                </a:gdLst>
                <a:ahLst/>
                <a:cxnLst>
                  <a:cxn ang="0">
                    <a:pos x="T0" y="T1"/>
                  </a:cxn>
                  <a:cxn ang="0">
                    <a:pos x="T2" y="T3"/>
                  </a:cxn>
                  <a:cxn ang="0">
                    <a:pos x="T4" y="T5"/>
                  </a:cxn>
                  <a:cxn ang="0">
                    <a:pos x="T6" y="T7"/>
                  </a:cxn>
                  <a:cxn ang="0">
                    <a:pos x="T8" y="T9"/>
                  </a:cxn>
                </a:cxnLst>
                <a:rect l="0" t="0" r="r" b="b"/>
                <a:pathLst>
                  <a:path w="14" h="7">
                    <a:moveTo>
                      <a:pt x="14" y="1"/>
                    </a:moveTo>
                    <a:cubicBezTo>
                      <a:pt x="14" y="2"/>
                      <a:pt x="12" y="3"/>
                      <a:pt x="8" y="5"/>
                    </a:cubicBezTo>
                    <a:cubicBezTo>
                      <a:pt x="4" y="6"/>
                      <a:pt x="1" y="7"/>
                      <a:pt x="1" y="6"/>
                    </a:cubicBezTo>
                    <a:cubicBezTo>
                      <a:pt x="0" y="6"/>
                      <a:pt x="3" y="4"/>
                      <a:pt x="7" y="3"/>
                    </a:cubicBezTo>
                    <a:cubicBezTo>
                      <a:pt x="11" y="1"/>
                      <a:pt x="14" y="0"/>
                      <a:pt x="14"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1" name="任意多边形 1050"/>
              <p:cNvSpPr/>
              <p:nvPr/>
            </p:nvSpPr>
            <p:spPr bwMode="auto">
              <a:xfrm>
                <a:off x="16360778" y="5797552"/>
                <a:ext cx="23813" cy="9525"/>
              </a:xfrm>
              <a:custGeom>
                <a:avLst/>
                <a:gdLst>
                  <a:gd name="T0" fmla="*/ 9 w 9"/>
                  <a:gd name="T1" fmla="*/ 1 h 4"/>
                  <a:gd name="T2" fmla="*/ 5 w 9"/>
                  <a:gd name="T3" fmla="*/ 3 h 4"/>
                  <a:gd name="T4" fmla="*/ 0 w 9"/>
                  <a:gd name="T5" fmla="*/ 4 h 4"/>
                  <a:gd name="T6" fmla="*/ 4 w 9"/>
                  <a:gd name="T7" fmla="*/ 1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1"/>
                      <a:pt x="7" y="2"/>
                      <a:pt x="5" y="3"/>
                    </a:cubicBezTo>
                    <a:cubicBezTo>
                      <a:pt x="2" y="4"/>
                      <a:pt x="0" y="4"/>
                      <a:pt x="0" y="4"/>
                    </a:cubicBezTo>
                    <a:cubicBezTo>
                      <a:pt x="0" y="3"/>
                      <a:pt x="2" y="2"/>
                      <a:pt x="4" y="1"/>
                    </a:cubicBezTo>
                    <a:cubicBezTo>
                      <a:pt x="7" y="0"/>
                      <a:pt x="9" y="0"/>
                      <a:pt x="9"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2" name="任意多边形 1051"/>
              <p:cNvSpPr/>
              <p:nvPr/>
            </p:nvSpPr>
            <p:spPr bwMode="auto">
              <a:xfrm>
                <a:off x="16352841" y="5632452"/>
                <a:ext cx="36513" cy="15875"/>
              </a:xfrm>
              <a:custGeom>
                <a:avLst/>
                <a:gdLst>
                  <a:gd name="T0" fmla="*/ 14 w 14"/>
                  <a:gd name="T1" fmla="*/ 6 h 6"/>
                  <a:gd name="T2" fmla="*/ 7 w 14"/>
                  <a:gd name="T3" fmla="*/ 4 h 6"/>
                  <a:gd name="T4" fmla="*/ 0 w 14"/>
                  <a:gd name="T5" fmla="*/ 1 h 6"/>
                  <a:gd name="T6" fmla="*/ 7 w 14"/>
                  <a:gd name="T7" fmla="*/ 2 h 6"/>
                  <a:gd name="T8" fmla="*/ 14 w 14"/>
                  <a:gd name="T9" fmla="*/ 6 h 6"/>
                </a:gdLst>
                <a:ahLst/>
                <a:cxnLst>
                  <a:cxn ang="0">
                    <a:pos x="T0" y="T1"/>
                  </a:cxn>
                  <a:cxn ang="0">
                    <a:pos x="T2" y="T3"/>
                  </a:cxn>
                  <a:cxn ang="0">
                    <a:pos x="T4" y="T5"/>
                  </a:cxn>
                  <a:cxn ang="0">
                    <a:pos x="T6" y="T7"/>
                  </a:cxn>
                  <a:cxn ang="0">
                    <a:pos x="T8" y="T9"/>
                  </a:cxn>
                </a:cxnLst>
                <a:rect l="0" t="0" r="r" b="b"/>
                <a:pathLst>
                  <a:path w="14" h="6">
                    <a:moveTo>
                      <a:pt x="14" y="6"/>
                    </a:moveTo>
                    <a:cubicBezTo>
                      <a:pt x="14" y="6"/>
                      <a:pt x="10" y="6"/>
                      <a:pt x="7" y="4"/>
                    </a:cubicBezTo>
                    <a:cubicBezTo>
                      <a:pt x="3" y="3"/>
                      <a:pt x="0" y="1"/>
                      <a:pt x="0" y="1"/>
                    </a:cubicBezTo>
                    <a:cubicBezTo>
                      <a:pt x="0" y="0"/>
                      <a:pt x="3" y="1"/>
                      <a:pt x="7" y="2"/>
                    </a:cubicBezTo>
                    <a:cubicBezTo>
                      <a:pt x="11" y="4"/>
                      <a:pt x="14" y="5"/>
                      <a:pt x="14"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3" name="任意多边形 1052"/>
              <p:cNvSpPr/>
              <p:nvPr/>
            </p:nvSpPr>
            <p:spPr bwMode="auto">
              <a:xfrm>
                <a:off x="16505241" y="5629277"/>
                <a:ext cx="30163" cy="19050"/>
              </a:xfrm>
              <a:custGeom>
                <a:avLst/>
                <a:gdLst>
                  <a:gd name="T0" fmla="*/ 10 w 11"/>
                  <a:gd name="T1" fmla="*/ 0 h 7"/>
                  <a:gd name="T2" fmla="*/ 6 w 11"/>
                  <a:gd name="T3" fmla="*/ 4 h 7"/>
                  <a:gd name="T4" fmla="*/ 1 w 11"/>
                  <a:gd name="T5" fmla="*/ 7 h 7"/>
                  <a:gd name="T6" fmla="*/ 5 w 11"/>
                  <a:gd name="T7" fmla="*/ 3 h 7"/>
                  <a:gd name="T8" fmla="*/ 10 w 11"/>
                  <a:gd name="T9" fmla="*/ 0 h 7"/>
                </a:gdLst>
                <a:ahLst/>
                <a:cxnLst>
                  <a:cxn ang="0">
                    <a:pos x="T0" y="T1"/>
                  </a:cxn>
                  <a:cxn ang="0">
                    <a:pos x="T2" y="T3"/>
                  </a:cxn>
                  <a:cxn ang="0">
                    <a:pos x="T4" y="T5"/>
                  </a:cxn>
                  <a:cxn ang="0">
                    <a:pos x="T6" y="T7"/>
                  </a:cxn>
                  <a:cxn ang="0">
                    <a:pos x="T8" y="T9"/>
                  </a:cxn>
                </a:cxnLst>
                <a:rect l="0" t="0" r="r" b="b"/>
                <a:pathLst>
                  <a:path w="11" h="7">
                    <a:moveTo>
                      <a:pt x="10" y="0"/>
                    </a:moveTo>
                    <a:cubicBezTo>
                      <a:pt x="11" y="1"/>
                      <a:pt x="9" y="3"/>
                      <a:pt x="6" y="4"/>
                    </a:cubicBezTo>
                    <a:cubicBezTo>
                      <a:pt x="3" y="6"/>
                      <a:pt x="1" y="7"/>
                      <a:pt x="1" y="7"/>
                    </a:cubicBezTo>
                    <a:cubicBezTo>
                      <a:pt x="0" y="6"/>
                      <a:pt x="2" y="4"/>
                      <a:pt x="5" y="3"/>
                    </a:cubicBezTo>
                    <a:cubicBezTo>
                      <a:pt x="8" y="1"/>
                      <a:pt x="10" y="0"/>
                      <a:pt x="10"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4" name="任意多边形 1053"/>
              <p:cNvSpPr/>
              <p:nvPr/>
            </p:nvSpPr>
            <p:spPr bwMode="auto">
              <a:xfrm>
                <a:off x="16516353" y="5705477"/>
                <a:ext cx="25400" cy="7937"/>
              </a:xfrm>
              <a:custGeom>
                <a:avLst/>
                <a:gdLst>
                  <a:gd name="T0" fmla="*/ 9 w 9"/>
                  <a:gd name="T1" fmla="*/ 0 h 3"/>
                  <a:gd name="T2" fmla="*/ 5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9" y="1"/>
                      <a:pt x="7" y="2"/>
                      <a:pt x="5" y="2"/>
                    </a:cubicBezTo>
                    <a:cubicBezTo>
                      <a:pt x="2" y="3"/>
                      <a:pt x="0" y="3"/>
                      <a:pt x="0" y="2"/>
                    </a:cubicBezTo>
                    <a:cubicBezTo>
                      <a:pt x="0" y="1"/>
                      <a:pt x="2" y="1"/>
                      <a:pt x="4" y="0"/>
                    </a:cubicBezTo>
                    <a:cubicBezTo>
                      <a:pt x="7" y="0"/>
                      <a:pt x="9" y="0"/>
                      <a:pt x="9"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5" name="任意多边形 1054"/>
              <p:cNvSpPr/>
              <p:nvPr/>
            </p:nvSpPr>
            <p:spPr bwMode="auto">
              <a:xfrm>
                <a:off x="16519528" y="5772152"/>
                <a:ext cx="31750" cy="19050"/>
              </a:xfrm>
              <a:custGeom>
                <a:avLst/>
                <a:gdLst>
                  <a:gd name="T0" fmla="*/ 12 w 12"/>
                  <a:gd name="T1" fmla="*/ 6 h 7"/>
                  <a:gd name="T2" fmla="*/ 5 w 12"/>
                  <a:gd name="T3" fmla="*/ 5 h 7"/>
                  <a:gd name="T4" fmla="*/ 0 w 12"/>
                  <a:gd name="T5" fmla="*/ 1 h 7"/>
                  <a:gd name="T6" fmla="*/ 6 w 12"/>
                  <a:gd name="T7" fmla="*/ 3 h 7"/>
                  <a:gd name="T8" fmla="*/ 12 w 12"/>
                  <a:gd name="T9" fmla="*/ 6 h 7"/>
                </a:gdLst>
                <a:ahLst/>
                <a:cxnLst>
                  <a:cxn ang="0">
                    <a:pos x="T0" y="T1"/>
                  </a:cxn>
                  <a:cxn ang="0">
                    <a:pos x="T2" y="T3"/>
                  </a:cxn>
                  <a:cxn ang="0">
                    <a:pos x="T4" y="T5"/>
                  </a:cxn>
                  <a:cxn ang="0">
                    <a:pos x="T6" y="T7"/>
                  </a:cxn>
                  <a:cxn ang="0">
                    <a:pos x="T8" y="T9"/>
                  </a:cxn>
                </a:cxnLst>
                <a:rect l="0" t="0" r="r" b="b"/>
                <a:pathLst>
                  <a:path w="12" h="7">
                    <a:moveTo>
                      <a:pt x="12" y="6"/>
                    </a:moveTo>
                    <a:cubicBezTo>
                      <a:pt x="11" y="7"/>
                      <a:pt x="8" y="6"/>
                      <a:pt x="5" y="5"/>
                    </a:cubicBezTo>
                    <a:cubicBezTo>
                      <a:pt x="2" y="3"/>
                      <a:pt x="0" y="1"/>
                      <a:pt x="0" y="1"/>
                    </a:cubicBezTo>
                    <a:cubicBezTo>
                      <a:pt x="0" y="0"/>
                      <a:pt x="3" y="1"/>
                      <a:pt x="6" y="3"/>
                    </a:cubicBezTo>
                    <a:cubicBezTo>
                      <a:pt x="9" y="4"/>
                      <a:pt x="12" y="6"/>
                      <a:pt x="12"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6" name="任意多边形 1055"/>
              <p:cNvSpPr/>
              <p:nvPr/>
            </p:nvSpPr>
            <p:spPr bwMode="auto">
              <a:xfrm>
                <a:off x="16511591" y="5848352"/>
                <a:ext cx="20638" cy="23812"/>
              </a:xfrm>
              <a:custGeom>
                <a:avLst/>
                <a:gdLst>
                  <a:gd name="T0" fmla="*/ 7 w 8"/>
                  <a:gd name="T1" fmla="*/ 9 h 9"/>
                  <a:gd name="T2" fmla="*/ 3 w 8"/>
                  <a:gd name="T3" fmla="*/ 5 h 9"/>
                  <a:gd name="T4" fmla="*/ 1 w 8"/>
                  <a:gd name="T5" fmla="*/ 1 h 9"/>
                  <a:gd name="T6" fmla="*/ 5 w 8"/>
                  <a:gd name="T7" fmla="*/ 4 h 9"/>
                  <a:gd name="T8" fmla="*/ 7 w 8"/>
                  <a:gd name="T9" fmla="*/ 9 h 9"/>
                </a:gdLst>
                <a:ahLst/>
                <a:cxnLst>
                  <a:cxn ang="0">
                    <a:pos x="T0" y="T1"/>
                  </a:cxn>
                  <a:cxn ang="0">
                    <a:pos x="T2" y="T3"/>
                  </a:cxn>
                  <a:cxn ang="0">
                    <a:pos x="T4" y="T5"/>
                  </a:cxn>
                  <a:cxn ang="0">
                    <a:pos x="T6" y="T7"/>
                  </a:cxn>
                  <a:cxn ang="0">
                    <a:pos x="T8" y="T9"/>
                  </a:cxn>
                </a:cxnLst>
                <a:rect l="0" t="0" r="r" b="b"/>
                <a:pathLst>
                  <a:path w="8" h="9">
                    <a:moveTo>
                      <a:pt x="7" y="9"/>
                    </a:moveTo>
                    <a:cubicBezTo>
                      <a:pt x="7" y="9"/>
                      <a:pt x="5" y="8"/>
                      <a:pt x="3" y="5"/>
                    </a:cubicBezTo>
                    <a:cubicBezTo>
                      <a:pt x="1" y="3"/>
                      <a:pt x="0" y="1"/>
                      <a:pt x="1" y="1"/>
                    </a:cubicBezTo>
                    <a:cubicBezTo>
                      <a:pt x="1" y="0"/>
                      <a:pt x="3" y="2"/>
                      <a:pt x="5" y="4"/>
                    </a:cubicBezTo>
                    <a:cubicBezTo>
                      <a:pt x="7" y="6"/>
                      <a:pt x="8" y="8"/>
                      <a:pt x="7" y="9"/>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7" name="任意多边形 1056"/>
              <p:cNvSpPr/>
              <p:nvPr/>
            </p:nvSpPr>
            <p:spPr bwMode="auto">
              <a:xfrm>
                <a:off x="16508416" y="5575302"/>
                <a:ext cx="19050" cy="11112"/>
              </a:xfrm>
              <a:custGeom>
                <a:avLst/>
                <a:gdLst>
                  <a:gd name="T0" fmla="*/ 7 w 7"/>
                  <a:gd name="T1" fmla="*/ 0 h 4"/>
                  <a:gd name="T2" fmla="*/ 4 w 7"/>
                  <a:gd name="T3" fmla="*/ 3 h 4"/>
                  <a:gd name="T4" fmla="*/ 0 w 7"/>
                  <a:gd name="T5" fmla="*/ 4 h 4"/>
                  <a:gd name="T6" fmla="*/ 3 w 7"/>
                  <a:gd name="T7" fmla="*/ 1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7" y="0"/>
                      <a:pt x="6" y="2"/>
                      <a:pt x="4" y="3"/>
                    </a:cubicBezTo>
                    <a:cubicBezTo>
                      <a:pt x="2" y="4"/>
                      <a:pt x="0" y="4"/>
                      <a:pt x="0" y="4"/>
                    </a:cubicBezTo>
                    <a:cubicBezTo>
                      <a:pt x="0" y="3"/>
                      <a:pt x="1" y="2"/>
                      <a:pt x="3" y="1"/>
                    </a:cubicBezTo>
                    <a:cubicBezTo>
                      <a:pt x="5" y="0"/>
                      <a:pt x="7" y="0"/>
                      <a:pt x="7"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8" name="任意多边形 1057"/>
              <p:cNvSpPr/>
              <p:nvPr/>
            </p:nvSpPr>
            <p:spPr bwMode="auto">
              <a:xfrm>
                <a:off x="16568741" y="5648327"/>
                <a:ext cx="28575" cy="11112"/>
              </a:xfrm>
              <a:custGeom>
                <a:avLst/>
                <a:gdLst>
                  <a:gd name="T0" fmla="*/ 11 w 11"/>
                  <a:gd name="T1" fmla="*/ 1 h 4"/>
                  <a:gd name="T2" fmla="*/ 6 w 11"/>
                  <a:gd name="T3" fmla="*/ 3 h 4"/>
                  <a:gd name="T4" fmla="*/ 0 w 11"/>
                  <a:gd name="T5" fmla="*/ 3 h 4"/>
                  <a:gd name="T6" fmla="*/ 5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11" y="1"/>
                      <a:pt x="9" y="3"/>
                      <a:pt x="6" y="3"/>
                    </a:cubicBezTo>
                    <a:cubicBezTo>
                      <a:pt x="2" y="4"/>
                      <a:pt x="0" y="3"/>
                      <a:pt x="0" y="3"/>
                    </a:cubicBezTo>
                    <a:cubicBezTo>
                      <a:pt x="0" y="2"/>
                      <a:pt x="2" y="2"/>
                      <a:pt x="5" y="1"/>
                    </a:cubicBezTo>
                    <a:cubicBezTo>
                      <a:pt x="8" y="1"/>
                      <a:pt x="11" y="0"/>
                      <a:pt x="11"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9" name="任意多边形 1058"/>
              <p:cNvSpPr/>
              <p:nvPr/>
            </p:nvSpPr>
            <p:spPr bwMode="auto">
              <a:xfrm>
                <a:off x="16551278" y="5581652"/>
                <a:ext cx="33338" cy="12700"/>
              </a:xfrm>
              <a:custGeom>
                <a:avLst/>
                <a:gdLst>
                  <a:gd name="T0" fmla="*/ 12 w 12"/>
                  <a:gd name="T1" fmla="*/ 1 h 5"/>
                  <a:gd name="T2" fmla="*/ 6 w 12"/>
                  <a:gd name="T3" fmla="*/ 4 h 5"/>
                  <a:gd name="T4" fmla="*/ 0 w 12"/>
                  <a:gd name="T5" fmla="*/ 5 h 5"/>
                  <a:gd name="T6" fmla="*/ 6 w 12"/>
                  <a:gd name="T7" fmla="*/ 2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12" y="1"/>
                      <a:pt x="10" y="3"/>
                      <a:pt x="6" y="4"/>
                    </a:cubicBezTo>
                    <a:cubicBezTo>
                      <a:pt x="3" y="5"/>
                      <a:pt x="0" y="5"/>
                      <a:pt x="0" y="5"/>
                    </a:cubicBezTo>
                    <a:cubicBezTo>
                      <a:pt x="0" y="4"/>
                      <a:pt x="2" y="3"/>
                      <a:pt x="6" y="2"/>
                    </a:cubicBezTo>
                    <a:cubicBezTo>
                      <a:pt x="9" y="1"/>
                      <a:pt x="12" y="0"/>
                      <a:pt x="12"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0" name="任意多边形 1059"/>
              <p:cNvSpPr/>
              <p:nvPr/>
            </p:nvSpPr>
            <p:spPr bwMode="auto">
              <a:xfrm>
                <a:off x="16565566" y="5745164"/>
                <a:ext cx="47625" cy="14287"/>
              </a:xfrm>
              <a:custGeom>
                <a:avLst/>
                <a:gdLst>
                  <a:gd name="T0" fmla="*/ 18 w 18"/>
                  <a:gd name="T1" fmla="*/ 4 h 5"/>
                  <a:gd name="T2" fmla="*/ 9 w 18"/>
                  <a:gd name="T3" fmla="*/ 4 h 5"/>
                  <a:gd name="T4" fmla="*/ 0 w 18"/>
                  <a:gd name="T5" fmla="*/ 1 h 5"/>
                  <a:gd name="T6" fmla="*/ 9 w 18"/>
                  <a:gd name="T7" fmla="*/ 2 h 5"/>
                  <a:gd name="T8" fmla="*/ 18 w 18"/>
                  <a:gd name="T9" fmla="*/ 4 h 5"/>
                </a:gdLst>
                <a:ahLst/>
                <a:cxnLst>
                  <a:cxn ang="0">
                    <a:pos x="T0" y="T1"/>
                  </a:cxn>
                  <a:cxn ang="0">
                    <a:pos x="T2" y="T3"/>
                  </a:cxn>
                  <a:cxn ang="0">
                    <a:pos x="T4" y="T5"/>
                  </a:cxn>
                  <a:cxn ang="0">
                    <a:pos x="T6" y="T7"/>
                  </a:cxn>
                  <a:cxn ang="0">
                    <a:pos x="T8" y="T9"/>
                  </a:cxn>
                </a:cxnLst>
                <a:rect l="0" t="0" r="r" b="b"/>
                <a:pathLst>
                  <a:path w="18" h="5">
                    <a:moveTo>
                      <a:pt x="18" y="4"/>
                    </a:moveTo>
                    <a:cubicBezTo>
                      <a:pt x="18" y="4"/>
                      <a:pt x="14" y="5"/>
                      <a:pt x="9" y="4"/>
                    </a:cubicBezTo>
                    <a:cubicBezTo>
                      <a:pt x="4" y="3"/>
                      <a:pt x="0" y="1"/>
                      <a:pt x="0" y="1"/>
                    </a:cubicBezTo>
                    <a:cubicBezTo>
                      <a:pt x="0" y="0"/>
                      <a:pt x="4" y="1"/>
                      <a:pt x="9" y="2"/>
                    </a:cubicBezTo>
                    <a:cubicBezTo>
                      <a:pt x="14" y="3"/>
                      <a:pt x="18" y="3"/>
                      <a:pt x="18" y="4"/>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1" name="任意多边形 1060"/>
              <p:cNvSpPr/>
              <p:nvPr/>
            </p:nvSpPr>
            <p:spPr bwMode="auto">
              <a:xfrm>
                <a:off x="16557628" y="5824539"/>
                <a:ext cx="28575" cy="31750"/>
              </a:xfrm>
              <a:custGeom>
                <a:avLst/>
                <a:gdLst>
                  <a:gd name="T0" fmla="*/ 11 w 11"/>
                  <a:gd name="T1" fmla="*/ 11 h 12"/>
                  <a:gd name="T2" fmla="*/ 5 w 11"/>
                  <a:gd name="T3" fmla="*/ 7 h 12"/>
                  <a:gd name="T4" fmla="*/ 0 w 11"/>
                  <a:gd name="T5" fmla="*/ 1 h 12"/>
                  <a:gd name="T6" fmla="*/ 6 w 11"/>
                  <a:gd name="T7" fmla="*/ 5 h 12"/>
                  <a:gd name="T8" fmla="*/ 11 w 11"/>
                  <a:gd name="T9" fmla="*/ 11 h 12"/>
                </a:gdLst>
                <a:ahLst/>
                <a:cxnLst>
                  <a:cxn ang="0">
                    <a:pos x="T0" y="T1"/>
                  </a:cxn>
                  <a:cxn ang="0">
                    <a:pos x="T2" y="T3"/>
                  </a:cxn>
                  <a:cxn ang="0">
                    <a:pos x="T4" y="T5"/>
                  </a:cxn>
                  <a:cxn ang="0">
                    <a:pos x="T6" y="T7"/>
                  </a:cxn>
                  <a:cxn ang="0">
                    <a:pos x="T8" y="T9"/>
                  </a:cxn>
                </a:cxnLst>
                <a:rect l="0" t="0" r="r" b="b"/>
                <a:pathLst>
                  <a:path w="11" h="12">
                    <a:moveTo>
                      <a:pt x="11" y="11"/>
                    </a:moveTo>
                    <a:cubicBezTo>
                      <a:pt x="11" y="12"/>
                      <a:pt x="8" y="10"/>
                      <a:pt x="5" y="7"/>
                    </a:cubicBezTo>
                    <a:cubicBezTo>
                      <a:pt x="2" y="4"/>
                      <a:pt x="0" y="1"/>
                      <a:pt x="0" y="1"/>
                    </a:cubicBezTo>
                    <a:cubicBezTo>
                      <a:pt x="1" y="0"/>
                      <a:pt x="3" y="3"/>
                      <a:pt x="6" y="5"/>
                    </a:cubicBezTo>
                    <a:cubicBezTo>
                      <a:pt x="9" y="8"/>
                      <a:pt x="11" y="11"/>
                      <a:pt x="11" y="1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2" name="任意多边形 1061"/>
              <p:cNvSpPr/>
              <p:nvPr/>
            </p:nvSpPr>
            <p:spPr bwMode="auto">
              <a:xfrm>
                <a:off x="16352841" y="5502277"/>
                <a:ext cx="120650" cy="385762"/>
              </a:xfrm>
              <a:custGeom>
                <a:avLst/>
                <a:gdLst>
                  <a:gd name="T0" fmla="*/ 44 w 45"/>
                  <a:gd name="T1" fmla="*/ 0 h 143"/>
                  <a:gd name="T2" fmla="*/ 26 w 45"/>
                  <a:gd name="T3" fmla="*/ 15 h 143"/>
                  <a:gd name="T4" fmla="*/ 3 w 45"/>
                  <a:gd name="T5" fmla="*/ 65 h 143"/>
                  <a:gd name="T6" fmla="*/ 5 w 45"/>
                  <a:gd name="T7" fmla="*/ 96 h 143"/>
                  <a:gd name="T8" fmla="*/ 10 w 45"/>
                  <a:gd name="T9" fmla="*/ 120 h 143"/>
                  <a:gd name="T10" fmla="*/ 16 w 45"/>
                  <a:gd name="T11" fmla="*/ 137 h 143"/>
                  <a:gd name="T12" fmla="*/ 17 w 45"/>
                  <a:gd name="T13" fmla="*/ 143 h 143"/>
                  <a:gd name="T14" fmla="*/ 15 w 45"/>
                  <a:gd name="T15" fmla="*/ 137 h 143"/>
                  <a:gd name="T16" fmla="*/ 9 w 45"/>
                  <a:gd name="T17" fmla="*/ 121 h 143"/>
                  <a:gd name="T18" fmla="*/ 3 w 45"/>
                  <a:gd name="T19" fmla="*/ 96 h 143"/>
                  <a:gd name="T20" fmla="*/ 1 w 45"/>
                  <a:gd name="T21" fmla="*/ 65 h 143"/>
                  <a:gd name="T22" fmla="*/ 25 w 45"/>
                  <a:gd name="T23" fmla="*/ 14 h 143"/>
                  <a:gd name="T24" fmla="*/ 39 w 45"/>
                  <a:gd name="T25" fmla="*/ 3 h 143"/>
                  <a:gd name="T26" fmla="*/ 43 w 45"/>
                  <a:gd name="T27" fmla="*/ 1 h 143"/>
                  <a:gd name="T28" fmla="*/ 44 w 45"/>
                  <a:gd name="T29"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 h="143">
                    <a:moveTo>
                      <a:pt x="44" y="0"/>
                    </a:moveTo>
                    <a:cubicBezTo>
                      <a:pt x="45" y="1"/>
                      <a:pt x="36" y="4"/>
                      <a:pt x="26" y="15"/>
                    </a:cubicBezTo>
                    <a:cubicBezTo>
                      <a:pt x="16" y="25"/>
                      <a:pt x="6" y="43"/>
                      <a:pt x="3" y="65"/>
                    </a:cubicBezTo>
                    <a:cubicBezTo>
                      <a:pt x="2" y="76"/>
                      <a:pt x="3" y="86"/>
                      <a:pt x="5" y="96"/>
                    </a:cubicBezTo>
                    <a:cubicBezTo>
                      <a:pt x="6" y="105"/>
                      <a:pt x="8" y="113"/>
                      <a:pt x="10" y="120"/>
                    </a:cubicBezTo>
                    <a:cubicBezTo>
                      <a:pt x="12" y="127"/>
                      <a:pt x="14" y="133"/>
                      <a:pt x="16" y="137"/>
                    </a:cubicBezTo>
                    <a:cubicBezTo>
                      <a:pt x="17" y="141"/>
                      <a:pt x="17" y="143"/>
                      <a:pt x="17" y="143"/>
                    </a:cubicBezTo>
                    <a:cubicBezTo>
                      <a:pt x="17" y="143"/>
                      <a:pt x="16" y="141"/>
                      <a:pt x="15" y="137"/>
                    </a:cubicBezTo>
                    <a:cubicBezTo>
                      <a:pt x="13" y="133"/>
                      <a:pt x="11" y="128"/>
                      <a:pt x="9" y="121"/>
                    </a:cubicBezTo>
                    <a:cubicBezTo>
                      <a:pt x="7" y="114"/>
                      <a:pt x="5" y="106"/>
                      <a:pt x="3" y="96"/>
                    </a:cubicBezTo>
                    <a:cubicBezTo>
                      <a:pt x="1" y="87"/>
                      <a:pt x="0" y="76"/>
                      <a:pt x="1" y="65"/>
                    </a:cubicBezTo>
                    <a:cubicBezTo>
                      <a:pt x="4" y="42"/>
                      <a:pt x="15" y="24"/>
                      <a:pt x="25" y="14"/>
                    </a:cubicBezTo>
                    <a:cubicBezTo>
                      <a:pt x="30" y="8"/>
                      <a:pt x="35" y="5"/>
                      <a:pt x="39" y="3"/>
                    </a:cubicBezTo>
                    <a:cubicBezTo>
                      <a:pt x="40" y="2"/>
                      <a:pt x="42" y="1"/>
                      <a:pt x="43" y="1"/>
                    </a:cubicBezTo>
                    <a:cubicBezTo>
                      <a:pt x="44" y="0"/>
                      <a:pt x="44" y="0"/>
                      <a:pt x="44"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3" name="任意多边形 1062"/>
              <p:cNvSpPr/>
              <p:nvPr/>
            </p:nvSpPr>
            <p:spPr bwMode="auto">
              <a:xfrm>
                <a:off x="16468728" y="5505452"/>
                <a:ext cx="134938" cy="385762"/>
              </a:xfrm>
              <a:custGeom>
                <a:avLst/>
                <a:gdLst>
                  <a:gd name="T0" fmla="*/ 30 w 50"/>
                  <a:gd name="T1" fmla="*/ 143 h 143"/>
                  <a:gd name="T2" fmla="*/ 39 w 50"/>
                  <a:gd name="T3" fmla="*/ 121 h 143"/>
                  <a:gd name="T4" fmla="*/ 45 w 50"/>
                  <a:gd name="T5" fmla="*/ 63 h 143"/>
                  <a:gd name="T6" fmla="*/ 36 w 50"/>
                  <a:gd name="T7" fmla="*/ 33 h 143"/>
                  <a:gd name="T8" fmla="*/ 21 w 50"/>
                  <a:gd name="T9" fmla="*/ 12 h 143"/>
                  <a:gd name="T10" fmla="*/ 6 w 50"/>
                  <a:gd name="T11" fmla="*/ 2 h 143"/>
                  <a:gd name="T12" fmla="*/ 0 w 50"/>
                  <a:gd name="T13" fmla="*/ 0 h 143"/>
                  <a:gd name="T14" fmla="*/ 1 w 50"/>
                  <a:gd name="T15" fmla="*/ 0 h 143"/>
                  <a:gd name="T16" fmla="*/ 6 w 50"/>
                  <a:gd name="T17" fmla="*/ 1 h 143"/>
                  <a:gd name="T18" fmla="*/ 22 w 50"/>
                  <a:gd name="T19" fmla="*/ 10 h 143"/>
                  <a:gd name="T20" fmla="*/ 38 w 50"/>
                  <a:gd name="T21" fmla="*/ 32 h 143"/>
                  <a:gd name="T22" fmla="*/ 47 w 50"/>
                  <a:gd name="T23" fmla="*/ 63 h 143"/>
                  <a:gd name="T24" fmla="*/ 40 w 50"/>
                  <a:gd name="T25" fmla="*/ 121 h 143"/>
                  <a:gd name="T26" fmla="*/ 37 w 50"/>
                  <a:gd name="T27" fmla="*/ 131 h 143"/>
                  <a:gd name="T28" fmla="*/ 33 w 50"/>
                  <a:gd name="T29" fmla="*/ 138 h 143"/>
                  <a:gd name="T30" fmla="*/ 30 w 50"/>
                  <a:gd name="T31"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0" h="143">
                    <a:moveTo>
                      <a:pt x="30" y="143"/>
                    </a:moveTo>
                    <a:cubicBezTo>
                      <a:pt x="29" y="143"/>
                      <a:pt x="34" y="135"/>
                      <a:pt x="39" y="121"/>
                    </a:cubicBezTo>
                    <a:cubicBezTo>
                      <a:pt x="44" y="107"/>
                      <a:pt x="48" y="86"/>
                      <a:pt x="45" y="63"/>
                    </a:cubicBezTo>
                    <a:cubicBezTo>
                      <a:pt x="43" y="52"/>
                      <a:pt x="40" y="42"/>
                      <a:pt x="36" y="33"/>
                    </a:cubicBezTo>
                    <a:cubicBezTo>
                      <a:pt x="32" y="24"/>
                      <a:pt x="26" y="17"/>
                      <a:pt x="21" y="12"/>
                    </a:cubicBezTo>
                    <a:cubicBezTo>
                      <a:pt x="15" y="7"/>
                      <a:pt x="10" y="4"/>
                      <a:pt x="6" y="2"/>
                    </a:cubicBezTo>
                    <a:cubicBezTo>
                      <a:pt x="2" y="1"/>
                      <a:pt x="0" y="0"/>
                      <a:pt x="0" y="0"/>
                    </a:cubicBezTo>
                    <a:cubicBezTo>
                      <a:pt x="0" y="0"/>
                      <a:pt x="0" y="0"/>
                      <a:pt x="1" y="0"/>
                    </a:cubicBezTo>
                    <a:cubicBezTo>
                      <a:pt x="3" y="0"/>
                      <a:pt x="4" y="1"/>
                      <a:pt x="6" y="1"/>
                    </a:cubicBezTo>
                    <a:cubicBezTo>
                      <a:pt x="10" y="3"/>
                      <a:pt x="16" y="6"/>
                      <a:pt x="22" y="10"/>
                    </a:cubicBezTo>
                    <a:cubicBezTo>
                      <a:pt x="27" y="16"/>
                      <a:pt x="33" y="23"/>
                      <a:pt x="38" y="32"/>
                    </a:cubicBezTo>
                    <a:cubicBezTo>
                      <a:pt x="42" y="41"/>
                      <a:pt x="45" y="52"/>
                      <a:pt x="47" y="63"/>
                    </a:cubicBezTo>
                    <a:cubicBezTo>
                      <a:pt x="50" y="86"/>
                      <a:pt x="46" y="107"/>
                      <a:pt x="40" y="121"/>
                    </a:cubicBezTo>
                    <a:cubicBezTo>
                      <a:pt x="39" y="125"/>
                      <a:pt x="38" y="128"/>
                      <a:pt x="37" y="131"/>
                    </a:cubicBezTo>
                    <a:cubicBezTo>
                      <a:pt x="35" y="133"/>
                      <a:pt x="34" y="136"/>
                      <a:pt x="33" y="138"/>
                    </a:cubicBezTo>
                    <a:cubicBezTo>
                      <a:pt x="31" y="141"/>
                      <a:pt x="30" y="143"/>
                      <a:pt x="30" y="14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4" name="任意多边形 1063"/>
              <p:cNvSpPr/>
              <p:nvPr/>
            </p:nvSpPr>
            <p:spPr bwMode="auto">
              <a:xfrm>
                <a:off x="16330616" y="5878514"/>
                <a:ext cx="312738" cy="61912"/>
              </a:xfrm>
              <a:custGeom>
                <a:avLst/>
                <a:gdLst>
                  <a:gd name="T0" fmla="*/ 0 w 197"/>
                  <a:gd name="T1" fmla="*/ 0 h 39"/>
                  <a:gd name="T2" fmla="*/ 195 w 197"/>
                  <a:gd name="T3" fmla="*/ 0 h 39"/>
                  <a:gd name="T4" fmla="*/ 197 w 197"/>
                  <a:gd name="T5" fmla="*/ 39 h 39"/>
                  <a:gd name="T6" fmla="*/ 0 w 197"/>
                  <a:gd name="T7" fmla="*/ 39 h 39"/>
                  <a:gd name="T8" fmla="*/ 0 w 197"/>
                  <a:gd name="T9" fmla="*/ 0 h 39"/>
                </a:gdLst>
                <a:ahLst/>
                <a:cxnLst>
                  <a:cxn ang="0">
                    <a:pos x="T0" y="T1"/>
                  </a:cxn>
                  <a:cxn ang="0">
                    <a:pos x="T2" y="T3"/>
                  </a:cxn>
                  <a:cxn ang="0">
                    <a:pos x="T4" y="T5"/>
                  </a:cxn>
                  <a:cxn ang="0">
                    <a:pos x="T6" y="T7"/>
                  </a:cxn>
                  <a:cxn ang="0">
                    <a:pos x="T8" y="T9"/>
                  </a:cxn>
                </a:cxnLst>
                <a:rect l="0" t="0" r="r" b="b"/>
                <a:pathLst>
                  <a:path w="197" h="39">
                    <a:moveTo>
                      <a:pt x="0" y="0"/>
                    </a:moveTo>
                    <a:lnTo>
                      <a:pt x="195" y="0"/>
                    </a:lnTo>
                    <a:lnTo>
                      <a:pt x="197" y="39"/>
                    </a:lnTo>
                    <a:lnTo>
                      <a:pt x="0" y="39"/>
                    </a:lnTo>
                    <a:lnTo>
                      <a:pt x="0" y="0"/>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5" name="任意多边形 1064"/>
              <p:cNvSpPr/>
              <p:nvPr/>
            </p:nvSpPr>
            <p:spPr bwMode="auto">
              <a:xfrm>
                <a:off x="16357603" y="5910264"/>
                <a:ext cx="261938" cy="188912"/>
              </a:xfrm>
              <a:custGeom>
                <a:avLst/>
                <a:gdLst>
                  <a:gd name="T0" fmla="*/ 0 w 165"/>
                  <a:gd name="T1" fmla="*/ 0 h 119"/>
                  <a:gd name="T2" fmla="*/ 10 w 165"/>
                  <a:gd name="T3" fmla="*/ 119 h 119"/>
                  <a:gd name="T4" fmla="*/ 153 w 165"/>
                  <a:gd name="T5" fmla="*/ 119 h 119"/>
                  <a:gd name="T6" fmla="*/ 165 w 165"/>
                  <a:gd name="T7" fmla="*/ 2 h 119"/>
                  <a:gd name="T8" fmla="*/ 0 w 165"/>
                  <a:gd name="T9" fmla="*/ 0 h 119"/>
                </a:gdLst>
                <a:ahLst/>
                <a:cxnLst>
                  <a:cxn ang="0">
                    <a:pos x="T0" y="T1"/>
                  </a:cxn>
                  <a:cxn ang="0">
                    <a:pos x="T2" y="T3"/>
                  </a:cxn>
                  <a:cxn ang="0">
                    <a:pos x="T4" y="T5"/>
                  </a:cxn>
                  <a:cxn ang="0">
                    <a:pos x="T6" y="T7"/>
                  </a:cxn>
                  <a:cxn ang="0">
                    <a:pos x="T8" y="T9"/>
                  </a:cxn>
                </a:cxnLst>
                <a:rect l="0" t="0" r="r" b="b"/>
                <a:pathLst>
                  <a:path w="165" h="119">
                    <a:moveTo>
                      <a:pt x="0" y="0"/>
                    </a:moveTo>
                    <a:lnTo>
                      <a:pt x="10" y="119"/>
                    </a:lnTo>
                    <a:lnTo>
                      <a:pt x="153" y="119"/>
                    </a:lnTo>
                    <a:lnTo>
                      <a:pt x="165" y="2"/>
                    </a:lnTo>
                    <a:lnTo>
                      <a:pt x="0" y="0"/>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6" name="椭圆 895"/>
              <p:cNvSpPr/>
              <p:nvPr/>
            </p:nvSpPr>
            <p:spPr bwMode="auto">
              <a:xfrm>
                <a:off x="16330616" y="5940427"/>
                <a:ext cx="312738" cy="4762"/>
              </a:xfrm>
              <a:prstGeom prst="ellipse">
                <a:avLst/>
              </a:pr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7" name="任意多边形 1066"/>
              <p:cNvSpPr/>
              <p:nvPr/>
            </p:nvSpPr>
            <p:spPr bwMode="auto">
              <a:xfrm>
                <a:off x="16371891" y="5980114"/>
                <a:ext cx="239713" cy="60325"/>
              </a:xfrm>
              <a:custGeom>
                <a:avLst/>
                <a:gdLst>
                  <a:gd name="T0" fmla="*/ 89 w 89"/>
                  <a:gd name="T1" fmla="*/ 7 h 22"/>
                  <a:gd name="T2" fmla="*/ 86 w 89"/>
                  <a:gd name="T3" fmla="*/ 11 h 22"/>
                  <a:gd name="T4" fmla="*/ 78 w 89"/>
                  <a:gd name="T5" fmla="*/ 22 h 22"/>
                  <a:gd name="T6" fmla="*/ 77 w 89"/>
                  <a:gd name="T7" fmla="*/ 22 h 22"/>
                  <a:gd name="T8" fmla="*/ 76 w 89"/>
                  <a:gd name="T9" fmla="*/ 22 h 22"/>
                  <a:gd name="T10" fmla="*/ 54 w 89"/>
                  <a:gd name="T11" fmla="*/ 2 h 22"/>
                  <a:gd name="T12" fmla="*/ 55 w 89"/>
                  <a:gd name="T13" fmla="*/ 2 h 22"/>
                  <a:gd name="T14" fmla="*/ 45 w 89"/>
                  <a:gd name="T15" fmla="*/ 11 h 22"/>
                  <a:gd name="T16" fmla="*/ 33 w 89"/>
                  <a:gd name="T17" fmla="*/ 21 h 22"/>
                  <a:gd name="T18" fmla="*/ 33 w 89"/>
                  <a:gd name="T19" fmla="*/ 22 h 22"/>
                  <a:gd name="T20" fmla="*/ 32 w 89"/>
                  <a:gd name="T21" fmla="*/ 21 h 22"/>
                  <a:gd name="T22" fmla="*/ 13 w 89"/>
                  <a:gd name="T23" fmla="*/ 5 h 22"/>
                  <a:gd name="T24" fmla="*/ 14 w 89"/>
                  <a:gd name="T25" fmla="*/ 5 h 22"/>
                  <a:gd name="T26" fmla="*/ 4 w 89"/>
                  <a:gd name="T27" fmla="*/ 17 h 22"/>
                  <a:gd name="T28" fmla="*/ 0 w 89"/>
                  <a:gd name="T29" fmla="*/ 21 h 22"/>
                  <a:gd name="T30" fmla="*/ 4 w 89"/>
                  <a:gd name="T31" fmla="*/ 16 h 22"/>
                  <a:gd name="T32" fmla="*/ 13 w 89"/>
                  <a:gd name="T33" fmla="*/ 4 h 22"/>
                  <a:gd name="T34" fmla="*/ 13 w 89"/>
                  <a:gd name="T35" fmla="*/ 3 h 22"/>
                  <a:gd name="T36" fmla="*/ 14 w 89"/>
                  <a:gd name="T37" fmla="*/ 4 h 22"/>
                  <a:gd name="T38" fmla="*/ 33 w 89"/>
                  <a:gd name="T39" fmla="*/ 20 h 22"/>
                  <a:gd name="T40" fmla="*/ 32 w 89"/>
                  <a:gd name="T41" fmla="*/ 20 h 22"/>
                  <a:gd name="T42" fmla="*/ 44 w 89"/>
                  <a:gd name="T43" fmla="*/ 9 h 22"/>
                  <a:gd name="T44" fmla="*/ 54 w 89"/>
                  <a:gd name="T45" fmla="*/ 0 h 22"/>
                  <a:gd name="T46" fmla="*/ 55 w 89"/>
                  <a:gd name="T47" fmla="*/ 0 h 22"/>
                  <a:gd name="T48" fmla="*/ 55 w 89"/>
                  <a:gd name="T49" fmla="*/ 0 h 22"/>
                  <a:gd name="T50" fmla="*/ 78 w 89"/>
                  <a:gd name="T51" fmla="*/ 21 h 22"/>
                  <a:gd name="T52" fmla="*/ 77 w 89"/>
                  <a:gd name="T53" fmla="*/ 21 h 22"/>
                  <a:gd name="T54" fmla="*/ 89 w 89"/>
                  <a:gd name="T55"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9" h="22">
                    <a:moveTo>
                      <a:pt x="89" y="7"/>
                    </a:moveTo>
                    <a:cubicBezTo>
                      <a:pt x="89" y="7"/>
                      <a:pt x="88" y="9"/>
                      <a:pt x="86" y="11"/>
                    </a:cubicBezTo>
                    <a:cubicBezTo>
                      <a:pt x="85" y="14"/>
                      <a:pt x="82" y="18"/>
                      <a:pt x="78" y="22"/>
                    </a:cubicBezTo>
                    <a:cubicBezTo>
                      <a:pt x="77" y="22"/>
                      <a:pt x="77" y="22"/>
                      <a:pt x="77" y="22"/>
                    </a:cubicBezTo>
                    <a:cubicBezTo>
                      <a:pt x="76" y="22"/>
                      <a:pt x="76" y="22"/>
                      <a:pt x="76" y="22"/>
                    </a:cubicBezTo>
                    <a:cubicBezTo>
                      <a:pt x="71" y="16"/>
                      <a:pt x="63" y="9"/>
                      <a:pt x="54" y="2"/>
                    </a:cubicBezTo>
                    <a:cubicBezTo>
                      <a:pt x="55" y="2"/>
                      <a:pt x="55" y="2"/>
                      <a:pt x="55" y="2"/>
                    </a:cubicBezTo>
                    <a:cubicBezTo>
                      <a:pt x="52" y="5"/>
                      <a:pt x="49" y="8"/>
                      <a:pt x="45" y="11"/>
                    </a:cubicBezTo>
                    <a:cubicBezTo>
                      <a:pt x="41" y="14"/>
                      <a:pt x="37" y="18"/>
                      <a:pt x="33" y="21"/>
                    </a:cubicBezTo>
                    <a:cubicBezTo>
                      <a:pt x="33" y="22"/>
                      <a:pt x="33" y="22"/>
                      <a:pt x="33" y="22"/>
                    </a:cubicBezTo>
                    <a:cubicBezTo>
                      <a:pt x="32" y="21"/>
                      <a:pt x="32" y="21"/>
                      <a:pt x="32" y="21"/>
                    </a:cubicBezTo>
                    <a:cubicBezTo>
                      <a:pt x="25" y="15"/>
                      <a:pt x="19" y="10"/>
                      <a:pt x="13" y="5"/>
                    </a:cubicBezTo>
                    <a:cubicBezTo>
                      <a:pt x="14" y="5"/>
                      <a:pt x="14" y="5"/>
                      <a:pt x="14" y="5"/>
                    </a:cubicBezTo>
                    <a:cubicBezTo>
                      <a:pt x="10" y="10"/>
                      <a:pt x="7" y="14"/>
                      <a:pt x="4" y="17"/>
                    </a:cubicBezTo>
                    <a:cubicBezTo>
                      <a:pt x="2" y="20"/>
                      <a:pt x="0" y="21"/>
                      <a:pt x="0" y="21"/>
                    </a:cubicBezTo>
                    <a:cubicBezTo>
                      <a:pt x="0" y="21"/>
                      <a:pt x="1" y="19"/>
                      <a:pt x="4" y="16"/>
                    </a:cubicBezTo>
                    <a:cubicBezTo>
                      <a:pt x="6" y="13"/>
                      <a:pt x="9" y="9"/>
                      <a:pt x="13" y="4"/>
                    </a:cubicBezTo>
                    <a:cubicBezTo>
                      <a:pt x="13" y="3"/>
                      <a:pt x="13" y="3"/>
                      <a:pt x="13" y="3"/>
                    </a:cubicBezTo>
                    <a:cubicBezTo>
                      <a:pt x="14" y="4"/>
                      <a:pt x="14" y="4"/>
                      <a:pt x="14" y="4"/>
                    </a:cubicBezTo>
                    <a:cubicBezTo>
                      <a:pt x="20" y="8"/>
                      <a:pt x="26" y="14"/>
                      <a:pt x="33" y="20"/>
                    </a:cubicBezTo>
                    <a:cubicBezTo>
                      <a:pt x="32" y="20"/>
                      <a:pt x="32" y="20"/>
                      <a:pt x="32" y="20"/>
                    </a:cubicBezTo>
                    <a:cubicBezTo>
                      <a:pt x="36" y="16"/>
                      <a:pt x="40" y="13"/>
                      <a:pt x="44" y="9"/>
                    </a:cubicBezTo>
                    <a:cubicBezTo>
                      <a:pt x="47" y="6"/>
                      <a:pt x="51" y="3"/>
                      <a:pt x="54" y="0"/>
                    </a:cubicBezTo>
                    <a:cubicBezTo>
                      <a:pt x="55" y="0"/>
                      <a:pt x="55" y="0"/>
                      <a:pt x="55" y="0"/>
                    </a:cubicBezTo>
                    <a:cubicBezTo>
                      <a:pt x="55" y="0"/>
                      <a:pt x="55" y="0"/>
                      <a:pt x="55" y="0"/>
                    </a:cubicBezTo>
                    <a:cubicBezTo>
                      <a:pt x="65" y="7"/>
                      <a:pt x="72" y="15"/>
                      <a:pt x="78" y="21"/>
                    </a:cubicBezTo>
                    <a:cubicBezTo>
                      <a:pt x="77" y="21"/>
                      <a:pt x="77" y="21"/>
                      <a:pt x="77" y="21"/>
                    </a:cubicBezTo>
                    <a:cubicBezTo>
                      <a:pt x="85" y="13"/>
                      <a:pt x="89" y="7"/>
                      <a:pt x="89" y="7"/>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3" name="组合 352"/>
            <p:cNvGrpSpPr/>
            <p:nvPr/>
          </p:nvGrpSpPr>
          <p:grpSpPr>
            <a:xfrm flipH="1">
              <a:off x="3456215" y="1232069"/>
              <a:ext cx="4518941" cy="3053387"/>
              <a:chOff x="4882235" y="1448763"/>
              <a:chExt cx="4518941" cy="3053387"/>
            </a:xfrm>
          </p:grpSpPr>
          <p:grpSp>
            <p:nvGrpSpPr>
              <p:cNvPr id="417" name="组合 416"/>
              <p:cNvGrpSpPr/>
              <p:nvPr/>
            </p:nvGrpSpPr>
            <p:grpSpPr>
              <a:xfrm>
                <a:off x="8171091" y="4048919"/>
                <a:ext cx="341313" cy="336550"/>
                <a:chOff x="7958139" y="4097338"/>
                <a:chExt cx="341313" cy="336550"/>
              </a:xfrm>
            </p:grpSpPr>
            <p:sp>
              <p:nvSpPr>
                <p:cNvPr id="850" name="任意多边形 86"/>
                <p:cNvSpPr/>
                <p:nvPr/>
              </p:nvSpPr>
              <p:spPr bwMode="auto">
                <a:xfrm>
                  <a:off x="7997826" y="4127501"/>
                  <a:ext cx="271463" cy="279400"/>
                </a:xfrm>
                <a:custGeom>
                  <a:avLst/>
                  <a:gdLst>
                    <a:gd name="T0" fmla="*/ 68 w 101"/>
                    <a:gd name="T1" fmla="*/ 35 h 104"/>
                    <a:gd name="T2" fmla="*/ 59 w 101"/>
                    <a:gd name="T3" fmla="*/ 27 h 104"/>
                    <a:gd name="T4" fmla="*/ 48 w 101"/>
                    <a:gd name="T5" fmla="*/ 18 h 104"/>
                    <a:gd name="T6" fmla="*/ 33 w 101"/>
                    <a:gd name="T7" fmla="*/ 9 h 104"/>
                    <a:gd name="T8" fmla="*/ 23 w 101"/>
                    <a:gd name="T9" fmla="*/ 5 h 104"/>
                    <a:gd name="T10" fmla="*/ 13 w 101"/>
                    <a:gd name="T11" fmla="*/ 3 h 104"/>
                    <a:gd name="T12" fmla="*/ 7 w 101"/>
                    <a:gd name="T13" fmla="*/ 4 h 104"/>
                    <a:gd name="T14" fmla="*/ 4 w 101"/>
                    <a:gd name="T15" fmla="*/ 8 h 104"/>
                    <a:gd name="T16" fmla="*/ 3 w 101"/>
                    <a:gd name="T17" fmla="*/ 13 h 104"/>
                    <a:gd name="T18" fmla="*/ 3 w 101"/>
                    <a:gd name="T19" fmla="*/ 20 h 104"/>
                    <a:gd name="T20" fmla="*/ 8 w 101"/>
                    <a:gd name="T21" fmla="*/ 32 h 104"/>
                    <a:gd name="T22" fmla="*/ 15 w 101"/>
                    <a:gd name="T23" fmla="*/ 44 h 104"/>
                    <a:gd name="T24" fmla="*/ 34 w 101"/>
                    <a:gd name="T25" fmla="*/ 68 h 104"/>
                    <a:gd name="T26" fmla="*/ 57 w 101"/>
                    <a:gd name="T27" fmla="*/ 87 h 104"/>
                    <a:gd name="T28" fmla="*/ 69 w 101"/>
                    <a:gd name="T29" fmla="*/ 95 h 104"/>
                    <a:gd name="T30" fmla="*/ 81 w 101"/>
                    <a:gd name="T31" fmla="*/ 100 h 104"/>
                    <a:gd name="T32" fmla="*/ 87 w 101"/>
                    <a:gd name="T33" fmla="*/ 101 h 104"/>
                    <a:gd name="T34" fmla="*/ 93 w 101"/>
                    <a:gd name="T35" fmla="*/ 100 h 104"/>
                    <a:gd name="T36" fmla="*/ 97 w 101"/>
                    <a:gd name="T37" fmla="*/ 96 h 104"/>
                    <a:gd name="T38" fmla="*/ 98 w 101"/>
                    <a:gd name="T39" fmla="*/ 91 h 104"/>
                    <a:gd name="T40" fmla="*/ 97 w 101"/>
                    <a:gd name="T41" fmla="*/ 80 h 104"/>
                    <a:gd name="T42" fmla="*/ 93 w 101"/>
                    <a:gd name="T43" fmla="*/ 70 h 104"/>
                    <a:gd name="T44" fmla="*/ 84 w 101"/>
                    <a:gd name="T45" fmla="*/ 55 h 104"/>
                    <a:gd name="T46" fmla="*/ 75 w 101"/>
                    <a:gd name="T47" fmla="*/ 44 h 104"/>
                    <a:gd name="T48" fmla="*/ 68 w 101"/>
                    <a:gd name="T49" fmla="*/ 35 h 104"/>
                    <a:gd name="T50" fmla="*/ 70 w 101"/>
                    <a:gd name="T51" fmla="*/ 37 h 104"/>
                    <a:gd name="T52" fmla="*/ 76 w 101"/>
                    <a:gd name="T53" fmla="*/ 43 h 104"/>
                    <a:gd name="T54" fmla="*/ 85 w 101"/>
                    <a:gd name="T55" fmla="*/ 54 h 104"/>
                    <a:gd name="T56" fmla="*/ 95 w 101"/>
                    <a:gd name="T57" fmla="*/ 69 h 104"/>
                    <a:gd name="T58" fmla="*/ 99 w 101"/>
                    <a:gd name="T59" fmla="*/ 79 h 104"/>
                    <a:gd name="T60" fmla="*/ 101 w 101"/>
                    <a:gd name="T61" fmla="*/ 91 h 104"/>
                    <a:gd name="T62" fmla="*/ 99 w 101"/>
                    <a:gd name="T63" fmla="*/ 98 h 104"/>
                    <a:gd name="T64" fmla="*/ 94 w 101"/>
                    <a:gd name="T65" fmla="*/ 102 h 104"/>
                    <a:gd name="T66" fmla="*/ 87 w 101"/>
                    <a:gd name="T67" fmla="*/ 104 h 104"/>
                    <a:gd name="T68" fmla="*/ 80 w 101"/>
                    <a:gd name="T69" fmla="*/ 103 h 104"/>
                    <a:gd name="T70" fmla="*/ 67 w 101"/>
                    <a:gd name="T71" fmla="*/ 97 h 104"/>
                    <a:gd name="T72" fmla="*/ 55 w 101"/>
                    <a:gd name="T73" fmla="*/ 90 h 104"/>
                    <a:gd name="T74" fmla="*/ 32 w 101"/>
                    <a:gd name="T75" fmla="*/ 70 h 104"/>
                    <a:gd name="T76" fmla="*/ 12 w 101"/>
                    <a:gd name="T77" fmla="*/ 46 h 104"/>
                    <a:gd name="T78" fmla="*/ 5 w 101"/>
                    <a:gd name="T79" fmla="*/ 34 h 104"/>
                    <a:gd name="T80" fmla="*/ 0 w 101"/>
                    <a:gd name="T81" fmla="*/ 20 h 104"/>
                    <a:gd name="T82" fmla="*/ 0 w 101"/>
                    <a:gd name="T83" fmla="*/ 13 h 104"/>
                    <a:gd name="T84" fmla="*/ 1 w 101"/>
                    <a:gd name="T85" fmla="*/ 6 h 104"/>
                    <a:gd name="T86" fmla="*/ 6 w 101"/>
                    <a:gd name="T87" fmla="*/ 1 h 104"/>
                    <a:gd name="T88" fmla="*/ 12 w 101"/>
                    <a:gd name="T89" fmla="*/ 0 h 104"/>
                    <a:gd name="T90" fmla="*/ 24 w 101"/>
                    <a:gd name="T91" fmla="*/ 2 h 104"/>
                    <a:gd name="T92" fmla="*/ 34 w 101"/>
                    <a:gd name="T93" fmla="*/ 7 h 104"/>
                    <a:gd name="T94" fmla="*/ 49 w 101"/>
                    <a:gd name="T95" fmla="*/ 17 h 104"/>
                    <a:gd name="T96" fmla="*/ 60 w 101"/>
                    <a:gd name="T97" fmla="*/ 26 h 104"/>
                    <a:gd name="T98" fmla="*/ 66 w 101"/>
                    <a:gd name="T99" fmla="*/ 32 h 104"/>
                    <a:gd name="T100" fmla="*/ 68 w 101"/>
                    <a:gd name="T101" fmla="*/ 3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1" h="104">
                      <a:moveTo>
                        <a:pt x="68" y="35"/>
                      </a:moveTo>
                      <a:cubicBezTo>
                        <a:pt x="68" y="35"/>
                        <a:pt x="65" y="32"/>
                        <a:pt x="59" y="27"/>
                      </a:cubicBezTo>
                      <a:cubicBezTo>
                        <a:pt x="56" y="24"/>
                        <a:pt x="53" y="22"/>
                        <a:pt x="48" y="18"/>
                      </a:cubicBezTo>
                      <a:cubicBezTo>
                        <a:pt x="44" y="15"/>
                        <a:pt x="39" y="12"/>
                        <a:pt x="33" y="9"/>
                      </a:cubicBezTo>
                      <a:cubicBezTo>
                        <a:pt x="30" y="7"/>
                        <a:pt x="27" y="6"/>
                        <a:pt x="23" y="5"/>
                      </a:cubicBezTo>
                      <a:cubicBezTo>
                        <a:pt x="20" y="3"/>
                        <a:pt x="16" y="3"/>
                        <a:pt x="13" y="3"/>
                      </a:cubicBezTo>
                      <a:cubicBezTo>
                        <a:pt x="11" y="3"/>
                        <a:pt x="9" y="3"/>
                        <a:pt x="7" y="4"/>
                      </a:cubicBezTo>
                      <a:cubicBezTo>
                        <a:pt x="6" y="5"/>
                        <a:pt x="4" y="6"/>
                        <a:pt x="4" y="8"/>
                      </a:cubicBezTo>
                      <a:cubicBezTo>
                        <a:pt x="3" y="9"/>
                        <a:pt x="3" y="11"/>
                        <a:pt x="3" y="13"/>
                      </a:cubicBezTo>
                      <a:cubicBezTo>
                        <a:pt x="3" y="15"/>
                        <a:pt x="3" y="18"/>
                        <a:pt x="3" y="20"/>
                      </a:cubicBezTo>
                      <a:cubicBezTo>
                        <a:pt x="4" y="24"/>
                        <a:pt x="6" y="28"/>
                        <a:pt x="8" y="32"/>
                      </a:cubicBezTo>
                      <a:cubicBezTo>
                        <a:pt x="10" y="36"/>
                        <a:pt x="13" y="40"/>
                        <a:pt x="15" y="44"/>
                      </a:cubicBezTo>
                      <a:cubicBezTo>
                        <a:pt x="20" y="52"/>
                        <a:pt x="27" y="60"/>
                        <a:pt x="34" y="68"/>
                      </a:cubicBezTo>
                      <a:cubicBezTo>
                        <a:pt x="41" y="75"/>
                        <a:pt x="49" y="82"/>
                        <a:pt x="57" y="87"/>
                      </a:cubicBezTo>
                      <a:cubicBezTo>
                        <a:pt x="61" y="90"/>
                        <a:pt x="65" y="92"/>
                        <a:pt x="69" y="95"/>
                      </a:cubicBezTo>
                      <a:cubicBezTo>
                        <a:pt x="73" y="97"/>
                        <a:pt x="77" y="99"/>
                        <a:pt x="81" y="100"/>
                      </a:cubicBezTo>
                      <a:cubicBezTo>
                        <a:pt x="83" y="100"/>
                        <a:pt x="85" y="101"/>
                        <a:pt x="87" y="101"/>
                      </a:cubicBezTo>
                      <a:cubicBezTo>
                        <a:pt x="89" y="101"/>
                        <a:pt x="91" y="100"/>
                        <a:pt x="93" y="100"/>
                      </a:cubicBezTo>
                      <a:cubicBezTo>
                        <a:pt x="95" y="99"/>
                        <a:pt x="96" y="98"/>
                        <a:pt x="97" y="96"/>
                      </a:cubicBezTo>
                      <a:cubicBezTo>
                        <a:pt x="98" y="95"/>
                        <a:pt x="98" y="93"/>
                        <a:pt x="98" y="91"/>
                      </a:cubicBezTo>
                      <a:cubicBezTo>
                        <a:pt x="98" y="87"/>
                        <a:pt x="98" y="84"/>
                        <a:pt x="97" y="80"/>
                      </a:cubicBezTo>
                      <a:cubicBezTo>
                        <a:pt x="96" y="77"/>
                        <a:pt x="94" y="73"/>
                        <a:pt x="93" y="70"/>
                      </a:cubicBezTo>
                      <a:cubicBezTo>
                        <a:pt x="90" y="64"/>
                        <a:pt x="87" y="59"/>
                        <a:pt x="84" y="55"/>
                      </a:cubicBezTo>
                      <a:cubicBezTo>
                        <a:pt x="81" y="50"/>
                        <a:pt x="78" y="47"/>
                        <a:pt x="75" y="44"/>
                      </a:cubicBezTo>
                      <a:cubicBezTo>
                        <a:pt x="71" y="38"/>
                        <a:pt x="68" y="35"/>
                        <a:pt x="68" y="35"/>
                      </a:cubicBezTo>
                      <a:cubicBezTo>
                        <a:pt x="68" y="35"/>
                        <a:pt x="69" y="35"/>
                        <a:pt x="70" y="37"/>
                      </a:cubicBezTo>
                      <a:cubicBezTo>
                        <a:pt x="72" y="38"/>
                        <a:pt x="74" y="40"/>
                        <a:pt x="76" y="43"/>
                      </a:cubicBezTo>
                      <a:cubicBezTo>
                        <a:pt x="79" y="46"/>
                        <a:pt x="82" y="49"/>
                        <a:pt x="85" y="54"/>
                      </a:cubicBezTo>
                      <a:cubicBezTo>
                        <a:pt x="88" y="58"/>
                        <a:pt x="92" y="63"/>
                        <a:pt x="95" y="69"/>
                      </a:cubicBezTo>
                      <a:cubicBezTo>
                        <a:pt x="96" y="72"/>
                        <a:pt x="98" y="76"/>
                        <a:pt x="99" y="79"/>
                      </a:cubicBezTo>
                      <a:cubicBezTo>
                        <a:pt x="100" y="83"/>
                        <a:pt x="101" y="87"/>
                        <a:pt x="101" y="91"/>
                      </a:cubicBezTo>
                      <a:cubicBezTo>
                        <a:pt x="101" y="93"/>
                        <a:pt x="100" y="96"/>
                        <a:pt x="99" y="98"/>
                      </a:cubicBezTo>
                      <a:cubicBezTo>
                        <a:pt x="98" y="100"/>
                        <a:pt x="96" y="101"/>
                        <a:pt x="94" y="102"/>
                      </a:cubicBezTo>
                      <a:cubicBezTo>
                        <a:pt x="92" y="103"/>
                        <a:pt x="89" y="104"/>
                        <a:pt x="87" y="104"/>
                      </a:cubicBezTo>
                      <a:cubicBezTo>
                        <a:pt x="85" y="104"/>
                        <a:pt x="83" y="103"/>
                        <a:pt x="80" y="103"/>
                      </a:cubicBezTo>
                      <a:cubicBezTo>
                        <a:pt x="76" y="101"/>
                        <a:pt x="71" y="100"/>
                        <a:pt x="67" y="97"/>
                      </a:cubicBezTo>
                      <a:cubicBezTo>
                        <a:pt x="63" y="95"/>
                        <a:pt x="59" y="93"/>
                        <a:pt x="55" y="90"/>
                      </a:cubicBezTo>
                      <a:cubicBezTo>
                        <a:pt x="47" y="84"/>
                        <a:pt x="39" y="77"/>
                        <a:pt x="32" y="70"/>
                      </a:cubicBezTo>
                      <a:cubicBezTo>
                        <a:pt x="24" y="62"/>
                        <a:pt x="18" y="55"/>
                        <a:pt x="12" y="46"/>
                      </a:cubicBezTo>
                      <a:cubicBezTo>
                        <a:pt x="10" y="42"/>
                        <a:pt x="7" y="38"/>
                        <a:pt x="5" y="34"/>
                      </a:cubicBezTo>
                      <a:cubicBezTo>
                        <a:pt x="3" y="29"/>
                        <a:pt x="1" y="25"/>
                        <a:pt x="0" y="20"/>
                      </a:cubicBezTo>
                      <a:cubicBezTo>
                        <a:pt x="0" y="18"/>
                        <a:pt x="0" y="16"/>
                        <a:pt x="0" y="13"/>
                      </a:cubicBezTo>
                      <a:cubicBezTo>
                        <a:pt x="0" y="11"/>
                        <a:pt x="0" y="9"/>
                        <a:pt x="1" y="6"/>
                      </a:cubicBezTo>
                      <a:cubicBezTo>
                        <a:pt x="2" y="4"/>
                        <a:pt x="4" y="2"/>
                        <a:pt x="6" y="1"/>
                      </a:cubicBezTo>
                      <a:cubicBezTo>
                        <a:pt x="8" y="0"/>
                        <a:pt x="10" y="0"/>
                        <a:pt x="12" y="0"/>
                      </a:cubicBezTo>
                      <a:cubicBezTo>
                        <a:pt x="17" y="0"/>
                        <a:pt x="21" y="1"/>
                        <a:pt x="24" y="2"/>
                      </a:cubicBezTo>
                      <a:cubicBezTo>
                        <a:pt x="28" y="3"/>
                        <a:pt x="31" y="5"/>
                        <a:pt x="34" y="7"/>
                      </a:cubicBezTo>
                      <a:cubicBezTo>
                        <a:pt x="40" y="10"/>
                        <a:pt x="45" y="14"/>
                        <a:pt x="49" y="17"/>
                      </a:cubicBezTo>
                      <a:cubicBezTo>
                        <a:pt x="54" y="20"/>
                        <a:pt x="57" y="23"/>
                        <a:pt x="60" y="26"/>
                      </a:cubicBezTo>
                      <a:cubicBezTo>
                        <a:pt x="63" y="29"/>
                        <a:pt x="65" y="31"/>
                        <a:pt x="66" y="32"/>
                      </a:cubicBezTo>
                      <a:cubicBezTo>
                        <a:pt x="67" y="34"/>
                        <a:pt x="68" y="35"/>
                        <a:pt x="68" y="35"/>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1" name="任意多边形 87"/>
                <p:cNvSpPr/>
                <p:nvPr/>
              </p:nvSpPr>
              <p:spPr bwMode="auto">
                <a:xfrm>
                  <a:off x="8056564" y="4097338"/>
                  <a:ext cx="169863" cy="336550"/>
                </a:xfrm>
                <a:custGeom>
                  <a:avLst/>
                  <a:gdLst>
                    <a:gd name="T0" fmla="*/ 8 w 63"/>
                    <a:gd name="T1" fmla="*/ 55 h 125"/>
                    <a:gd name="T2" fmla="*/ 5 w 63"/>
                    <a:gd name="T3" fmla="*/ 66 h 125"/>
                    <a:gd name="T4" fmla="*/ 3 w 63"/>
                    <a:gd name="T5" fmla="*/ 79 h 125"/>
                    <a:gd name="T6" fmla="*/ 2 w 63"/>
                    <a:gd name="T7" fmla="*/ 97 h 125"/>
                    <a:gd name="T8" fmla="*/ 3 w 63"/>
                    <a:gd name="T9" fmla="*/ 107 h 125"/>
                    <a:gd name="T10" fmla="*/ 7 w 63"/>
                    <a:gd name="T11" fmla="*/ 117 h 125"/>
                    <a:gd name="T12" fmla="*/ 10 w 63"/>
                    <a:gd name="T13" fmla="*/ 121 h 125"/>
                    <a:gd name="T14" fmla="*/ 15 w 63"/>
                    <a:gd name="T15" fmla="*/ 122 h 125"/>
                    <a:gd name="T16" fmla="*/ 20 w 63"/>
                    <a:gd name="T17" fmla="*/ 121 h 125"/>
                    <a:gd name="T18" fmla="*/ 25 w 63"/>
                    <a:gd name="T19" fmla="*/ 117 h 125"/>
                    <a:gd name="T20" fmla="*/ 34 w 63"/>
                    <a:gd name="T21" fmla="*/ 108 h 125"/>
                    <a:gd name="T22" fmla="*/ 42 w 63"/>
                    <a:gd name="T23" fmla="*/ 96 h 125"/>
                    <a:gd name="T24" fmla="*/ 53 w 63"/>
                    <a:gd name="T25" fmla="*/ 70 h 125"/>
                    <a:gd name="T26" fmla="*/ 59 w 63"/>
                    <a:gd name="T27" fmla="*/ 41 h 125"/>
                    <a:gd name="T28" fmla="*/ 60 w 63"/>
                    <a:gd name="T29" fmla="*/ 28 h 125"/>
                    <a:gd name="T30" fmla="*/ 58 w 63"/>
                    <a:gd name="T31" fmla="*/ 15 h 125"/>
                    <a:gd name="T32" fmla="*/ 56 w 63"/>
                    <a:gd name="T33" fmla="*/ 9 h 125"/>
                    <a:gd name="T34" fmla="*/ 52 w 63"/>
                    <a:gd name="T35" fmla="*/ 5 h 125"/>
                    <a:gd name="T36" fmla="*/ 48 w 63"/>
                    <a:gd name="T37" fmla="*/ 3 h 125"/>
                    <a:gd name="T38" fmla="*/ 42 w 63"/>
                    <a:gd name="T39" fmla="*/ 4 h 125"/>
                    <a:gd name="T40" fmla="*/ 34 w 63"/>
                    <a:gd name="T41" fmla="*/ 10 h 125"/>
                    <a:gd name="T42" fmla="*/ 27 w 63"/>
                    <a:gd name="T43" fmla="*/ 18 h 125"/>
                    <a:gd name="T44" fmla="*/ 18 w 63"/>
                    <a:gd name="T45" fmla="*/ 33 h 125"/>
                    <a:gd name="T46" fmla="*/ 12 w 63"/>
                    <a:gd name="T47" fmla="*/ 45 h 125"/>
                    <a:gd name="T48" fmla="*/ 8 w 63"/>
                    <a:gd name="T49" fmla="*/ 55 h 125"/>
                    <a:gd name="T50" fmla="*/ 8 w 63"/>
                    <a:gd name="T51" fmla="*/ 52 h 125"/>
                    <a:gd name="T52" fmla="*/ 11 w 63"/>
                    <a:gd name="T53" fmla="*/ 44 h 125"/>
                    <a:gd name="T54" fmla="*/ 16 w 63"/>
                    <a:gd name="T55" fmla="*/ 32 h 125"/>
                    <a:gd name="T56" fmla="*/ 25 w 63"/>
                    <a:gd name="T57" fmla="*/ 16 h 125"/>
                    <a:gd name="T58" fmla="*/ 32 w 63"/>
                    <a:gd name="T59" fmla="*/ 8 h 125"/>
                    <a:gd name="T60" fmla="*/ 41 w 63"/>
                    <a:gd name="T61" fmla="*/ 2 h 125"/>
                    <a:gd name="T62" fmla="*/ 48 w 63"/>
                    <a:gd name="T63" fmla="*/ 0 h 125"/>
                    <a:gd name="T64" fmla="*/ 54 w 63"/>
                    <a:gd name="T65" fmla="*/ 3 h 125"/>
                    <a:gd name="T66" fmla="*/ 58 w 63"/>
                    <a:gd name="T67" fmla="*/ 8 h 125"/>
                    <a:gd name="T68" fmla="*/ 61 w 63"/>
                    <a:gd name="T69" fmla="*/ 14 h 125"/>
                    <a:gd name="T70" fmla="*/ 63 w 63"/>
                    <a:gd name="T71" fmla="*/ 28 h 125"/>
                    <a:gd name="T72" fmla="*/ 62 w 63"/>
                    <a:gd name="T73" fmla="*/ 42 h 125"/>
                    <a:gd name="T74" fmla="*/ 56 w 63"/>
                    <a:gd name="T75" fmla="*/ 71 h 125"/>
                    <a:gd name="T76" fmla="*/ 44 w 63"/>
                    <a:gd name="T77" fmla="*/ 98 h 125"/>
                    <a:gd name="T78" fmla="*/ 37 w 63"/>
                    <a:gd name="T79" fmla="*/ 110 h 125"/>
                    <a:gd name="T80" fmla="*/ 27 w 63"/>
                    <a:gd name="T81" fmla="*/ 120 h 125"/>
                    <a:gd name="T82" fmla="*/ 22 w 63"/>
                    <a:gd name="T83" fmla="*/ 123 h 125"/>
                    <a:gd name="T84" fmla="*/ 15 w 63"/>
                    <a:gd name="T85" fmla="*/ 125 h 125"/>
                    <a:gd name="T86" fmla="*/ 9 w 63"/>
                    <a:gd name="T87" fmla="*/ 123 h 125"/>
                    <a:gd name="T88" fmla="*/ 4 w 63"/>
                    <a:gd name="T89" fmla="*/ 118 h 125"/>
                    <a:gd name="T90" fmla="*/ 0 w 63"/>
                    <a:gd name="T91" fmla="*/ 107 h 125"/>
                    <a:gd name="T92" fmla="*/ 0 w 63"/>
                    <a:gd name="T93" fmla="*/ 97 h 125"/>
                    <a:gd name="T94" fmla="*/ 1 w 63"/>
                    <a:gd name="T95" fmla="*/ 79 h 125"/>
                    <a:gd name="T96" fmla="*/ 4 w 63"/>
                    <a:gd name="T97" fmla="*/ 66 h 125"/>
                    <a:gd name="T98" fmla="*/ 6 w 63"/>
                    <a:gd name="T99" fmla="*/ 58 h 125"/>
                    <a:gd name="T100" fmla="*/ 8 w 63"/>
                    <a:gd name="T101" fmla="*/ 5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3" h="125">
                      <a:moveTo>
                        <a:pt x="8" y="55"/>
                      </a:moveTo>
                      <a:cubicBezTo>
                        <a:pt x="8" y="55"/>
                        <a:pt x="7" y="59"/>
                        <a:pt x="5" y="66"/>
                      </a:cubicBezTo>
                      <a:cubicBezTo>
                        <a:pt x="4" y="70"/>
                        <a:pt x="4" y="74"/>
                        <a:pt x="3" y="79"/>
                      </a:cubicBezTo>
                      <a:cubicBezTo>
                        <a:pt x="2" y="85"/>
                        <a:pt x="2" y="90"/>
                        <a:pt x="2" y="97"/>
                      </a:cubicBezTo>
                      <a:cubicBezTo>
                        <a:pt x="2" y="100"/>
                        <a:pt x="2" y="104"/>
                        <a:pt x="3" y="107"/>
                      </a:cubicBezTo>
                      <a:cubicBezTo>
                        <a:pt x="4" y="110"/>
                        <a:pt x="5" y="114"/>
                        <a:pt x="7" y="117"/>
                      </a:cubicBezTo>
                      <a:cubicBezTo>
                        <a:pt x="8" y="118"/>
                        <a:pt x="9" y="120"/>
                        <a:pt x="10" y="121"/>
                      </a:cubicBezTo>
                      <a:cubicBezTo>
                        <a:pt x="12" y="122"/>
                        <a:pt x="13" y="122"/>
                        <a:pt x="15" y="122"/>
                      </a:cubicBezTo>
                      <a:cubicBezTo>
                        <a:pt x="17" y="122"/>
                        <a:pt x="19" y="121"/>
                        <a:pt x="20" y="121"/>
                      </a:cubicBezTo>
                      <a:cubicBezTo>
                        <a:pt x="22" y="120"/>
                        <a:pt x="24" y="119"/>
                        <a:pt x="25" y="117"/>
                      </a:cubicBezTo>
                      <a:cubicBezTo>
                        <a:pt x="29" y="115"/>
                        <a:pt x="32" y="111"/>
                        <a:pt x="34" y="108"/>
                      </a:cubicBezTo>
                      <a:cubicBezTo>
                        <a:pt x="37" y="104"/>
                        <a:pt x="39" y="100"/>
                        <a:pt x="42" y="96"/>
                      </a:cubicBezTo>
                      <a:cubicBezTo>
                        <a:pt x="46" y="88"/>
                        <a:pt x="50" y="79"/>
                        <a:pt x="53" y="70"/>
                      </a:cubicBezTo>
                      <a:cubicBezTo>
                        <a:pt x="56" y="60"/>
                        <a:pt x="58" y="51"/>
                        <a:pt x="59" y="41"/>
                      </a:cubicBezTo>
                      <a:cubicBezTo>
                        <a:pt x="59" y="37"/>
                        <a:pt x="60" y="32"/>
                        <a:pt x="60" y="28"/>
                      </a:cubicBezTo>
                      <a:cubicBezTo>
                        <a:pt x="60" y="23"/>
                        <a:pt x="59" y="19"/>
                        <a:pt x="58" y="15"/>
                      </a:cubicBezTo>
                      <a:cubicBezTo>
                        <a:pt x="57" y="13"/>
                        <a:pt x="57" y="11"/>
                        <a:pt x="56" y="9"/>
                      </a:cubicBezTo>
                      <a:cubicBezTo>
                        <a:pt x="55" y="7"/>
                        <a:pt x="54" y="6"/>
                        <a:pt x="52" y="5"/>
                      </a:cubicBezTo>
                      <a:cubicBezTo>
                        <a:pt x="51" y="4"/>
                        <a:pt x="49" y="3"/>
                        <a:pt x="48" y="3"/>
                      </a:cubicBezTo>
                      <a:cubicBezTo>
                        <a:pt x="46" y="3"/>
                        <a:pt x="44" y="3"/>
                        <a:pt x="42" y="4"/>
                      </a:cubicBezTo>
                      <a:cubicBezTo>
                        <a:pt x="39" y="6"/>
                        <a:pt x="36" y="8"/>
                        <a:pt x="34" y="10"/>
                      </a:cubicBezTo>
                      <a:cubicBezTo>
                        <a:pt x="31" y="13"/>
                        <a:pt x="29" y="15"/>
                        <a:pt x="27" y="18"/>
                      </a:cubicBezTo>
                      <a:cubicBezTo>
                        <a:pt x="23" y="23"/>
                        <a:pt x="20" y="28"/>
                        <a:pt x="18" y="33"/>
                      </a:cubicBezTo>
                      <a:cubicBezTo>
                        <a:pt x="15" y="37"/>
                        <a:pt x="14" y="41"/>
                        <a:pt x="12" y="45"/>
                      </a:cubicBezTo>
                      <a:cubicBezTo>
                        <a:pt x="9" y="51"/>
                        <a:pt x="8" y="55"/>
                        <a:pt x="8" y="55"/>
                      </a:cubicBezTo>
                      <a:cubicBezTo>
                        <a:pt x="8" y="55"/>
                        <a:pt x="8" y="54"/>
                        <a:pt x="8" y="52"/>
                      </a:cubicBezTo>
                      <a:cubicBezTo>
                        <a:pt x="9" y="50"/>
                        <a:pt x="10" y="48"/>
                        <a:pt x="11" y="44"/>
                      </a:cubicBezTo>
                      <a:cubicBezTo>
                        <a:pt x="12" y="41"/>
                        <a:pt x="14" y="37"/>
                        <a:pt x="16" y="32"/>
                      </a:cubicBezTo>
                      <a:cubicBezTo>
                        <a:pt x="18" y="27"/>
                        <a:pt x="21" y="22"/>
                        <a:pt x="25" y="16"/>
                      </a:cubicBezTo>
                      <a:cubicBezTo>
                        <a:pt x="27" y="14"/>
                        <a:pt x="29" y="11"/>
                        <a:pt x="32" y="8"/>
                      </a:cubicBezTo>
                      <a:cubicBezTo>
                        <a:pt x="35" y="6"/>
                        <a:pt x="38" y="3"/>
                        <a:pt x="41" y="2"/>
                      </a:cubicBezTo>
                      <a:cubicBezTo>
                        <a:pt x="43" y="1"/>
                        <a:pt x="45" y="0"/>
                        <a:pt x="48" y="0"/>
                      </a:cubicBezTo>
                      <a:cubicBezTo>
                        <a:pt x="50" y="0"/>
                        <a:pt x="52" y="1"/>
                        <a:pt x="54" y="3"/>
                      </a:cubicBezTo>
                      <a:cubicBezTo>
                        <a:pt x="56" y="4"/>
                        <a:pt x="57" y="6"/>
                        <a:pt x="58" y="8"/>
                      </a:cubicBezTo>
                      <a:cubicBezTo>
                        <a:pt x="60" y="10"/>
                        <a:pt x="60" y="12"/>
                        <a:pt x="61" y="14"/>
                      </a:cubicBezTo>
                      <a:cubicBezTo>
                        <a:pt x="62" y="18"/>
                        <a:pt x="63" y="23"/>
                        <a:pt x="63" y="28"/>
                      </a:cubicBezTo>
                      <a:cubicBezTo>
                        <a:pt x="63" y="32"/>
                        <a:pt x="63" y="37"/>
                        <a:pt x="62" y="42"/>
                      </a:cubicBezTo>
                      <a:cubicBezTo>
                        <a:pt x="61" y="51"/>
                        <a:pt x="59" y="61"/>
                        <a:pt x="56" y="71"/>
                      </a:cubicBezTo>
                      <a:cubicBezTo>
                        <a:pt x="53" y="80"/>
                        <a:pt x="49" y="89"/>
                        <a:pt x="44" y="98"/>
                      </a:cubicBezTo>
                      <a:cubicBezTo>
                        <a:pt x="42" y="102"/>
                        <a:pt x="40" y="106"/>
                        <a:pt x="37" y="110"/>
                      </a:cubicBezTo>
                      <a:cubicBezTo>
                        <a:pt x="34" y="113"/>
                        <a:pt x="31" y="117"/>
                        <a:pt x="27" y="120"/>
                      </a:cubicBezTo>
                      <a:cubicBezTo>
                        <a:pt x="26" y="121"/>
                        <a:pt x="24" y="122"/>
                        <a:pt x="22" y="123"/>
                      </a:cubicBezTo>
                      <a:cubicBezTo>
                        <a:pt x="20" y="124"/>
                        <a:pt x="18" y="125"/>
                        <a:pt x="15" y="125"/>
                      </a:cubicBezTo>
                      <a:cubicBezTo>
                        <a:pt x="13" y="125"/>
                        <a:pt x="10" y="124"/>
                        <a:pt x="9" y="123"/>
                      </a:cubicBezTo>
                      <a:cubicBezTo>
                        <a:pt x="7" y="122"/>
                        <a:pt x="5" y="120"/>
                        <a:pt x="4" y="118"/>
                      </a:cubicBezTo>
                      <a:cubicBezTo>
                        <a:pt x="2" y="115"/>
                        <a:pt x="1" y="111"/>
                        <a:pt x="0" y="107"/>
                      </a:cubicBezTo>
                      <a:cubicBezTo>
                        <a:pt x="0" y="104"/>
                        <a:pt x="0" y="100"/>
                        <a:pt x="0" y="97"/>
                      </a:cubicBezTo>
                      <a:cubicBezTo>
                        <a:pt x="0" y="90"/>
                        <a:pt x="0" y="84"/>
                        <a:pt x="1" y="79"/>
                      </a:cubicBezTo>
                      <a:cubicBezTo>
                        <a:pt x="2" y="74"/>
                        <a:pt x="3" y="70"/>
                        <a:pt x="4" y="66"/>
                      </a:cubicBezTo>
                      <a:cubicBezTo>
                        <a:pt x="5" y="62"/>
                        <a:pt x="6" y="60"/>
                        <a:pt x="6" y="58"/>
                      </a:cubicBezTo>
                      <a:cubicBezTo>
                        <a:pt x="7" y="56"/>
                        <a:pt x="8" y="55"/>
                        <a:pt x="8" y="55"/>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2" name="任意多边形 88"/>
                <p:cNvSpPr/>
                <p:nvPr/>
              </p:nvSpPr>
              <p:spPr bwMode="auto">
                <a:xfrm>
                  <a:off x="7958139" y="4181476"/>
                  <a:ext cx="341313" cy="161925"/>
                </a:xfrm>
                <a:custGeom>
                  <a:avLst/>
                  <a:gdLst>
                    <a:gd name="T0" fmla="*/ 58 w 127"/>
                    <a:gd name="T1" fmla="*/ 6 h 60"/>
                    <a:gd name="T2" fmla="*/ 47 w 127"/>
                    <a:gd name="T3" fmla="*/ 10 h 60"/>
                    <a:gd name="T4" fmla="*/ 35 w 127"/>
                    <a:gd name="T5" fmla="*/ 14 h 60"/>
                    <a:gd name="T6" fmla="*/ 19 w 127"/>
                    <a:gd name="T7" fmla="*/ 23 h 60"/>
                    <a:gd name="T8" fmla="*/ 11 w 127"/>
                    <a:gd name="T9" fmla="*/ 29 h 60"/>
                    <a:gd name="T10" fmla="*/ 5 w 127"/>
                    <a:gd name="T11" fmla="*/ 37 h 60"/>
                    <a:gd name="T12" fmla="*/ 3 w 127"/>
                    <a:gd name="T13" fmla="*/ 42 h 60"/>
                    <a:gd name="T14" fmla="*/ 5 w 127"/>
                    <a:gd name="T15" fmla="*/ 47 h 60"/>
                    <a:gd name="T16" fmla="*/ 9 w 127"/>
                    <a:gd name="T17" fmla="*/ 51 h 60"/>
                    <a:gd name="T18" fmla="*/ 14 w 127"/>
                    <a:gd name="T19" fmla="*/ 54 h 60"/>
                    <a:gd name="T20" fmla="*/ 27 w 127"/>
                    <a:gd name="T21" fmla="*/ 56 h 60"/>
                    <a:gd name="T22" fmla="*/ 41 w 127"/>
                    <a:gd name="T23" fmla="*/ 56 h 60"/>
                    <a:gd name="T24" fmla="*/ 69 w 127"/>
                    <a:gd name="T25" fmla="*/ 52 h 60"/>
                    <a:gd name="T26" fmla="*/ 97 w 127"/>
                    <a:gd name="T27" fmla="*/ 42 h 60"/>
                    <a:gd name="T28" fmla="*/ 109 w 127"/>
                    <a:gd name="T29" fmla="*/ 35 h 60"/>
                    <a:gd name="T30" fmla="*/ 119 w 127"/>
                    <a:gd name="T31" fmla="*/ 27 h 60"/>
                    <a:gd name="T32" fmla="*/ 122 w 127"/>
                    <a:gd name="T33" fmla="*/ 22 h 60"/>
                    <a:gd name="T34" fmla="*/ 124 w 127"/>
                    <a:gd name="T35" fmla="*/ 17 h 60"/>
                    <a:gd name="T36" fmla="*/ 123 w 127"/>
                    <a:gd name="T37" fmla="*/ 12 h 60"/>
                    <a:gd name="T38" fmla="*/ 119 w 127"/>
                    <a:gd name="T39" fmla="*/ 8 h 60"/>
                    <a:gd name="T40" fmla="*/ 110 w 127"/>
                    <a:gd name="T41" fmla="*/ 4 h 60"/>
                    <a:gd name="T42" fmla="*/ 100 w 127"/>
                    <a:gd name="T43" fmla="*/ 3 h 60"/>
                    <a:gd name="T44" fmla="*/ 82 w 127"/>
                    <a:gd name="T45" fmla="*/ 2 h 60"/>
                    <a:gd name="T46" fmla="*/ 69 w 127"/>
                    <a:gd name="T47" fmla="*/ 4 h 60"/>
                    <a:gd name="T48" fmla="*/ 58 w 127"/>
                    <a:gd name="T49" fmla="*/ 6 h 60"/>
                    <a:gd name="T50" fmla="*/ 61 w 127"/>
                    <a:gd name="T51" fmla="*/ 5 h 60"/>
                    <a:gd name="T52" fmla="*/ 69 w 127"/>
                    <a:gd name="T53" fmla="*/ 3 h 60"/>
                    <a:gd name="T54" fmla="*/ 82 w 127"/>
                    <a:gd name="T55" fmla="*/ 1 h 60"/>
                    <a:gd name="T56" fmla="*/ 100 w 127"/>
                    <a:gd name="T57" fmla="*/ 0 h 60"/>
                    <a:gd name="T58" fmla="*/ 110 w 127"/>
                    <a:gd name="T59" fmla="*/ 2 h 60"/>
                    <a:gd name="T60" fmla="*/ 121 w 127"/>
                    <a:gd name="T61" fmla="*/ 6 h 60"/>
                    <a:gd name="T62" fmla="*/ 126 w 127"/>
                    <a:gd name="T63" fmla="*/ 11 h 60"/>
                    <a:gd name="T64" fmla="*/ 127 w 127"/>
                    <a:gd name="T65" fmla="*/ 17 h 60"/>
                    <a:gd name="T66" fmla="*/ 125 w 127"/>
                    <a:gd name="T67" fmla="*/ 24 h 60"/>
                    <a:gd name="T68" fmla="*/ 121 w 127"/>
                    <a:gd name="T69" fmla="*/ 29 h 60"/>
                    <a:gd name="T70" fmla="*/ 110 w 127"/>
                    <a:gd name="T71" fmla="*/ 38 h 60"/>
                    <a:gd name="T72" fmla="*/ 98 w 127"/>
                    <a:gd name="T73" fmla="*/ 45 h 60"/>
                    <a:gd name="T74" fmla="*/ 70 w 127"/>
                    <a:gd name="T75" fmla="*/ 55 h 60"/>
                    <a:gd name="T76" fmla="*/ 41 w 127"/>
                    <a:gd name="T77" fmla="*/ 59 h 60"/>
                    <a:gd name="T78" fmla="*/ 27 w 127"/>
                    <a:gd name="T79" fmla="*/ 59 h 60"/>
                    <a:gd name="T80" fmla="*/ 13 w 127"/>
                    <a:gd name="T81" fmla="*/ 56 h 60"/>
                    <a:gd name="T82" fmla="*/ 7 w 127"/>
                    <a:gd name="T83" fmla="*/ 54 h 60"/>
                    <a:gd name="T84" fmla="*/ 2 w 127"/>
                    <a:gd name="T85" fmla="*/ 49 h 60"/>
                    <a:gd name="T86" fmla="*/ 0 w 127"/>
                    <a:gd name="T87" fmla="*/ 42 h 60"/>
                    <a:gd name="T88" fmla="*/ 2 w 127"/>
                    <a:gd name="T89" fmla="*/ 36 h 60"/>
                    <a:gd name="T90" fmla="*/ 10 w 127"/>
                    <a:gd name="T91" fmla="*/ 27 h 60"/>
                    <a:gd name="T92" fmla="*/ 18 w 127"/>
                    <a:gd name="T93" fmla="*/ 21 h 60"/>
                    <a:gd name="T94" fmla="*/ 34 w 127"/>
                    <a:gd name="T95" fmla="*/ 13 h 60"/>
                    <a:gd name="T96" fmla="*/ 47 w 127"/>
                    <a:gd name="T97" fmla="*/ 8 h 60"/>
                    <a:gd name="T98" fmla="*/ 55 w 127"/>
                    <a:gd name="T99" fmla="*/ 6 h 60"/>
                    <a:gd name="T100" fmla="*/ 58 w 127"/>
                    <a:gd name="T101"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7" h="60">
                      <a:moveTo>
                        <a:pt x="58" y="6"/>
                      </a:moveTo>
                      <a:cubicBezTo>
                        <a:pt x="58" y="6"/>
                        <a:pt x="54" y="7"/>
                        <a:pt x="47" y="10"/>
                      </a:cubicBezTo>
                      <a:cubicBezTo>
                        <a:pt x="44" y="11"/>
                        <a:pt x="39" y="12"/>
                        <a:pt x="35" y="14"/>
                      </a:cubicBezTo>
                      <a:cubicBezTo>
                        <a:pt x="30" y="17"/>
                        <a:pt x="25" y="19"/>
                        <a:pt x="19" y="23"/>
                      </a:cubicBezTo>
                      <a:cubicBezTo>
                        <a:pt x="17" y="25"/>
                        <a:pt x="14" y="27"/>
                        <a:pt x="11" y="29"/>
                      </a:cubicBezTo>
                      <a:cubicBezTo>
                        <a:pt x="9" y="31"/>
                        <a:pt x="6" y="34"/>
                        <a:pt x="5" y="37"/>
                      </a:cubicBezTo>
                      <a:cubicBezTo>
                        <a:pt x="4" y="39"/>
                        <a:pt x="3" y="41"/>
                        <a:pt x="3" y="42"/>
                      </a:cubicBezTo>
                      <a:cubicBezTo>
                        <a:pt x="3" y="44"/>
                        <a:pt x="4" y="46"/>
                        <a:pt x="5" y="47"/>
                      </a:cubicBezTo>
                      <a:cubicBezTo>
                        <a:pt x="6" y="49"/>
                        <a:pt x="7" y="50"/>
                        <a:pt x="9" y="51"/>
                      </a:cubicBezTo>
                      <a:cubicBezTo>
                        <a:pt x="11" y="52"/>
                        <a:pt x="12" y="53"/>
                        <a:pt x="14" y="54"/>
                      </a:cubicBezTo>
                      <a:cubicBezTo>
                        <a:pt x="18" y="55"/>
                        <a:pt x="23" y="56"/>
                        <a:pt x="27" y="56"/>
                      </a:cubicBezTo>
                      <a:cubicBezTo>
                        <a:pt x="32" y="56"/>
                        <a:pt x="36" y="56"/>
                        <a:pt x="41" y="56"/>
                      </a:cubicBezTo>
                      <a:cubicBezTo>
                        <a:pt x="50" y="56"/>
                        <a:pt x="60" y="54"/>
                        <a:pt x="69" y="52"/>
                      </a:cubicBezTo>
                      <a:cubicBezTo>
                        <a:pt x="79" y="49"/>
                        <a:pt x="88" y="46"/>
                        <a:pt x="97" y="42"/>
                      </a:cubicBezTo>
                      <a:cubicBezTo>
                        <a:pt x="101" y="40"/>
                        <a:pt x="105" y="38"/>
                        <a:pt x="109" y="35"/>
                      </a:cubicBezTo>
                      <a:cubicBezTo>
                        <a:pt x="112" y="33"/>
                        <a:pt x="116" y="30"/>
                        <a:pt x="119" y="27"/>
                      </a:cubicBezTo>
                      <a:cubicBezTo>
                        <a:pt x="120" y="26"/>
                        <a:pt x="121" y="24"/>
                        <a:pt x="122" y="22"/>
                      </a:cubicBezTo>
                      <a:cubicBezTo>
                        <a:pt x="123" y="21"/>
                        <a:pt x="124" y="19"/>
                        <a:pt x="124" y="17"/>
                      </a:cubicBezTo>
                      <a:cubicBezTo>
                        <a:pt x="124" y="15"/>
                        <a:pt x="124" y="14"/>
                        <a:pt x="123" y="12"/>
                      </a:cubicBezTo>
                      <a:cubicBezTo>
                        <a:pt x="122" y="11"/>
                        <a:pt x="121" y="9"/>
                        <a:pt x="119" y="8"/>
                      </a:cubicBezTo>
                      <a:cubicBezTo>
                        <a:pt x="117" y="6"/>
                        <a:pt x="113" y="5"/>
                        <a:pt x="110" y="4"/>
                      </a:cubicBezTo>
                      <a:cubicBezTo>
                        <a:pt x="106" y="3"/>
                        <a:pt x="103" y="3"/>
                        <a:pt x="100" y="3"/>
                      </a:cubicBezTo>
                      <a:cubicBezTo>
                        <a:pt x="93" y="2"/>
                        <a:pt x="87" y="2"/>
                        <a:pt x="82" y="2"/>
                      </a:cubicBezTo>
                      <a:cubicBezTo>
                        <a:pt x="77" y="3"/>
                        <a:pt x="73" y="3"/>
                        <a:pt x="69" y="4"/>
                      </a:cubicBezTo>
                      <a:cubicBezTo>
                        <a:pt x="62" y="5"/>
                        <a:pt x="58" y="6"/>
                        <a:pt x="58" y="6"/>
                      </a:cubicBezTo>
                      <a:cubicBezTo>
                        <a:pt x="58" y="6"/>
                        <a:pt x="59" y="5"/>
                        <a:pt x="61" y="5"/>
                      </a:cubicBezTo>
                      <a:cubicBezTo>
                        <a:pt x="62" y="4"/>
                        <a:pt x="65" y="3"/>
                        <a:pt x="69" y="3"/>
                      </a:cubicBezTo>
                      <a:cubicBezTo>
                        <a:pt x="72" y="2"/>
                        <a:pt x="77" y="1"/>
                        <a:pt x="82" y="1"/>
                      </a:cubicBezTo>
                      <a:cubicBezTo>
                        <a:pt x="87" y="0"/>
                        <a:pt x="93" y="0"/>
                        <a:pt x="100" y="0"/>
                      </a:cubicBezTo>
                      <a:cubicBezTo>
                        <a:pt x="103" y="0"/>
                        <a:pt x="107" y="1"/>
                        <a:pt x="110" y="2"/>
                      </a:cubicBezTo>
                      <a:cubicBezTo>
                        <a:pt x="114" y="3"/>
                        <a:pt x="118" y="4"/>
                        <a:pt x="121" y="6"/>
                      </a:cubicBezTo>
                      <a:cubicBezTo>
                        <a:pt x="123" y="7"/>
                        <a:pt x="124" y="9"/>
                        <a:pt x="126" y="11"/>
                      </a:cubicBezTo>
                      <a:cubicBezTo>
                        <a:pt x="127" y="13"/>
                        <a:pt x="127" y="15"/>
                        <a:pt x="127" y="17"/>
                      </a:cubicBezTo>
                      <a:cubicBezTo>
                        <a:pt x="127" y="20"/>
                        <a:pt x="126" y="22"/>
                        <a:pt x="125" y="24"/>
                      </a:cubicBezTo>
                      <a:cubicBezTo>
                        <a:pt x="124" y="26"/>
                        <a:pt x="122" y="28"/>
                        <a:pt x="121" y="29"/>
                      </a:cubicBezTo>
                      <a:cubicBezTo>
                        <a:pt x="118" y="33"/>
                        <a:pt x="114" y="36"/>
                        <a:pt x="110" y="38"/>
                      </a:cubicBezTo>
                      <a:cubicBezTo>
                        <a:pt x="106" y="41"/>
                        <a:pt x="102" y="43"/>
                        <a:pt x="98" y="45"/>
                      </a:cubicBezTo>
                      <a:cubicBezTo>
                        <a:pt x="89" y="49"/>
                        <a:pt x="80" y="52"/>
                        <a:pt x="70" y="55"/>
                      </a:cubicBezTo>
                      <a:cubicBezTo>
                        <a:pt x="60" y="57"/>
                        <a:pt x="51" y="59"/>
                        <a:pt x="41" y="59"/>
                      </a:cubicBezTo>
                      <a:cubicBezTo>
                        <a:pt x="36" y="60"/>
                        <a:pt x="31" y="60"/>
                        <a:pt x="27" y="59"/>
                      </a:cubicBezTo>
                      <a:cubicBezTo>
                        <a:pt x="22" y="59"/>
                        <a:pt x="18" y="58"/>
                        <a:pt x="13" y="56"/>
                      </a:cubicBezTo>
                      <a:cubicBezTo>
                        <a:pt x="11" y="56"/>
                        <a:pt x="9" y="55"/>
                        <a:pt x="7" y="54"/>
                      </a:cubicBezTo>
                      <a:cubicBezTo>
                        <a:pt x="5" y="52"/>
                        <a:pt x="4" y="51"/>
                        <a:pt x="2" y="49"/>
                      </a:cubicBezTo>
                      <a:cubicBezTo>
                        <a:pt x="1" y="47"/>
                        <a:pt x="0" y="45"/>
                        <a:pt x="0" y="42"/>
                      </a:cubicBezTo>
                      <a:cubicBezTo>
                        <a:pt x="1" y="40"/>
                        <a:pt x="1" y="38"/>
                        <a:pt x="2" y="36"/>
                      </a:cubicBezTo>
                      <a:cubicBezTo>
                        <a:pt x="4" y="32"/>
                        <a:pt x="7" y="30"/>
                        <a:pt x="10" y="27"/>
                      </a:cubicBezTo>
                      <a:cubicBezTo>
                        <a:pt x="12" y="25"/>
                        <a:pt x="15" y="23"/>
                        <a:pt x="18" y="21"/>
                      </a:cubicBezTo>
                      <a:cubicBezTo>
                        <a:pt x="24" y="17"/>
                        <a:pt x="29" y="15"/>
                        <a:pt x="34" y="13"/>
                      </a:cubicBezTo>
                      <a:cubicBezTo>
                        <a:pt x="39" y="11"/>
                        <a:pt x="43" y="9"/>
                        <a:pt x="47" y="8"/>
                      </a:cubicBezTo>
                      <a:cubicBezTo>
                        <a:pt x="50" y="7"/>
                        <a:pt x="53" y="7"/>
                        <a:pt x="55" y="6"/>
                      </a:cubicBezTo>
                      <a:cubicBezTo>
                        <a:pt x="57" y="6"/>
                        <a:pt x="58" y="6"/>
                        <a:pt x="58" y="6"/>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3" name="任意多边形 89"/>
                <p:cNvSpPr/>
                <p:nvPr/>
              </p:nvSpPr>
              <p:spPr bwMode="auto">
                <a:xfrm>
                  <a:off x="8108951" y="4235451"/>
                  <a:ext cx="61913" cy="61913"/>
                </a:xfrm>
                <a:custGeom>
                  <a:avLst/>
                  <a:gdLst>
                    <a:gd name="T0" fmla="*/ 22 w 23"/>
                    <a:gd name="T1" fmla="*/ 9 h 23"/>
                    <a:gd name="T2" fmla="*/ 14 w 23"/>
                    <a:gd name="T3" fmla="*/ 22 h 23"/>
                    <a:gd name="T4" fmla="*/ 1 w 23"/>
                    <a:gd name="T5" fmla="*/ 14 h 23"/>
                    <a:gd name="T6" fmla="*/ 9 w 23"/>
                    <a:gd name="T7" fmla="*/ 1 h 23"/>
                    <a:gd name="T8" fmla="*/ 22 w 23"/>
                    <a:gd name="T9" fmla="*/ 9 h 23"/>
                  </a:gdLst>
                  <a:ahLst/>
                  <a:cxnLst>
                    <a:cxn ang="0">
                      <a:pos x="T0" y="T1"/>
                    </a:cxn>
                    <a:cxn ang="0">
                      <a:pos x="T2" y="T3"/>
                    </a:cxn>
                    <a:cxn ang="0">
                      <a:pos x="T4" y="T5"/>
                    </a:cxn>
                    <a:cxn ang="0">
                      <a:pos x="T6" y="T7"/>
                    </a:cxn>
                    <a:cxn ang="0">
                      <a:pos x="T8" y="T9"/>
                    </a:cxn>
                  </a:cxnLst>
                  <a:rect l="0" t="0" r="r" b="b"/>
                  <a:pathLst>
                    <a:path w="23" h="23">
                      <a:moveTo>
                        <a:pt x="22" y="9"/>
                      </a:moveTo>
                      <a:cubicBezTo>
                        <a:pt x="23" y="15"/>
                        <a:pt x="20" y="20"/>
                        <a:pt x="14" y="22"/>
                      </a:cubicBezTo>
                      <a:cubicBezTo>
                        <a:pt x="8" y="23"/>
                        <a:pt x="3" y="20"/>
                        <a:pt x="1" y="14"/>
                      </a:cubicBezTo>
                      <a:cubicBezTo>
                        <a:pt x="0" y="8"/>
                        <a:pt x="3" y="3"/>
                        <a:pt x="9" y="1"/>
                      </a:cubicBezTo>
                      <a:cubicBezTo>
                        <a:pt x="15" y="0"/>
                        <a:pt x="20" y="3"/>
                        <a:pt x="22" y="9"/>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18" name="组合 417"/>
              <p:cNvGrpSpPr/>
              <p:nvPr/>
            </p:nvGrpSpPr>
            <p:grpSpPr>
              <a:xfrm>
                <a:off x="8767764" y="3883025"/>
                <a:ext cx="633412" cy="619125"/>
                <a:chOff x="8148639" y="3233738"/>
                <a:chExt cx="633412" cy="619125"/>
              </a:xfrm>
            </p:grpSpPr>
            <p:sp>
              <p:nvSpPr>
                <p:cNvPr id="844" name="任意多边形 90"/>
                <p:cNvSpPr/>
                <p:nvPr/>
              </p:nvSpPr>
              <p:spPr bwMode="auto">
                <a:xfrm>
                  <a:off x="8164514" y="3257551"/>
                  <a:ext cx="590550" cy="571500"/>
                </a:xfrm>
                <a:custGeom>
                  <a:avLst/>
                  <a:gdLst>
                    <a:gd name="T0" fmla="*/ 219 w 219"/>
                    <a:gd name="T1" fmla="*/ 188 h 212"/>
                    <a:gd name="T2" fmla="*/ 218 w 219"/>
                    <a:gd name="T3" fmla="*/ 188 h 212"/>
                    <a:gd name="T4" fmla="*/ 215 w 219"/>
                    <a:gd name="T5" fmla="*/ 186 h 212"/>
                    <a:gd name="T6" fmla="*/ 201 w 219"/>
                    <a:gd name="T7" fmla="*/ 179 h 212"/>
                    <a:gd name="T8" fmla="*/ 152 w 219"/>
                    <a:gd name="T9" fmla="*/ 153 h 212"/>
                    <a:gd name="T10" fmla="*/ 153 w 219"/>
                    <a:gd name="T11" fmla="*/ 153 h 212"/>
                    <a:gd name="T12" fmla="*/ 1 w 219"/>
                    <a:gd name="T13" fmla="*/ 211 h 212"/>
                    <a:gd name="T14" fmla="*/ 0 w 219"/>
                    <a:gd name="T15" fmla="*/ 212 h 212"/>
                    <a:gd name="T16" fmla="*/ 0 w 219"/>
                    <a:gd name="T17" fmla="*/ 210 h 212"/>
                    <a:gd name="T18" fmla="*/ 5 w 219"/>
                    <a:gd name="T19" fmla="*/ 193 h 212"/>
                    <a:gd name="T20" fmla="*/ 34 w 219"/>
                    <a:gd name="T21" fmla="*/ 87 h 212"/>
                    <a:gd name="T22" fmla="*/ 34 w 219"/>
                    <a:gd name="T23" fmla="*/ 87 h 212"/>
                    <a:gd name="T24" fmla="*/ 34 w 219"/>
                    <a:gd name="T25" fmla="*/ 87 h 212"/>
                    <a:gd name="T26" fmla="*/ 118 w 219"/>
                    <a:gd name="T27" fmla="*/ 24 h 212"/>
                    <a:gd name="T28" fmla="*/ 142 w 219"/>
                    <a:gd name="T29" fmla="*/ 6 h 212"/>
                    <a:gd name="T30" fmla="*/ 149 w 219"/>
                    <a:gd name="T31" fmla="*/ 1 h 212"/>
                    <a:gd name="T32" fmla="*/ 150 w 219"/>
                    <a:gd name="T33" fmla="*/ 0 h 212"/>
                    <a:gd name="T34" fmla="*/ 151 w 219"/>
                    <a:gd name="T35" fmla="*/ 0 h 212"/>
                    <a:gd name="T36" fmla="*/ 150 w 219"/>
                    <a:gd name="T37" fmla="*/ 0 h 212"/>
                    <a:gd name="T38" fmla="*/ 149 w 219"/>
                    <a:gd name="T39" fmla="*/ 2 h 212"/>
                    <a:gd name="T40" fmla="*/ 142 w 219"/>
                    <a:gd name="T41" fmla="*/ 6 h 212"/>
                    <a:gd name="T42" fmla="*/ 119 w 219"/>
                    <a:gd name="T43" fmla="*/ 24 h 212"/>
                    <a:gd name="T44" fmla="*/ 35 w 219"/>
                    <a:gd name="T45" fmla="*/ 88 h 212"/>
                    <a:gd name="T46" fmla="*/ 35 w 219"/>
                    <a:gd name="T47" fmla="*/ 87 h 212"/>
                    <a:gd name="T48" fmla="*/ 6 w 219"/>
                    <a:gd name="T49" fmla="*/ 194 h 212"/>
                    <a:gd name="T50" fmla="*/ 1 w 219"/>
                    <a:gd name="T51" fmla="*/ 211 h 212"/>
                    <a:gd name="T52" fmla="*/ 0 w 219"/>
                    <a:gd name="T53" fmla="*/ 210 h 212"/>
                    <a:gd name="T54" fmla="*/ 152 w 219"/>
                    <a:gd name="T55" fmla="*/ 152 h 212"/>
                    <a:gd name="T56" fmla="*/ 152 w 219"/>
                    <a:gd name="T57" fmla="*/ 152 h 212"/>
                    <a:gd name="T58" fmla="*/ 153 w 219"/>
                    <a:gd name="T59" fmla="*/ 152 h 212"/>
                    <a:gd name="T60" fmla="*/ 202 w 219"/>
                    <a:gd name="T61" fmla="*/ 178 h 212"/>
                    <a:gd name="T62" fmla="*/ 215 w 219"/>
                    <a:gd name="T63" fmla="*/ 186 h 212"/>
                    <a:gd name="T64" fmla="*/ 218 w 219"/>
                    <a:gd name="T65" fmla="*/ 188 h 212"/>
                    <a:gd name="T66" fmla="*/ 219 w 219"/>
                    <a:gd name="T67" fmla="*/ 18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 h="212">
                      <a:moveTo>
                        <a:pt x="219" y="188"/>
                      </a:moveTo>
                      <a:cubicBezTo>
                        <a:pt x="219" y="188"/>
                        <a:pt x="219" y="188"/>
                        <a:pt x="218" y="188"/>
                      </a:cubicBezTo>
                      <a:cubicBezTo>
                        <a:pt x="217" y="187"/>
                        <a:pt x="216" y="187"/>
                        <a:pt x="215" y="186"/>
                      </a:cubicBezTo>
                      <a:cubicBezTo>
                        <a:pt x="212" y="184"/>
                        <a:pt x="207" y="182"/>
                        <a:pt x="201" y="179"/>
                      </a:cubicBezTo>
                      <a:cubicBezTo>
                        <a:pt x="190" y="173"/>
                        <a:pt x="173" y="164"/>
                        <a:pt x="152" y="153"/>
                      </a:cubicBezTo>
                      <a:cubicBezTo>
                        <a:pt x="153" y="153"/>
                        <a:pt x="153" y="153"/>
                        <a:pt x="153" y="153"/>
                      </a:cubicBezTo>
                      <a:cubicBezTo>
                        <a:pt x="113" y="168"/>
                        <a:pt x="60" y="188"/>
                        <a:pt x="1" y="211"/>
                      </a:cubicBezTo>
                      <a:cubicBezTo>
                        <a:pt x="0" y="212"/>
                        <a:pt x="0" y="212"/>
                        <a:pt x="0" y="212"/>
                      </a:cubicBezTo>
                      <a:cubicBezTo>
                        <a:pt x="0" y="210"/>
                        <a:pt x="0" y="210"/>
                        <a:pt x="0" y="210"/>
                      </a:cubicBezTo>
                      <a:cubicBezTo>
                        <a:pt x="1" y="205"/>
                        <a:pt x="3" y="199"/>
                        <a:pt x="5" y="193"/>
                      </a:cubicBezTo>
                      <a:cubicBezTo>
                        <a:pt x="15" y="155"/>
                        <a:pt x="25" y="119"/>
                        <a:pt x="34" y="87"/>
                      </a:cubicBezTo>
                      <a:cubicBezTo>
                        <a:pt x="34" y="87"/>
                        <a:pt x="34" y="87"/>
                        <a:pt x="34" y="87"/>
                      </a:cubicBezTo>
                      <a:cubicBezTo>
                        <a:pt x="34" y="87"/>
                        <a:pt x="34" y="87"/>
                        <a:pt x="34" y="87"/>
                      </a:cubicBezTo>
                      <a:cubicBezTo>
                        <a:pt x="69" y="61"/>
                        <a:pt x="98" y="39"/>
                        <a:pt x="118" y="24"/>
                      </a:cubicBezTo>
                      <a:cubicBezTo>
                        <a:pt x="129" y="16"/>
                        <a:pt x="137" y="10"/>
                        <a:pt x="142" y="6"/>
                      </a:cubicBezTo>
                      <a:cubicBezTo>
                        <a:pt x="145" y="4"/>
                        <a:pt x="147" y="2"/>
                        <a:pt x="149" y="1"/>
                      </a:cubicBezTo>
                      <a:cubicBezTo>
                        <a:pt x="149" y="1"/>
                        <a:pt x="150" y="1"/>
                        <a:pt x="150" y="0"/>
                      </a:cubicBezTo>
                      <a:cubicBezTo>
                        <a:pt x="151" y="0"/>
                        <a:pt x="151" y="0"/>
                        <a:pt x="151" y="0"/>
                      </a:cubicBezTo>
                      <a:cubicBezTo>
                        <a:pt x="150" y="0"/>
                        <a:pt x="150" y="0"/>
                        <a:pt x="150" y="0"/>
                      </a:cubicBezTo>
                      <a:cubicBezTo>
                        <a:pt x="150" y="1"/>
                        <a:pt x="149" y="1"/>
                        <a:pt x="149" y="2"/>
                      </a:cubicBezTo>
                      <a:cubicBezTo>
                        <a:pt x="147" y="3"/>
                        <a:pt x="145" y="4"/>
                        <a:pt x="142" y="6"/>
                      </a:cubicBezTo>
                      <a:cubicBezTo>
                        <a:pt x="137" y="11"/>
                        <a:pt x="129" y="17"/>
                        <a:pt x="119" y="24"/>
                      </a:cubicBezTo>
                      <a:cubicBezTo>
                        <a:pt x="98" y="40"/>
                        <a:pt x="69" y="62"/>
                        <a:pt x="35" y="88"/>
                      </a:cubicBezTo>
                      <a:cubicBezTo>
                        <a:pt x="35" y="87"/>
                        <a:pt x="35" y="87"/>
                        <a:pt x="35" y="87"/>
                      </a:cubicBezTo>
                      <a:cubicBezTo>
                        <a:pt x="26" y="119"/>
                        <a:pt x="17" y="156"/>
                        <a:pt x="6" y="194"/>
                      </a:cubicBezTo>
                      <a:cubicBezTo>
                        <a:pt x="4" y="200"/>
                        <a:pt x="3" y="205"/>
                        <a:pt x="1" y="211"/>
                      </a:cubicBezTo>
                      <a:cubicBezTo>
                        <a:pt x="0" y="210"/>
                        <a:pt x="0" y="210"/>
                        <a:pt x="0" y="210"/>
                      </a:cubicBezTo>
                      <a:cubicBezTo>
                        <a:pt x="60" y="187"/>
                        <a:pt x="113" y="167"/>
                        <a:pt x="152" y="152"/>
                      </a:cubicBezTo>
                      <a:cubicBezTo>
                        <a:pt x="152" y="152"/>
                        <a:pt x="152" y="152"/>
                        <a:pt x="152" y="152"/>
                      </a:cubicBezTo>
                      <a:cubicBezTo>
                        <a:pt x="153" y="152"/>
                        <a:pt x="153" y="152"/>
                        <a:pt x="153" y="152"/>
                      </a:cubicBezTo>
                      <a:cubicBezTo>
                        <a:pt x="173" y="163"/>
                        <a:pt x="190" y="172"/>
                        <a:pt x="202" y="178"/>
                      </a:cubicBezTo>
                      <a:cubicBezTo>
                        <a:pt x="207" y="182"/>
                        <a:pt x="212" y="184"/>
                        <a:pt x="215" y="186"/>
                      </a:cubicBezTo>
                      <a:cubicBezTo>
                        <a:pt x="216" y="186"/>
                        <a:pt x="217" y="187"/>
                        <a:pt x="218" y="188"/>
                      </a:cubicBezTo>
                      <a:cubicBezTo>
                        <a:pt x="219" y="188"/>
                        <a:pt x="219" y="188"/>
                        <a:pt x="219" y="188"/>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5" name="任意多边形 91"/>
                <p:cNvSpPr/>
                <p:nvPr/>
              </p:nvSpPr>
              <p:spPr bwMode="auto">
                <a:xfrm>
                  <a:off x="8148639" y="3779838"/>
                  <a:ext cx="69850" cy="73025"/>
                </a:xfrm>
                <a:custGeom>
                  <a:avLst/>
                  <a:gdLst>
                    <a:gd name="T0" fmla="*/ 44 w 44"/>
                    <a:gd name="T1" fmla="*/ 26 h 46"/>
                    <a:gd name="T2" fmla="*/ 29 w 44"/>
                    <a:gd name="T3" fmla="*/ 31 h 46"/>
                    <a:gd name="T4" fmla="*/ 24 w 44"/>
                    <a:gd name="T5" fmla="*/ 46 h 46"/>
                    <a:gd name="T6" fmla="*/ 15 w 44"/>
                    <a:gd name="T7" fmla="*/ 32 h 46"/>
                    <a:gd name="T8" fmla="*/ 0 w 44"/>
                    <a:gd name="T9" fmla="*/ 32 h 46"/>
                    <a:gd name="T10" fmla="*/ 8 w 44"/>
                    <a:gd name="T11" fmla="*/ 21 h 46"/>
                    <a:gd name="T12" fmla="*/ 3 w 44"/>
                    <a:gd name="T13" fmla="*/ 5 h 46"/>
                    <a:gd name="T14" fmla="*/ 19 w 44"/>
                    <a:gd name="T15" fmla="*/ 10 h 46"/>
                    <a:gd name="T16" fmla="*/ 32 w 44"/>
                    <a:gd name="T17" fmla="*/ 0 h 46"/>
                    <a:gd name="T18" fmla="*/ 32 w 44"/>
                    <a:gd name="T19" fmla="*/ 17 h 46"/>
                    <a:gd name="T20" fmla="*/ 44 w 44"/>
                    <a:gd name="T21" fmla="*/ 2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46">
                      <a:moveTo>
                        <a:pt x="44" y="26"/>
                      </a:moveTo>
                      <a:lnTo>
                        <a:pt x="29" y="31"/>
                      </a:lnTo>
                      <a:lnTo>
                        <a:pt x="24" y="46"/>
                      </a:lnTo>
                      <a:lnTo>
                        <a:pt x="15" y="32"/>
                      </a:lnTo>
                      <a:lnTo>
                        <a:pt x="0" y="32"/>
                      </a:lnTo>
                      <a:lnTo>
                        <a:pt x="8" y="21"/>
                      </a:lnTo>
                      <a:lnTo>
                        <a:pt x="3" y="5"/>
                      </a:lnTo>
                      <a:lnTo>
                        <a:pt x="19" y="10"/>
                      </a:lnTo>
                      <a:lnTo>
                        <a:pt x="32" y="0"/>
                      </a:lnTo>
                      <a:lnTo>
                        <a:pt x="32" y="17"/>
                      </a:lnTo>
                      <a:lnTo>
                        <a:pt x="44" y="26"/>
                      </a:lnTo>
                      <a:close/>
                    </a:path>
                  </a:pathLst>
                </a:cu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6" name="任意多边形 92"/>
                <p:cNvSpPr/>
                <p:nvPr/>
              </p:nvSpPr>
              <p:spPr bwMode="auto">
                <a:xfrm>
                  <a:off x="8242301" y="3459163"/>
                  <a:ext cx="49213" cy="46038"/>
                </a:xfrm>
                <a:custGeom>
                  <a:avLst/>
                  <a:gdLst>
                    <a:gd name="T0" fmla="*/ 31 w 31"/>
                    <a:gd name="T1" fmla="*/ 16 h 29"/>
                    <a:gd name="T2" fmla="*/ 21 w 31"/>
                    <a:gd name="T3" fmla="*/ 19 h 29"/>
                    <a:gd name="T4" fmla="*/ 17 w 31"/>
                    <a:gd name="T5" fmla="*/ 29 h 29"/>
                    <a:gd name="T6" fmla="*/ 12 w 31"/>
                    <a:gd name="T7" fmla="*/ 21 h 29"/>
                    <a:gd name="T8" fmla="*/ 0 w 31"/>
                    <a:gd name="T9" fmla="*/ 22 h 29"/>
                    <a:gd name="T10" fmla="*/ 7 w 31"/>
                    <a:gd name="T11" fmla="*/ 14 h 29"/>
                    <a:gd name="T12" fmla="*/ 4 w 31"/>
                    <a:gd name="T13" fmla="*/ 4 h 29"/>
                    <a:gd name="T14" fmla="*/ 12 w 31"/>
                    <a:gd name="T15" fmla="*/ 7 h 29"/>
                    <a:gd name="T16" fmla="*/ 21 w 31"/>
                    <a:gd name="T17" fmla="*/ 0 h 29"/>
                    <a:gd name="T18" fmla="*/ 21 w 31"/>
                    <a:gd name="T19" fmla="*/ 10 h 29"/>
                    <a:gd name="T20" fmla="*/ 31 w 31"/>
                    <a:gd name="T21"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29">
                      <a:moveTo>
                        <a:pt x="31" y="16"/>
                      </a:moveTo>
                      <a:lnTo>
                        <a:pt x="21" y="19"/>
                      </a:lnTo>
                      <a:lnTo>
                        <a:pt x="17" y="29"/>
                      </a:lnTo>
                      <a:lnTo>
                        <a:pt x="12" y="21"/>
                      </a:lnTo>
                      <a:lnTo>
                        <a:pt x="0" y="22"/>
                      </a:lnTo>
                      <a:lnTo>
                        <a:pt x="7" y="14"/>
                      </a:lnTo>
                      <a:lnTo>
                        <a:pt x="4" y="4"/>
                      </a:lnTo>
                      <a:lnTo>
                        <a:pt x="12" y="7"/>
                      </a:lnTo>
                      <a:lnTo>
                        <a:pt x="21" y="0"/>
                      </a:lnTo>
                      <a:lnTo>
                        <a:pt x="21" y="10"/>
                      </a:lnTo>
                      <a:lnTo>
                        <a:pt x="31" y="16"/>
                      </a:lnTo>
                      <a:close/>
                    </a:path>
                  </a:pathLst>
                </a:cu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7" name="任意多边形 93"/>
                <p:cNvSpPr/>
                <p:nvPr/>
              </p:nvSpPr>
              <p:spPr bwMode="auto">
                <a:xfrm>
                  <a:off x="8542339" y="3233738"/>
                  <a:ext cx="55563" cy="55563"/>
                </a:xfrm>
                <a:custGeom>
                  <a:avLst/>
                  <a:gdLst>
                    <a:gd name="T0" fmla="*/ 35 w 35"/>
                    <a:gd name="T1" fmla="*/ 8 h 35"/>
                    <a:gd name="T2" fmla="*/ 29 w 35"/>
                    <a:gd name="T3" fmla="*/ 18 h 35"/>
                    <a:gd name="T4" fmla="*/ 34 w 35"/>
                    <a:gd name="T5" fmla="*/ 30 h 35"/>
                    <a:gd name="T6" fmla="*/ 22 w 35"/>
                    <a:gd name="T7" fmla="*/ 27 h 35"/>
                    <a:gd name="T8" fmla="*/ 12 w 35"/>
                    <a:gd name="T9" fmla="*/ 35 h 35"/>
                    <a:gd name="T10" fmla="*/ 12 w 35"/>
                    <a:gd name="T11" fmla="*/ 23 h 35"/>
                    <a:gd name="T12" fmla="*/ 0 w 35"/>
                    <a:gd name="T13" fmla="*/ 17 h 35"/>
                    <a:gd name="T14" fmla="*/ 12 w 35"/>
                    <a:gd name="T15" fmla="*/ 12 h 35"/>
                    <a:gd name="T16" fmla="*/ 15 w 35"/>
                    <a:gd name="T17" fmla="*/ 0 h 35"/>
                    <a:gd name="T18" fmla="*/ 23 w 35"/>
                    <a:gd name="T19" fmla="*/ 10 h 35"/>
                    <a:gd name="T20" fmla="*/ 35 w 35"/>
                    <a:gd name="T21" fmla="*/ 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5">
                      <a:moveTo>
                        <a:pt x="35" y="8"/>
                      </a:moveTo>
                      <a:lnTo>
                        <a:pt x="29" y="18"/>
                      </a:lnTo>
                      <a:lnTo>
                        <a:pt x="34" y="30"/>
                      </a:lnTo>
                      <a:lnTo>
                        <a:pt x="22" y="27"/>
                      </a:lnTo>
                      <a:lnTo>
                        <a:pt x="12" y="35"/>
                      </a:lnTo>
                      <a:lnTo>
                        <a:pt x="12" y="23"/>
                      </a:lnTo>
                      <a:lnTo>
                        <a:pt x="0" y="17"/>
                      </a:lnTo>
                      <a:lnTo>
                        <a:pt x="12" y="12"/>
                      </a:lnTo>
                      <a:lnTo>
                        <a:pt x="15" y="0"/>
                      </a:lnTo>
                      <a:lnTo>
                        <a:pt x="23" y="10"/>
                      </a:lnTo>
                      <a:lnTo>
                        <a:pt x="35" y="8"/>
                      </a:lnTo>
                      <a:close/>
                    </a:path>
                  </a:pathLst>
                </a:cu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8" name="任意多边形 94"/>
                <p:cNvSpPr/>
                <p:nvPr/>
              </p:nvSpPr>
              <p:spPr bwMode="auto">
                <a:xfrm>
                  <a:off x="8724901" y="3729038"/>
                  <a:ext cx="57150" cy="57150"/>
                </a:xfrm>
                <a:custGeom>
                  <a:avLst/>
                  <a:gdLst>
                    <a:gd name="T0" fmla="*/ 36 w 36"/>
                    <a:gd name="T1" fmla="*/ 8 h 36"/>
                    <a:gd name="T2" fmla="*/ 27 w 36"/>
                    <a:gd name="T3" fmla="*/ 20 h 36"/>
                    <a:gd name="T4" fmla="*/ 32 w 36"/>
                    <a:gd name="T5" fmla="*/ 32 h 36"/>
                    <a:gd name="T6" fmla="*/ 20 w 36"/>
                    <a:gd name="T7" fmla="*/ 29 h 36"/>
                    <a:gd name="T8" fmla="*/ 10 w 36"/>
                    <a:gd name="T9" fmla="*/ 36 h 36"/>
                    <a:gd name="T10" fmla="*/ 10 w 36"/>
                    <a:gd name="T11" fmla="*/ 24 h 36"/>
                    <a:gd name="T12" fmla="*/ 0 w 36"/>
                    <a:gd name="T13" fmla="*/ 17 h 36"/>
                    <a:gd name="T14" fmla="*/ 12 w 36"/>
                    <a:gd name="T15" fmla="*/ 12 h 36"/>
                    <a:gd name="T16" fmla="*/ 14 w 36"/>
                    <a:gd name="T17" fmla="*/ 0 h 36"/>
                    <a:gd name="T18" fmla="*/ 22 w 36"/>
                    <a:gd name="T19" fmla="*/ 10 h 36"/>
                    <a:gd name="T20" fmla="*/ 36 w 36"/>
                    <a:gd name="T21" fmla="*/ 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36">
                      <a:moveTo>
                        <a:pt x="36" y="8"/>
                      </a:moveTo>
                      <a:lnTo>
                        <a:pt x="27" y="20"/>
                      </a:lnTo>
                      <a:lnTo>
                        <a:pt x="32" y="32"/>
                      </a:lnTo>
                      <a:lnTo>
                        <a:pt x="20" y="29"/>
                      </a:lnTo>
                      <a:lnTo>
                        <a:pt x="10" y="36"/>
                      </a:lnTo>
                      <a:lnTo>
                        <a:pt x="10" y="24"/>
                      </a:lnTo>
                      <a:lnTo>
                        <a:pt x="0" y="17"/>
                      </a:lnTo>
                      <a:lnTo>
                        <a:pt x="12" y="12"/>
                      </a:lnTo>
                      <a:lnTo>
                        <a:pt x="14" y="0"/>
                      </a:lnTo>
                      <a:lnTo>
                        <a:pt x="22" y="10"/>
                      </a:lnTo>
                      <a:lnTo>
                        <a:pt x="36" y="8"/>
                      </a:lnTo>
                      <a:close/>
                    </a:path>
                  </a:pathLst>
                </a:cu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9" name="任意多边形 95"/>
                <p:cNvSpPr/>
                <p:nvPr/>
              </p:nvSpPr>
              <p:spPr bwMode="auto">
                <a:xfrm>
                  <a:off x="8555039" y="3651251"/>
                  <a:ext cx="34925" cy="36513"/>
                </a:xfrm>
                <a:custGeom>
                  <a:avLst/>
                  <a:gdLst>
                    <a:gd name="T0" fmla="*/ 22 w 22"/>
                    <a:gd name="T1" fmla="*/ 5 h 23"/>
                    <a:gd name="T2" fmla="*/ 17 w 22"/>
                    <a:gd name="T3" fmla="*/ 12 h 23"/>
                    <a:gd name="T4" fmla="*/ 21 w 22"/>
                    <a:gd name="T5" fmla="*/ 20 h 23"/>
                    <a:gd name="T6" fmla="*/ 14 w 22"/>
                    <a:gd name="T7" fmla="*/ 18 h 23"/>
                    <a:gd name="T8" fmla="*/ 7 w 22"/>
                    <a:gd name="T9" fmla="*/ 23 h 23"/>
                    <a:gd name="T10" fmla="*/ 7 w 22"/>
                    <a:gd name="T11" fmla="*/ 15 h 23"/>
                    <a:gd name="T12" fmla="*/ 0 w 22"/>
                    <a:gd name="T13" fmla="*/ 10 h 23"/>
                    <a:gd name="T14" fmla="*/ 7 w 22"/>
                    <a:gd name="T15" fmla="*/ 8 h 23"/>
                    <a:gd name="T16" fmla="*/ 9 w 22"/>
                    <a:gd name="T17" fmla="*/ 0 h 23"/>
                    <a:gd name="T18" fmla="*/ 14 w 22"/>
                    <a:gd name="T19" fmla="*/ 6 h 23"/>
                    <a:gd name="T20" fmla="*/ 22 w 22"/>
                    <a:gd name="T21"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3">
                      <a:moveTo>
                        <a:pt x="22" y="5"/>
                      </a:moveTo>
                      <a:lnTo>
                        <a:pt x="17" y="12"/>
                      </a:lnTo>
                      <a:lnTo>
                        <a:pt x="21" y="20"/>
                      </a:lnTo>
                      <a:lnTo>
                        <a:pt x="14" y="18"/>
                      </a:lnTo>
                      <a:lnTo>
                        <a:pt x="7" y="23"/>
                      </a:lnTo>
                      <a:lnTo>
                        <a:pt x="7" y="15"/>
                      </a:lnTo>
                      <a:lnTo>
                        <a:pt x="0" y="10"/>
                      </a:lnTo>
                      <a:lnTo>
                        <a:pt x="7" y="8"/>
                      </a:lnTo>
                      <a:lnTo>
                        <a:pt x="9" y="0"/>
                      </a:lnTo>
                      <a:lnTo>
                        <a:pt x="14" y="6"/>
                      </a:lnTo>
                      <a:lnTo>
                        <a:pt x="22" y="5"/>
                      </a:lnTo>
                      <a:close/>
                    </a:path>
                  </a:pathLst>
                </a:cu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19" name="组合 418"/>
              <p:cNvGrpSpPr/>
              <p:nvPr/>
            </p:nvGrpSpPr>
            <p:grpSpPr>
              <a:xfrm>
                <a:off x="6620729" y="1448763"/>
                <a:ext cx="1228725" cy="796926"/>
                <a:chOff x="6838951" y="1493838"/>
                <a:chExt cx="1228725" cy="796926"/>
              </a:xfrm>
            </p:grpSpPr>
            <p:sp>
              <p:nvSpPr>
                <p:cNvPr id="829" name="任意多边形 60"/>
                <p:cNvSpPr/>
                <p:nvPr/>
              </p:nvSpPr>
              <p:spPr bwMode="auto">
                <a:xfrm>
                  <a:off x="6838951" y="2151063"/>
                  <a:ext cx="92075" cy="88900"/>
                </a:xfrm>
                <a:custGeom>
                  <a:avLst/>
                  <a:gdLst>
                    <a:gd name="T0" fmla="*/ 16 w 34"/>
                    <a:gd name="T1" fmla="*/ 0 h 33"/>
                    <a:gd name="T2" fmla="*/ 19 w 34"/>
                    <a:gd name="T3" fmla="*/ 4 h 33"/>
                    <a:gd name="T4" fmla="*/ 30 w 34"/>
                    <a:gd name="T5" fmla="*/ 14 h 33"/>
                    <a:gd name="T6" fmla="*/ 34 w 34"/>
                    <a:gd name="T7" fmla="*/ 16 h 33"/>
                    <a:gd name="T8" fmla="*/ 30 w 34"/>
                    <a:gd name="T9" fmla="*/ 18 h 33"/>
                    <a:gd name="T10" fmla="*/ 20 w 34"/>
                    <a:gd name="T11" fmla="*/ 29 h 33"/>
                    <a:gd name="T12" fmla="*/ 18 w 34"/>
                    <a:gd name="T13" fmla="*/ 33 h 33"/>
                    <a:gd name="T14" fmla="*/ 15 w 34"/>
                    <a:gd name="T15" fmla="*/ 30 h 33"/>
                    <a:gd name="T16" fmla="*/ 4 w 34"/>
                    <a:gd name="T17" fmla="*/ 19 h 33"/>
                    <a:gd name="T18" fmla="*/ 0 w 34"/>
                    <a:gd name="T19" fmla="*/ 17 h 33"/>
                    <a:gd name="T20" fmla="*/ 4 w 34"/>
                    <a:gd name="T21" fmla="*/ 15 h 33"/>
                    <a:gd name="T22" fmla="*/ 14 w 34"/>
                    <a:gd name="T23" fmla="*/ 4 h 33"/>
                    <a:gd name="T24" fmla="*/ 16 w 34"/>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33">
                      <a:moveTo>
                        <a:pt x="16" y="0"/>
                      </a:moveTo>
                      <a:cubicBezTo>
                        <a:pt x="19" y="4"/>
                        <a:pt x="19" y="4"/>
                        <a:pt x="19" y="4"/>
                      </a:cubicBezTo>
                      <a:cubicBezTo>
                        <a:pt x="21" y="8"/>
                        <a:pt x="25" y="12"/>
                        <a:pt x="30" y="14"/>
                      </a:cubicBezTo>
                      <a:cubicBezTo>
                        <a:pt x="34" y="16"/>
                        <a:pt x="34" y="16"/>
                        <a:pt x="34" y="16"/>
                      </a:cubicBezTo>
                      <a:cubicBezTo>
                        <a:pt x="30" y="18"/>
                        <a:pt x="30" y="18"/>
                        <a:pt x="30" y="18"/>
                      </a:cubicBezTo>
                      <a:cubicBezTo>
                        <a:pt x="26" y="21"/>
                        <a:pt x="22" y="25"/>
                        <a:pt x="20" y="29"/>
                      </a:cubicBezTo>
                      <a:cubicBezTo>
                        <a:pt x="18" y="33"/>
                        <a:pt x="18" y="33"/>
                        <a:pt x="18" y="33"/>
                      </a:cubicBezTo>
                      <a:cubicBezTo>
                        <a:pt x="15" y="30"/>
                        <a:pt x="15" y="30"/>
                        <a:pt x="15" y="30"/>
                      </a:cubicBezTo>
                      <a:cubicBezTo>
                        <a:pt x="13" y="25"/>
                        <a:pt x="9" y="22"/>
                        <a:pt x="4" y="19"/>
                      </a:cubicBezTo>
                      <a:cubicBezTo>
                        <a:pt x="0" y="17"/>
                        <a:pt x="0" y="17"/>
                        <a:pt x="0" y="17"/>
                      </a:cubicBezTo>
                      <a:cubicBezTo>
                        <a:pt x="4" y="15"/>
                        <a:pt x="4" y="15"/>
                        <a:pt x="4" y="15"/>
                      </a:cubicBezTo>
                      <a:cubicBezTo>
                        <a:pt x="9" y="12"/>
                        <a:pt x="12" y="8"/>
                        <a:pt x="14" y="4"/>
                      </a:cubicBezTo>
                      <a:lnTo>
                        <a:pt x="16"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0" name="任意多边形 61"/>
                <p:cNvSpPr/>
                <p:nvPr/>
              </p:nvSpPr>
              <p:spPr bwMode="auto">
                <a:xfrm>
                  <a:off x="7975601" y="1851026"/>
                  <a:ext cx="92075" cy="92075"/>
                </a:xfrm>
                <a:custGeom>
                  <a:avLst/>
                  <a:gdLst>
                    <a:gd name="T0" fmla="*/ 16 w 34"/>
                    <a:gd name="T1" fmla="*/ 0 h 34"/>
                    <a:gd name="T2" fmla="*/ 18 w 34"/>
                    <a:gd name="T3" fmla="*/ 4 h 34"/>
                    <a:gd name="T4" fmla="*/ 30 w 34"/>
                    <a:gd name="T5" fmla="*/ 15 h 34"/>
                    <a:gd name="T6" fmla="*/ 34 w 34"/>
                    <a:gd name="T7" fmla="*/ 17 h 34"/>
                    <a:gd name="T8" fmla="*/ 30 w 34"/>
                    <a:gd name="T9" fmla="*/ 19 h 34"/>
                    <a:gd name="T10" fmla="*/ 20 w 34"/>
                    <a:gd name="T11" fmla="*/ 30 h 34"/>
                    <a:gd name="T12" fmla="*/ 18 w 34"/>
                    <a:gd name="T13" fmla="*/ 34 h 34"/>
                    <a:gd name="T14" fmla="*/ 15 w 34"/>
                    <a:gd name="T15" fmla="*/ 30 h 34"/>
                    <a:gd name="T16" fmla="*/ 4 w 34"/>
                    <a:gd name="T17" fmla="*/ 20 h 34"/>
                    <a:gd name="T18" fmla="*/ 0 w 34"/>
                    <a:gd name="T19" fmla="*/ 18 h 34"/>
                    <a:gd name="T20" fmla="*/ 4 w 34"/>
                    <a:gd name="T21" fmla="*/ 16 h 34"/>
                    <a:gd name="T22" fmla="*/ 14 w 34"/>
                    <a:gd name="T23" fmla="*/ 5 h 34"/>
                    <a:gd name="T24" fmla="*/ 16 w 34"/>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34">
                      <a:moveTo>
                        <a:pt x="16" y="0"/>
                      </a:moveTo>
                      <a:cubicBezTo>
                        <a:pt x="18" y="4"/>
                        <a:pt x="18" y="4"/>
                        <a:pt x="18" y="4"/>
                      </a:cubicBezTo>
                      <a:cubicBezTo>
                        <a:pt x="21" y="9"/>
                        <a:pt x="25" y="12"/>
                        <a:pt x="30" y="15"/>
                      </a:cubicBezTo>
                      <a:cubicBezTo>
                        <a:pt x="34" y="17"/>
                        <a:pt x="34" y="17"/>
                        <a:pt x="34" y="17"/>
                      </a:cubicBezTo>
                      <a:cubicBezTo>
                        <a:pt x="30" y="19"/>
                        <a:pt x="30" y="19"/>
                        <a:pt x="30" y="19"/>
                      </a:cubicBezTo>
                      <a:cubicBezTo>
                        <a:pt x="25" y="22"/>
                        <a:pt x="22" y="26"/>
                        <a:pt x="20" y="30"/>
                      </a:cubicBezTo>
                      <a:cubicBezTo>
                        <a:pt x="18" y="34"/>
                        <a:pt x="18" y="34"/>
                        <a:pt x="18" y="34"/>
                      </a:cubicBezTo>
                      <a:cubicBezTo>
                        <a:pt x="15" y="30"/>
                        <a:pt x="15" y="30"/>
                        <a:pt x="15" y="30"/>
                      </a:cubicBezTo>
                      <a:cubicBezTo>
                        <a:pt x="12" y="26"/>
                        <a:pt x="9" y="22"/>
                        <a:pt x="4" y="20"/>
                      </a:cubicBezTo>
                      <a:cubicBezTo>
                        <a:pt x="0" y="18"/>
                        <a:pt x="0" y="18"/>
                        <a:pt x="0" y="18"/>
                      </a:cubicBezTo>
                      <a:cubicBezTo>
                        <a:pt x="4" y="16"/>
                        <a:pt x="4" y="16"/>
                        <a:pt x="4" y="16"/>
                      </a:cubicBezTo>
                      <a:cubicBezTo>
                        <a:pt x="8" y="13"/>
                        <a:pt x="12" y="9"/>
                        <a:pt x="14" y="5"/>
                      </a:cubicBezTo>
                      <a:lnTo>
                        <a:pt x="16"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1" name="任意多边形 62"/>
                <p:cNvSpPr/>
                <p:nvPr/>
              </p:nvSpPr>
              <p:spPr bwMode="auto">
                <a:xfrm>
                  <a:off x="7418389" y="1493838"/>
                  <a:ext cx="46038" cy="46038"/>
                </a:xfrm>
                <a:custGeom>
                  <a:avLst/>
                  <a:gdLst>
                    <a:gd name="T0" fmla="*/ 8 w 17"/>
                    <a:gd name="T1" fmla="*/ 0 h 17"/>
                    <a:gd name="T2" fmla="*/ 10 w 17"/>
                    <a:gd name="T3" fmla="*/ 2 h 17"/>
                    <a:gd name="T4" fmla="*/ 15 w 17"/>
                    <a:gd name="T5" fmla="*/ 7 h 17"/>
                    <a:gd name="T6" fmla="*/ 17 w 17"/>
                    <a:gd name="T7" fmla="*/ 8 h 17"/>
                    <a:gd name="T8" fmla="*/ 15 w 17"/>
                    <a:gd name="T9" fmla="*/ 9 h 17"/>
                    <a:gd name="T10" fmla="*/ 10 w 17"/>
                    <a:gd name="T11" fmla="*/ 15 h 17"/>
                    <a:gd name="T12" fmla="*/ 9 w 17"/>
                    <a:gd name="T13" fmla="*/ 17 h 17"/>
                    <a:gd name="T14" fmla="*/ 8 w 17"/>
                    <a:gd name="T15" fmla="*/ 15 h 17"/>
                    <a:gd name="T16" fmla="*/ 2 w 17"/>
                    <a:gd name="T17" fmla="*/ 10 h 17"/>
                    <a:gd name="T18" fmla="*/ 0 w 17"/>
                    <a:gd name="T19" fmla="*/ 9 h 17"/>
                    <a:gd name="T20" fmla="*/ 2 w 17"/>
                    <a:gd name="T21" fmla="*/ 7 h 17"/>
                    <a:gd name="T22" fmla="*/ 7 w 17"/>
                    <a:gd name="T23" fmla="*/ 2 h 17"/>
                    <a:gd name="T24" fmla="*/ 8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8" y="0"/>
                      </a:moveTo>
                      <a:cubicBezTo>
                        <a:pt x="10" y="2"/>
                        <a:pt x="10" y="2"/>
                        <a:pt x="10" y="2"/>
                      </a:cubicBezTo>
                      <a:cubicBezTo>
                        <a:pt x="11" y="4"/>
                        <a:pt x="13" y="6"/>
                        <a:pt x="15" y="7"/>
                      </a:cubicBezTo>
                      <a:cubicBezTo>
                        <a:pt x="17" y="8"/>
                        <a:pt x="17" y="8"/>
                        <a:pt x="17" y="8"/>
                      </a:cubicBezTo>
                      <a:cubicBezTo>
                        <a:pt x="15" y="9"/>
                        <a:pt x="15" y="9"/>
                        <a:pt x="15" y="9"/>
                      </a:cubicBezTo>
                      <a:cubicBezTo>
                        <a:pt x="13" y="10"/>
                        <a:pt x="11" y="12"/>
                        <a:pt x="10" y="15"/>
                      </a:cubicBezTo>
                      <a:cubicBezTo>
                        <a:pt x="9" y="17"/>
                        <a:pt x="9" y="17"/>
                        <a:pt x="9" y="17"/>
                      </a:cubicBezTo>
                      <a:cubicBezTo>
                        <a:pt x="8" y="15"/>
                        <a:pt x="8" y="15"/>
                        <a:pt x="8" y="15"/>
                      </a:cubicBezTo>
                      <a:cubicBezTo>
                        <a:pt x="7" y="12"/>
                        <a:pt x="5" y="11"/>
                        <a:pt x="2" y="10"/>
                      </a:cubicBezTo>
                      <a:cubicBezTo>
                        <a:pt x="0" y="9"/>
                        <a:pt x="0" y="9"/>
                        <a:pt x="0" y="9"/>
                      </a:cubicBezTo>
                      <a:cubicBezTo>
                        <a:pt x="2" y="7"/>
                        <a:pt x="2" y="7"/>
                        <a:pt x="2" y="7"/>
                      </a:cubicBezTo>
                      <a:cubicBezTo>
                        <a:pt x="4" y="6"/>
                        <a:pt x="6" y="4"/>
                        <a:pt x="7" y="2"/>
                      </a:cubicBezTo>
                      <a:lnTo>
                        <a:pt x="8"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2" name="任意多边形 63"/>
                <p:cNvSpPr/>
                <p:nvPr/>
              </p:nvSpPr>
              <p:spPr bwMode="auto">
                <a:xfrm>
                  <a:off x="7858126" y="1857376"/>
                  <a:ext cx="46038" cy="46038"/>
                </a:xfrm>
                <a:custGeom>
                  <a:avLst/>
                  <a:gdLst>
                    <a:gd name="T0" fmla="*/ 9 w 17"/>
                    <a:gd name="T1" fmla="*/ 0 h 17"/>
                    <a:gd name="T2" fmla="*/ 10 w 17"/>
                    <a:gd name="T3" fmla="*/ 2 h 17"/>
                    <a:gd name="T4" fmla="*/ 15 w 17"/>
                    <a:gd name="T5" fmla="*/ 7 h 17"/>
                    <a:gd name="T6" fmla="*/ 17 w 17"/>
                    <a:gd name="T7" fmla="*/ 8 h 17"/>
                    <a:gd name="T8" fmla="*/ 15 w 17"/>
                    <a:gd name="T9" fmla="*/ 9 h 17"/>
                    <a:gd name="T10" fmla="*/ 10 w 17"/>
                    <a:gd name="T11" fmla="*/ 15 h 17"/>
                    <a:gd name="T12" fmla="*/ 9 w 17"/>
                    <a:gd name="T13" fmla="*/ 17 h 17"/>
                    <a:gd name="T14" fmla="*/ 8 w 17"/>
                    <a:gd name="T15" fmla="*/ 15 h 17"/>
                    <a:gd name="T16" fmla="*/ 2 w 17"/>
                    <a:gd name="T17" fmla="*/ 10 h 17"/>
                    <a:gd name="T18" fmla="*/ 0 w 17"/>
                    <a:gd name="T19" fmla="*/ 9 h 17"/>
                    <a:gd name="T20" fmla="*/ 2 w 17"/>
                    <a:gd name="T21" fmla="*/ 8 h 17"/>
                    <a:gd name="T22" fmla="*/ 7 w 17"/>
                    <a:gd name="T23" fmla="*/ 2 h 17"/>
                    <a:gd name="T24" fmla="*/ 9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9" y="0"/>
                      </a:moveTo>
                      <a:cubicBezTo>
                        <a:pt x="10" y="2"/>
                        <a:pt x="10" y="2"/>
                        <a:pt x="10" y="2"/>
                      </a:cubicBezTo>
                      <a:cubicBezTo>
                        <a:pt x="11" y="4"/>
                        <a:pt x="13" y="6"/>
                        <a:pt x="15" y="7"/>
                      </a:cubicBezTo>
                      <a:cubicBezTo>
                        <a:pt x="17" y="8"/>
                        <a:pt x="17" y="8"/>
                        <a:pt x="17" y="8"/>
                      </a:cubicBezTo>
                      <a:cubicBezTo>
                        <a:pt x="15" y="9"/>
                        <a:pt x="15" y="9"/>
                        <a:pt x="15" y="9"/>
                      </a:cubicBezTo>
                      <a:cubicBezTo>
                        <a:pt x="13" y="11"/>
                        <a:pt x="11" y="12"/>
                        <a:pt x="10" y="15"/>
                      </a:cubicBezTo>
                      <a:cubicBezTo>
                        <a:pt x="9" y="17"/>
                        <a:pt x="9" y="17"/>
                        <a:pt x="9" y="17"/>
                      </a:cubicBezTo>
                      <a:cubicBezTo>
                        <a:pt x="8" y="15"/>
                        <a:pt x="8" y="15"/>
                        <a:pt x="8" y="15"/>
                      </a:cubicBezTo>
                      <a:cubicBezTo>
                        <a:pt x="7" y="13"/>
                        <a:pt x="5" y="11"/>
                        <a:pt x="2" y="10"/>
                      </a:cubicBezTo>
                      <a:cubicBezTo>
                        <a:pt x="0" y="9"/>
                        <a:pt x="0" y="9"/>
                        <a:pt x="0" y="9"/>
                      </a:cubicBezTo>
                      <a:cubicBezTo>
                        <a:pt x="2" y="8"/>
                        <a:pt x="2" y="8"/>
                        <a:pt x="2" y="8"/>
                      </a:cubicBezTo>
                      <a:cubicBezTo>
                        <a:pt x="5" y="6"/>
                        <a:pt x="6" y="4"/>
                        <a:pt x="7" y="2"/>
                      </a:cubicBezTo>
                      <a:lnTo>
                        <a:pt x="9"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3" name="任意多边形 64"/>
                <p:cNvSpPr/>
                <p:nvPr/>
              </p:nvSpPr>
              <p:spPr bwMode="auto">
                <a:xfrm>
                  <a:off x="7442201" y="2244726"/>
                  <a:ext cx="46038" cy="46038"/>
                </a:xfrm>
                <a:custGeom>
                  <a:avLst/>
                  <a:gdLst>
                    <a:gd name="T0" fmla="*/ 8 w 17"/>
                    <a:gd name="T1" fmla="*/ 0 h 17"/>
                    <a:gd name="T2" fmla="*/ 9 w 17"/>
                    <a:gd name="T3" fmla="*/ 2 h 17"/>
                    <a:gd name="T4" fmla="*/ 15 w 17"/>
                    <a:gd name="T5" fmla="*/ 7 h 17"/>
                    <a:gd name="T6" fmla="*/ 17 w 17"/>
                    <a:gd name="T7" fmla="*/ 8 h 17"/>
                    <a:gd name="T8" fmla="*/ 15 w 17"/>
                    <a:gd name="T9" fmla="*/ 9 h 17"/>
                    <a:gd name="T10" fmla="*/ 10 w 17"/>
                    <a:gd name="T11" fmla="*/ 15 h 17"/>
                    <a:gd name="T12" fmla="*/ 9 w 17"/>
                    <a:gd name="T13" fmla="*/ 17 h 17"/>
                    <a:gd name="T14" fmla="*/ 7 w 17"/>
                    <a:gd name="T15" fmla="*/ 15 h 17"/>
                    <a:gd name="T16" fmla="*/ 2 w 17"/>
                    <a:gd name="T17" fmla="*/ 10 h 17"/>
                    <a:gd name="T18" fmla="*/ 0 w 17"/>
                    <a:gd name="T19" fmla="*/ 9 h 17"/>
                    <a:gd name="T20" fmla="*/ 2 w 17"/>
                    <a:gd name="T21" fmla="*/ 8 h 17"/>
                    <a:gd name="T22" fmla="*/ 7 w 17"/>
                    <a:gd name="T23" fmla="*/ 2 h 17"/>
                    <a:gd name="T24" fmla="*/ 8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8" y="0"/>
                      </a:moveTo>
                      <a:cubicBezTo>
                        <a:pt x="9" y="2"/>
                        <a:pt x="9" y="2"/>
                        <a:pt x="9" y="2"/>
                      </a:cubicBezTo>
                      <a:cubicBezTo>
                        <a:pt x="10" y="4"/>
                        <a:pt x="12" y="6"/>
                        <a:pt x="15" y="7"/>
                      </a:cubicBezTo>
                      <a:cubicBezTo>
                        <a:pt x="17" y="8"/>
                        <a:pt x="17" y="8"/>
                        <a:pt x="17" y="8"/>
                      </a:cubicBezTo>
                      <a:cubicBezTo>
                        <a:pt x="15" y="9"/>
                        <a:pt x="15" y="9"/>
                        <a:pt x="15" y="9"/>
                      </a:cubicBezTo>
                      <a:cubicBezTo>
                        <a:pt x="12" y="11"/>
                        <a:pt x="11" y="13"/>
                        <a:pt x="10" y="15"/>
                      </a:cubicBezTo>
                      <a:cubicBezTo>
                        <a:pt x="9" y="17"/>
                        <a:pt x="9" y="17"/>
                        <a:pt x="9" y="17"/>
                      </a:cubicBezTo>
                      <a:cubicBezTo>
                        <a:pt x="7" y="15"/>
                        <a:pt x="7" y="15"/>
                        <a:pt x="7" y="15"/>
                      </a:cubicBezTo>
                      <a:cubicBezTo>
                        <a:pt x="6" y="13"/>
                        <a:pt x="4" y="11"/>
                        <a:pt x="2" y="10"/>
                      </a:cubicBezTo>
                      <a:cubicBezTo>
                        <a:pt x="0" y="9"/>
                        <a:pt x="0" y="9"/>
                        <a:pt x="0" y="9"/>
                      </a:cubicBezTo>
                      <a:cubicBezTo>
                        <a:pt x="2" y="8"/>
                        <a:pt x="2" y="8"/>
                        <a:pt x="2" y="8"/>
                      </a:cubicBezTo>
                      <a:cubicBezTo>
                        <a:pt x="4" y="6"/>
                        <a:pt x="6" y="4"/>
                        <a:pt x="7" y="2"/>
                      </a:cubicBezTo>
                      <a:lnTo>
                        <a:pt x="8"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4" name="椭圆 833"/>
                <p:cNvSpPr/>
                <p:nvPr/>
              </p:nvSpPr>
              <p:spPr bwMode="auto">
                <a:xfrm>
                  <a:off x="7124701" y="1708151"/>
                  <a:ext cx="415925" cy="412750"/>
                </a:xfrm>
                <a:prstGeom prst="ellipse">
                  <a:avLst/>
                </a:pr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5" name="椭圆 834"/>
                <p:cNvSpPr/>
                <p:nvPr/>
              </p:nvSpPr>
              <p:spPr bwMode="auto">
                <a:xfrm>
                  <a:off x="7239001" y="1946276"/>
                  <a:ext cx="66675" cy="66675"/>
                </a:xfrm>
                <a:prstGeom prst="ellipse">
                  <a:avLst/>
                </a:prstGeom>
                <a:solidFill>
                  <a:srgbClr val="A37C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6" name="椭圆 835"/>
                <p:cNvSpPr/>
                <p:nvPr/>
              </p:nvSpPr>
              <p:spPr bwMode="auto">
                <a:xfrm>
                  <a:off x="7216776" y="1862138"/>
                  <a:ext cx="39688" cy="38100"/>
                </a:xfrm>
                <a:prstGeom prst="ellipse">
                  <a:avLst/>
                </a:prstGeom>
                <a:solidFill>
                  <a:srgbClr val="A37C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7" name="任意多边形 99"/>
                <p:cNvSpPr/>
                <p:nvPr/>
              </p:nvSpPr>
              <p:spPr bwMode="auto">
                <a:xfrm>
                  <a:off x="6953251" y="1606551"/>
                  <a:ext cx="765175" cy="606425"/>
                </a:xfrm>
                <a:custGeom>
                  <a:avLst/>
                  <a:gdLst>
                    <a:gd name="T0" fmla="*/ 66 w 284"/>
                    <a:gd name="T1" fmla="*/ 133 h 225"/>
                    <a:gd name="T2" fmla="*/ 18 w 284"/>
                    <a:gd name="T3" fmla="*/ 211 h 225"/>
                    <a:gd name="T4" fmla="*/ 167 w 284"/>
                    <a:gd name="T5" fmla="*/ 141 h 225"/>
                    <a:gd name="T6" fmla="*/ 269 w 284"/>
                    <a:gd name="T7" fmla="*/ 16 h 225"/>
                    <a:gd name="T8" fmla="*/ 177 w 284"/>
                    <a:gd name="T9" fmla="*/ 47 h 225"/>
                    <a:gd name="T10" fmla="*/ 186 w 284"/>
                    <a:gd name="T11" fmla="*/ 53 h 225"/>
                    <a:gd name="T12" fmla="*/ 247 w 284"/>
                    <a:gd name="T13" fmla="*/ 35 h 225"/>
                    <a:gd name="T14" fmla="*/ 161 w 284"/>
                    <a:gd name="T15" fmla="*/ 134 h 225"/>
                    <a:gd name="T16" fmla="*/ 37 w 284"/>
                    <a:gd name="T17" fmla="*/ 195 h 225"/>
                    <a:gd name="T18" fmla="*/ 70 w 284"/>
                    <a:gd name="T19" fmla="*/ 144 h 225"/>
                    <a:gd name="T20" fmla="*/ 66 w 284"/>
                    <a:gd name="T21" fmla="*/ 13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4" h="225">
                      <a:moveTo>
                        <a:pt x="66" y="133"/>
                      </a:moveTo>
                      <a:cubicBezTo>
                        <a:pt x="67" y="134"/>
                        <a:pt x="0" y="198"/>
                        <a:pt x="18" y="211"/>
                      </a:cubicBezTo>
                      <a:cubicBezTo>
                        <a:pt x="35" y="225"/>
                        <a:pt x="106" y="190"/>
                        <a:pt x="167" y="141"/>
                      </a:cubicBezTo>
                      <a:cubicBezTo>
                        <a:pt x="228" y="91"/>
                        <a:pt x="284" y="32"/>
                        <a:pt x="269" y="16"/>
                      </a:cubicBezTo>
                      <a:cubicBezTo>
                        <a:pt x="254" y="0"/>
                        <a:pt x="177" y="47"/>
                        <a:pt x="177" y="47"/>
                      </a:cubicBezTo>
                      <a:cubicBezTo>
                        <a:pt x="186" y="53"/>
                        <a:pt x="186" y="53"/>
                        <a:pt x="186" y="53"/>
                      </a:cubicBezTo>
                      <a:cubicBezTo>
                        <a:pt x="186" y="53"/>
                        <a:pt x="233" y="23"/>
                        <a:pt x="247" y="35"/>
                      </a:cubicBezTo>
                      <a:cubicBezTo>
                        <a:pt x="262" y="46"/>
                        <a:pt x="220" y="91"/>
                        <a:pt x="161" y="134"/>
                      </a:cubicBezTo>
                      <a:cubicBezTo>
                        <a:pt x="103" y="177"/>
                        <a:pt x="46" y="207"/>
                        <a:pt x="37" y="195"/>
                      </a:cubicBezTo>
                      <a:cubicBezTo>
                        <a:pt x="28" y="183"/>
                        <a:pt x="70" y="144"/>
                        <a:pt x="70" y="144"/>
                      </a:cubicBezTo>
                      <a:cubicBezTo>
                        <a:pt x="66" y="133"/>
                        <a:pt x="66" y="133"/>
                        <a:pt x="66" y="133"/>
                      </a:cubicBezTo>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8" name="任意多边形 101"/>
                <p:cNvSpPr/>
                <p:nvPr/>
              </p:nvSpPr>
              <p:spPr bwMode="auto">
                <a:xfrm>
                  <a:off x="7138989" y="1768476"/>
                  <a:ext cx="80963" cy="285750"/>
                </a:xfrm>
                <a:custGeom>
                  <a:avLst/>
                  <a:gdLst>
                    <a:gd name="T0" fmla="*/ 29 w 30"/>
                    <a:gd name="T1" fmla="*/ 0 h 106"/>
                    <a:gd name="T2" fmla="*/ 16 w 30"/>
                    <a:gd name="T3" fmla="*/ 12 h 106"/>
                    <a:gd name="T4" fmla="*/ 6 w 30"/>
                    <a:gd name="T5" fmla="*/ 29 h 106"/>
                    <a:gd name="T6" fmla="*/ 1 w 30"/>
                    <a:gd name="T7" fmla="*/ 53 h 106"/>
                    <a:gd name="T8" fmla="*/ 5 w 30"/>
                    <a:gd name="T9" fmla="*/ 77 h 106"/>
                    <a:gd name="T10" fmla="*/ 14 w 30"/>
                    <a:gd name="T11" fmla="*/ 94 h 106"/>
                    <a:gd name="T12" fmla="*/ 27 w 30"/>
                    <a:gd name="T13" fmla="*/ 106 h 106"/>
                    <a:gd name="T14" fmla="*/ 27 w 30"/>
                    <a:gd name="T15" fmla="*/ 106 h 106"/>
                    <a:gd name="T16" fmla="*/ 17 w 30"/>
                    <a:gd name="T17" fmla="*/ 92 h 106"/>
                    <a:gd name="T18" fmla="*/ 7 w 30"/>
                    <a:gd name="T19" fmla="*/ 53 h 106"/>
                    <a:gd name="T20" fmla="*/ 19 w 30"/>
                    <a:gd name="T21" fmla="*/ 14 h 106"/>
                    <a:gd name="T22" fmla="*/ 29 w 30"/>
                    <a:gd name="T23" fmla="*/ 0 h 106"/>
                    <a:gd name="T24" fmla="*/ 29 w 30"/>
                    <a:gd name="T2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106">
                      <a:moveTo>
                        <a:pt x="29" y="0"/>
                      </a:moveTo>
                      <a:cubicBezTo>
                        <a:pt x="28" y="0"/>
                        <a:pt x="22" y="4"/>
                        <a:pt x="16" y="12"/>
                      </a:cubicBezTo>
                      <a:cubicBezTo>
                        <a:pt x="12" y="16"/>
                        <a:pt x="8" y="22"/>
                        <a:pt x="6" y="29"/>
                      </a:cubicBezTo>
                      <a:cubicBezTo>
                        <a:pt x="3" y="36"/>
                        <a:pt x="1" y="44"/>
                        <a:pt x="1" y="53"/>
                      </a:cubicBezTo>
                      <a:cubicBezTo>
                        <a:pt x="0" y="62"/>
                        <a:pt x="2" y="70"/>
                        <a:pt x="5" y="77"/>
                      </a:cubicBezTo>
                      <a:cubicBezTo>
                        <a:pt x="7" y="84"/>
                        <a:pt x="10" y="90"/>
                        <a:pt x="14" y="94"/>
                      </a:cubicBezTo>
                      <a:cubicBezTo>
                        <a:pt x="20" y="103"/>
                        <a:pt x="26" y="106"/>
                        <a:pt x="27" y="106"/>
                      </a:cubicBezTo>
                      <a:cubicBezTo>
                        <a:pt x="27" y="106"/>
                        <a:pt x="27" y="106"/>
                        <a:pt x="27" y="106"/>
                      </a:cubicBezTo>
                      <a:cubicBezTo>
                        <a:pt x="28" y="106"/>
                        <a:pt x="23" y="101"/>
                        <a:pt x="17" y="92"/>
                      </a:cubicBezTo>
                      <a:cubicBezTo>
                        <a:pt x="12" y="83"/>
                        <a:pt x="6" y="69"/>
                        <a:pt x="7" y="53"/>
                      </a:cubicBezTo>
                      <a:cubicBezTo>
                        <a:pt x="7" y="37"/>
                        <a:pt x="13" y="23"/>
                        <a:pt x="19" y="14"/>
                      </a:cubicBezTo>
                      <a:cubicBezTo>
                        <a:pt x="25" y="5"/>
                        <a:pt x="30" y="1"/>
                        <a:pt x="29" y="0"/>
                      </a:cubicBezTo>
                      <a:cubicBezTo>
                        <a:pt x="29" y="0"/>
                        <a:pt x="29" y="0"/>
                        <a:pt x="29" y="0"/>
                      </a:cubicBezTo>
                    </a:path>
                  </a:pathLst>
                </a:custGeom>
                <a:solidFill>
                  <a:srgbClr val="A37C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839" name="组合 838"/>
                <p:cNvGrpSpPr/>
                <p:nvPr/>
              </p:nvGrpSpPr>
              <p:grpSpPr>
                <a:xfrm>
                  <a:off x="7636670" y="2008188"/>
                  <a:ext cx="244475" cy="242888"/>
                  <a:chOff x="7658895" y="1978026"/>
                  <a:chExt cx="244475" cy="242888"/>
                </a:xfrm>
              </p:grpSpPr>
              <p:sp>
                <p:nvSpPr>
                  <p:cNvPr id="840" name="任意多边形 102"/>
                  <p:cNvSpPr/>
                  <p:nvPr/>
                </p:nvSpPr>
                <p:spPr bwMode="auto">
                  <a:xfrm>
                    <a:off x="7658895" y="1978026"/>
                    <a:ext cx="244475" cy="242888"/>
                  </a:xfrm>
                  <a:custGeom>
                    <a:avLst/>
                    <a:gdLst>
                      <a:gd name="T0" fmla="*/ 1 w 91"/>
                      <a:gd name="T1" fmla="*/ 44 h 90"/>
                      <a:gd name="T2" fmla="*/ 47 w 91"/>
                      <a:gd name="T3" fmla="*/ 1 h 90"/>
                      <a:gd name="T4" fmla="*/ 90 w 91"/>
                      <a:gd name="T5" fmla="*/ 46 h 90"/>
                      <a:gd name="T6" fmla="*/ 44 w 91"/>
                      <a:gd name="T7" fmla="*/ 90 h 90"/>
                      <a:gd name="T8" fmla="*/ 1 w 91"/>
                      <a:gd name="T9" fmla="*/ 44 h 90"/>
                    </a:gdLst>
                    <a:ahLst/>
                    <a:cxnLst>
                      <a:cxn ang="0">
                        <a:pos x="T0" y="T1"/>
                      </a:cxn>
                      <a:cxn ang="0">
                        <a:pos x="T2" y="T3"/>
                      </a:cxn>
                      <a:cxn ang="0">
                        <a:pos x="T4" y="T5"/>
                      </a:cxn>
                      <a:cxn ang="0">
                        <a:pos x="T6" y="T7"/>
                      </a:cxn>
                      <a:cxn ang="0">
                        <a:pos x="T8" y="T9"/>
                      </a:cxn>
                    </a:cxnLst>
                    <a:rect l="0" t="0" r="r" b="b"/>
                    <a:pathLst>
                      <a:path w="91" h="90">
                        <a:moveTo>
                          <a:pt x="1" y="44"/>
                        </a:moveTo>
                        <a:cubicBezTo>
                          <a:pt x="1" y="19"/>
                          <a:pt x="22" y="0"/>
                          <a:pt x="47" y="1"/>
                        </a:cubicBezTo>
                        <a:cubicBezTo>
                          <a:pt x="71" y="1"/>
                          <a:pt x="91" y="22"/>
                          <a:pt x="90" y="46"/>
                        </a:cubicBezTo>
                        <a:cubicBezTo>
                          <a:pt x="89" y="71"/>
                          <a:pt x="69" y="90"/>
                          <a:pt x="44" y="90"/>
                        </a:cubicBezTo>
                        <a:cubicBezTo>
                          <a:pt x="20" y="89"/>
                          <a:pt x="0" y="69"/>
                          <a:pt x="1" y="44"/>
                        </a:cubicBezTo>
                      </a:path>
                    </a:pathLst>
                  </a:custGeom>
                  <a:solidFill>
                    <a:srgbClr val="804A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841" name="任意多边形 103"/>
                  <p:cNvSpPr/>
                  <p:nvPr/>
                </p:nvSpPr>
                <p:spPr bwMode="auto">
                  <a:xfrm>
                    <a:off x="7804151" y="2035176"/>
                    <a:ext cx="39688" cy="36513"/>
                  </a:xfrm>
                  <a:custGeom>
                    <a:avLst/>
                    <a:gdLst>
                      <a:gd name="T0" fmla="*/ 7 w 15"/>
                      <a:gd name="T1" fmla="*/ 0 h 14"/>
                      <a:gd name="T2" fmla="*/ 0 w 15"/>
                      <a:gd name="T3" fmla="*/ 7 h 14"/>
                      <a:gd name="T4" fmla="*/ 7 w 15"/>
                      <a:gd name="T5" fmla="*/ 14 h 14"/>
                      <a:gd name="T6" fmla="*/ 7 w 15"/>
                      <a:gd name="T7" fmla="*/ 14 h 14"/>
                      <a:gd name="T8" fmla="*/ 15 w 15"/>
                      <a:gd name="T9" fmla="*/ 7 h 14"/>
                      <a:gd name="T10" fmla="*/ 7 w 15"/>
                      <a:gd name="T11" fmla="*/ 0 h 14"/>
                      <a:gd name="T12" fmla="*/ 7 w 1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5" h="14">
                        <a:moveTo>
                          <a:pt x="7" y="0"/>
                        </a:moveTo>
                        <a:cubicBezTo>
                          <a:pt x="3" y="0"/>
                          <a:pt x="0" y="3"/>
                          <a:pt x="0" y="7"/>
                        </a:cubicBezTo>
                        <a:cubicBezTo>
                          <a:pt x="0" y="11"/>
                          <a:pt x="3" y="14"/>
                          <a:pt x="7" y="14"/>
                        </a:cubicBezTo>
                        <a:cubicBezTo>
                          <a:pt x="7" y="14"/>
                          <a:pt x="7" y="14"/>
                          <a:pt x="7" y="14"/>
                        </a:cubicBezTo>
                        <a:cubicBezTo>
                          <a:pt x="11" y="14"/>
                          <a:pt x="14" y="11"/>
                          <a:pt x="15" y="7"/>
                        </a:cubicBezTo>
                        <a:cubicBezTo>
                          <a:pt x="15" y="3"/>
                          <a:pt x="11" y="0"/>
                          <a:pt x="7" y="0"/>
                        </a:cubicBezTo>
                        <a:cubicBezTo>
                          <a:pt x="7" y="0"/>
                          <a:pt x="7" y="0"/>
                          <a:pt x="7" y="0"/>
                        </a:cubicBezTo>
                      </a:path>
                    </a:pathLst>
                  </a:custGeom>
                  <a:solidFill>
                    <a:srgbClr val="A37CFF"/>
                  </a:solidFill>
                  <a:ln>
                    <a:noFill/>
                  </a:ln>
                </p:spPr>
                <p:txBody>
                  <a:bodyPr vert="horz" wrap="square" lIns="91440" tIns="45720" rIns="91440" bIns="45720" numCol="1" anchor="t" anchorCtr="0" compatLnSpc="1"/>
                  <a:lstStyle/>
                  <a:p>
                    <a:endParaRPr lang="zh-CN" altLang="en-US"/>
                  </a:p>
                </p:txBody>
              </p:sp>
              <p:sp>
                <p:nvSpPr>
                  <p:cNvPr id="842" name="任意多边形 104"/>
                  <p:cNvSpPr/>
                  <p:nvPr/>
                </p:nvSpPr>
                <p:spPr bwMode="auto">
                  <a:xfrm>
                    <a:off x="7842251" y="2089151"/>
                    <a:ext cx="23813" cy="20638"/>
                  </a:xfrm>
                  <a:custGeom>
                    <a:avLst/>
                    <a:gdLst>
                      <a:gd name="T0" fmla="*/ 5 w 9"/>
                      <a:gd name="T1" fmla="*/ 0 h 8"/>
                      <a:gd name="T2" fmla="*/ 1 w 9"/>
                      <a:gd name="T3" fmla="*/ 4 h 8"/>
                      <a:gd name="T4" fmla="*/ 5 w 9"/>
                      <a:gd name="T5" fmla="*/ 8 h 8"/>
                      <a:gd name="T6" fmla="*/ 5 w 9"/>
                      <a:gd name="T7" fmla="*/ 8 h 8"/>
                      <a:gd name="T8" fmla="*/ 9 w 9"/>
                      <a:gd name="T9" fmla="*/ 4 h 8"/>
                      <a:gd name="T10" fmla="*/ 5 w 9"/>
                      <a:gd name="T11" fmla="*/ 0 h 8"/>
                      <a:gd name="T12" fmla="*/ 5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5" y="0"/>
                        </a:moveTo>
                        <a:cubicBezTo>
                          <a:pt x="2" y="0"/>
                          <a:pt x="1" y="2"/>
                          <a:pt x="1" y="4"/>
                        </a:cubicBezTo>
                        <a:cubicBezTo>
                          <a:pt x="0" y="6"/>
                          <a:pt x="2" y="8"/>
                          <a:pt x="5" y="8"/>
                        </a:cubicBezTo>
                        <a:cubicBezTo>
                          <a:pt x="5" y="8"/>
                          <a:pt x="5" y="8"/>
                          <a:pt x="5" y="8"/>
                        </a:cubicBezTo>
                        <a:cubicBezTo>
                          <a:pt x="7" y="8"/>
                          <a:pt x="9" y="7"/>
                          <a:pt x="9" y="4"/>
                        </a:cubicBezTo>
                        <a:cubicBezTo>
                          <a:pt x="9" y="2"/>
                          <a:pt x="7" y="0"/>
                          <a:pt x="5" y="0"/>
                        </a:cubicBezTo>
                        <a:cubicBezTo>
                          <a:pt x="5" y="0"/>
                          <a:pt x="5" y="0"/>
                          <a:pt x="5" y="0"/>
                        </a:cubicBezTo>
                      </a:path>
                    </a:pathLst>
                  </a:custGeom>
                  <a:solidFill>
                    <a:srgbClr val="A37CFF"/>
                  </a:solidFill>
                  <a:ln>
                    <a:noFill/>
                  </a:ln>
                </p:spPr>
                <p:txBody>
                  <a:bodyPr vert="horz" wrap="square" lIns="91440" tIns="45720" rIns="91440" bIns="45720" numCol="1" anchor="t" anchorCtr="0" compatLnSpc="1"/>
                  <a:lstStyle/>
                  <a:p>
                    <a:endParaRPr lang="zh-CN" altLang="en-US"/>
                  </a:p>
                </p:txBody>
              </p:sp>
              <p:sp>
                <p:nvSpPr>
                  <p:cNvPr id="843" name="任意多边形 105"/>
                  <p:cNvSpPr/>
                  <p:nvPr/>
                </p:nvSpPr>
                <p:spPr bwMode="auto">
                  <a:xfrm>
                    <a:off x="7823201" y="2133601"/>
                    <a:ext cx="7938" cy="9525"/>
                  </a:xfrm>
                  <a:custGeom>
                    <a:avLst/>
                    <a:gdLst>
                      <a:gd name="T0" fmla="*/ 2 w 3"/>
                      <a:gd name="T1" fmla="*/ 0 h 3"/>
                      <a:gd name="T2" fmla="*/ 0 w 3"/>
                      <a:gd name="T3" fmla="*/ 2 h 3"/>
                      <a:gd name="T4" fmla="*/ 2 w 3"/>
                      <a:gd name="T5" fmla="*/ 3 h 3"/>
                      <a:gd name="T6" fmla="*/ 2 w 3"/>
                      <a:gd name="T7" fmla="*/ 3 h 3"/>
                      <a:gd name="T8" fmla="*/ 3 w 3"/>
                      <a:gd name="T9" fmla="*/ 2 h 3"/>
                      <a:gd name="T10" fmla="*/ 2 w 3"/>
                      <a:gd name="T11" fmla="*/ 0 h 3"/>
                      <a:gd name="T12" fmla="*/ 2 w 3"/>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3" h="3">
                        <a:moveTo>
                          <a:pt x="2" y="0"/>
                        </a:moveTo>
                        <a:cubicBezTo>
                          <a:pt x="1" y="0"/>
                          <a:pt x="0" y="1"/>
                          <a:pt x="0" y="2"/>
                        </a:cubicBezTo>
                        <a:cubicBezTo>
                          <a:pt x="0" y="2"/>
                          <a:pt x="1" y="3"/>
                          <a:pt x="2" y="3"/>
                        </a:cubicBezTo>
                        <a:cubicBezTo>
                          <a:pt x="2" y="3"/>
                          <a:pt x="2" y="3"/>
                          <a:pt x="2" y="3"/>
                        </a:cubicBezTo>
                        <a:cubicBezTo>
                          <a:pt x="3" y="3"/>
                          <a:pt x="3" y="2"/>
                          <a:pt x="3" y="2"/>
                        </a:cubicBezTo>
                        <a:cubicBezTo>
                          <a:pt x="3" y="1"/>
                          <a:pt x="3" y="0"/>
                          <a:pt x="2" y="0"/>
                        </a:cubicBezTo>
                        <a:cubicBezTo>
                          <a:pt x="2" y="0"/>
                          <a:pt x="2" y="0"/>
                          <a:pt x="2" y="0"/>
                        </a:cubicBezTo>
                      </a:path>
                    </a:pathLst>
                  </a:custGeom>
                  <a:solidFill>
                    <a:srgbClr val="A37CFF"/>
                  </a:solidFill>
                  <a:ln>
                    <a:noFill/>
                  </a:ln>
                </p:spPr>
                <p:txBody>
                  <a:bodyPr vert="horz" wrap="square" lIns="91440" tIns="45720" rIns="91440" bIns="45720" numCol="1" anchor="t" anchorCtr="0" compatLnSpc="1"/>
                  <a:lstStyle/>
                  <a:p>
                    <a:endParaRPr lang="zh-CN" altLang="en-US"/>
                  </a:p>
                </p:txBody>
              </p:sp>
            </p:grpSp>
          </p:grpSp>
          <p:grpSp>
            <p:nvGrpSpPr>
              <p:cNvPr id="420" name="组合 419"/>
              <p:cNvGrpSpPr/>
              <p:nvPr/>
            </p:nvGrpSpPr>
            <p:grpSpPr>
              <a:xfrm>
                <a:off x="5149838" y="2131789"/>
                <a:ext cx="873125" cy="504825"/>
                <a:chOff x="4843464" y="2979738"/>
                <a:chExt cx="873125" cy="504825"/>
              </a:xfrm>
            </p:grpSpPr>
            <p:sp>
              <p:nvSpPr>
                <p:cNvPr id="812" name="任意多边形 124"/>
                <p:cNvSpPr/>
                <p:nvPr/>
              </p:nvSpPr>
              <p:spPr bwMode="auto">
                <a:xfrm>
                  <a:off x="4843464" y="2979738"/>
                  <a:ext cx="873125" cy="504825"/>
                </a:xfrm>
                <a:custGeom>
                  <a:avLst/>
                  <a:gdLst>
                    <a:gd name="T0" fmla="*/ 0 w 550"/>
                    <a:gd name="T1" fmla="*/ 0 h 318"/>
                    <a:gd name="T2" fmla="*/ 19 w 550"/>
                    <a:gd name="T3" fmla="*/ 318 h 318"/>
                    <a:gd name="T4" fmla="*/ 550 w 550"/>
                    <a:gd name="T5" fmla="*/ 287 h 318"/>
                    <a:gd name="T6" fmla="*/ 0 w 550"/>
                    <a:gd name="T7" fmla="*/ 0 h 318"/>
                    <a:gd name="T8" fmla="*/ 88 w 550"/>
                    <a:gd name="T9" fmla="*/ 124 h 318"/>
                    <a:gd name="T10" fmla="*/ 317 w 550"/>
                    <a:gd name="T11" fmla="*/ 245 h 318"/>
                    <a:gd name="T12" fmla="*/ 97 w 550"/>
                    <a:gd name="T13" fmla="*/ 258 h 318"/>
                    <a:gd name="T14" fmla="*/ 88 w 550"/>
                    <a:gd name="T15" fmla="*/ 124 h 3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0" h="318">
                      <a:moveTo>
                        <a:pt x="0" y="0"/>
                      </a:moveTo>
                      <a:lnTo>
                        <a:pt x="19" y="318"/>
                      </a:lnTo>
                      <a:lnTo>
                        <a:pt x="550" y="287"/>
                      </a:lnTo>
                      <a:lnTo>
                        <a:pt x="0" y="0"/>
                      </a:lnTo>
                      <a:close/>
                      <a:moveTo>
                        <a:pt x="88" y="124"/>
                      </a:moveTo>
                      <a:lnTo>
                        <a:pt x="317" y="245"/>
                      </a:lnTo>
                      <a:lnTo>
                        <a:pt x="97" y="258"/>
                      </a:lnTo>
                      <a:lnTo>
                        <a:pt x="88" y="124"/>
                      </a:lnTo>
                      <a:close/>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3" name="任意多边形 125"/>
                <p:cNvSpPr/>
                <p:nvPr/>
              </p:nvSpPr>
              <p:spPr bwMode="auto">
                <a:xfrm>
                  <a:off x="4894264" y="3022601"/>
                  <a:ext cx="34925" cy="61913"/>
                </a:xfrm>
                <a:custGeom>
                  <a:avLst/>
                  <a:gdLst>
                    <a:gd name="T0" fmla="*/ 12 w 13"/>
                    <a:gd name="T1" fmla="*/ 0 h 23"/>
                    <a:gd name="T2" fmla="*/ 7 w 13"/>
                    <a:gd name="T3" fmla="*/ 12 h 23"/>
                    <a:gd name="T4" fmla="*/ 0 w 13"/>
                    <a:gd name="T5" fmla="*/ 23 h 23"/>
                    <a:gd name="T6" fmla="*/ 5 w 13"/>
                    <a:gd name="T7" fmla="*/ 11 h 23"/>
                    <a:gd name="T8" fmla="*/ 12 w 13"/>
                    <a:gd name="T9" fmla="*/ 0 h 23"/>
                  </a:gdLst>
                  <a:ahLst/>
                  <a:cxnLst>
                    <a:cxn ang="0">
                      <a:pos x="T0" y="T1"/>
                    </a:cxn>
                    <a:cxn ang="0">
                      <a:pos x="T2" y="T3"/>
                    </a:cxn>
                    <a:cxn ang="0">
                      <a:pos x="T4" y="T5"/>
                    </a:cxn>
                    <a:cxn ang="0">
                      <a:pos x="T6" y="T7"/>
                    </a:cxn>
                    <a:cxn ang="0">
                      <a:pos x="T8" y="T9"/>
                    </a:cxn>
                  </a:cxnLst>
                  <a:rect l="0" t="0" r="r" b="b"/>
                  <a:pathLst>
                    <a:path w="13" h="23">
                      <a:moveTo>
                        <a:pt x="12" y="0"/>
                      </a:moveTo>
                      <a:cubicBezTo>
                        <a:pt x="13" y="0"/>
                        <a:pt x="10" y="6"/>
                        <a:pt x="7" y="12"/>
                      </a:cubicBezTo>
                      <a:cubicBezTo>
                        <a:pt x="4" y="18"/>
                        <a:pt x="1" y="23"/>
                        <a:pt x="0" y="23"/>
                      </a:cubicBezTo>
                      <a:cubicBezTo>
                        <a:pt x="0" y="22"/>
                        <a:pt x="2" y="17"/>
                        <a:pt x="5" y="11"/>
                      </a:cubicBezTo>
                      <a:cubicBezTo>
                        <a:pt x="8" y="5"/>
                        <a:pt x="12" y="0"/>
                        <a:pt x="12"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4" name="任意多边形 126"/>
                <p:cNvSpPr/>
                <p:nvPr/>
              </p:nvSpPr>
              <p:spPr bwMode="auto">
                <a:xfrm>
                  <a:off x="5024439" y="3090863"/>
                  <a:ext cx="34925" cy="58738"/>
                </a:xfrm>
                <a:custGeom>
                  <a:avLst/>
                  <a:gdLst>
                    <a:gd name="T0" fmla="*/ 12 w 13"/>
                    <a:gd name="T1" fmla="*/ 0 h 22"/>
                    <a:gd name="T2" fmla="*/ 7 w 13"/>
                    <a:gd name="T3" fmla="*/ 11 h 22"/>
                    <a:gd name="T4" fmla="*/ 0 w 13"/>
                    <a:gd name="T5" fmla="*/ 22 h 22"/>
                    <a:gd name="T6" fmla="*/ 5 w 13"/>
                    <a:gd name="T7" fmla="*/ 10 h 22"/>
                    <a:gd name="T8" fmla="*/ 12 w 13"/>
                    <a:gd name="T9" fmla="*/ 0 h 22"/>
                  </a:gdLst>
                  <a:ahLst/>
                  <a:cxnLst>
                    <a:cxn ang="0">
                      <a:pos x="T0" y="T1"/>
                    </a:cxn>
                    <a:cxn ang="0">
                      <a:pos x="T2" y="T3"/>
                    </a:cxn>
                    <a:cxn ang="0">
                      <a:pos x="T4" y="T5"/>
                    </a:cxn>
                    <a:cxn ang="0">
                      <a:pos x="T6" y="T7"/>
                    </a:cxn>
                    <a:cxn ang="0">
                      <a:pos x="T8" y="T9"/>
                    </a:cxn>
                  </a:cxnLst>
                  <a:rect l="0" t="0" r="r" b="b"/>
                  <a:pathLst>
                    <a:path w="13" h="22">
                      <a:moveTo>
                        <a:pt x="12" y="0"/>
                      </a:moveTo>
                      <a:cubicBezTo>
                        <a:pt x="13" y="0"/>
                        <a:pt x="10" y="5"/>
                        <a:pt x="7" y="11"/>
                      </a:cubicBezTo>
                      <a:cubicBezTo>
                        <a:pt x="4" y="17"/>
                        <a:pt x="1" y="22"/>
                        <a:pt x="0" y="22"/>
                      </a:cubicBezTo>
                      <a:cubicBezTo>
                        <a:pt x="0" y="22"/>
                        <a:pt x="2" y="16"/>
                        <a:pt x="5" y="10"/>
                      </a:cubicBezTo>
                      <a:cubicBezTo>
                        <a:pt x="9" y="4"/>
                        <a:pt x="12" y="0"/>
                        <a:pt x="12"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5" name="任意多边形 127"/>
                <p:cNvSpPr/>
                <p:nvPr/>
              </p:nvSpPr>
              <p:spPr bwMode="auto">
                <a:xfrm>
                  <a:off x="5148264" y="3155951"/>
                  <a:ext cx="39688" cy="58738"/>
                </a:xfrm>
                <a:custGeom>
                  <a:avLst/>
                  <a:gdLst>
                    <a:gd name="T0" fmla="*/ 14 w 15"/>
                    <a:gd name="T1" fmla="*/ 1 h 22"/>
                    <a:gd name="T2" fmla="*/ 8 w 15"/>
                    <a:gd name="T3" fmla="*/ 12 h 22"/>
                    <a:gd name="T4" fmla="*/ 0 w 15"/>
                    <a:gd name="T5" fmla="*/ 21 h 22"/>
                    <a:gd name="T6" fmla="*/ 6 w 15"/>
                    <a:gd name="T7" fmla="*/ 10 h 22"/>
                    <a:gd name="T8" fmla="*/ 14 w 15"/>
                    <a:gd name="T9" fmla="*/ 1 h 22"/>
                  </a:gdLst>
                  <a:ahLst/>
                  <a:cxnLst>
                    <a:cxn ang="0">
                      <a:pos x="T0" y="T1"/>
                    </a:cxn>
                    <a:cxn ang="0">
                      <a:pos x="T2" y="T3"/>
                    </a:cxn>
                    <a:cxn ang="0">
                      <a:pos x="T4" y="T5"/>
                    </a:cxn>
                    <a:cxn ang="0">
                      <a:pos x="T6" y="T7"/>
                    </a:cxn>
                    <a:cxn ang="0">
                      <a:pos x="T8" y="T9"/>
                    </a:cxn>
                  </a:cxnLst>
                  <a:rect l="0" t="0" r="r" b="b"/>
                  <a:pathLst>
                    <a:path w="15" h="22">
                      <a:moveTo>
                        <a:pt x="14" y="1"/>
                      </a:moveTo>
                      <a:cubicBezTo>
                        <a:pt x="15" y="1"/>
                        <a:pt x="12" y="6"/>
                        <a:pt x="8" y="12"/>
                      </a:cubicBezTo>
                      <a:cubicBezTo>
                        <a:pt x="4" y="17"/>
                        <a:pt x="1" y="22"/>
                        <a:pt x="0" y="21"/>
                      </a:cubicBezTo>
                      <a:cubicBezTo>
                        <a:pt x="0" y="21"/>
                        <a:pt x="2" y="16"/>
                        <a:pt x="6" y="10"/>
                      </a:cubicBezTo>
                      <a:cubicBezTo>
                        <a:pt x="10" y="5"/>
                        <a:pt x="14" y="0"/>
                        <a:pt x="14"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6" name="任意多边形 128"/>
                <p:cNvSpPr/>
                <p:nvPr/>
              </p:nvSpPr>
              <p:spPr bwMode="auto">
                <a:xfrm>
                  <a:off x="5275264" y="3225801"/>
                  <a:ext cx="39688" cy="58738"/>
                </a:xfrm>
                <a:custGeom>
                  <a:avLst/>
                  <a:gdLst>
                    <a:gd name="T0" fmla="*/ 14 w 15"/>
                    <a:gd name="T1" fmla="*/ 1 h 22"/>
                    <a:gd name="T2" fmla="*/ 8 w 15"/>
                    <a:gd name="T3" fmla="*/ 12 h 22"/>
                    <a:gd name="T4" fmla="*/ 1 w 15"/>
                    <a:gd name="T5" fmla="*/ 21 h 22"/>
                    <a:gd name="T6" fmla="*/ 7 w 15"/>
                    <a:gd name="T7" fmla="*/ 10 h 22"/>
                    <a:gd name="T8" fmla="*/ 14 w 15"/>
                    <a:gd name="T9" fmla="*/ 1 h 22"/>
                  </a:gdLst>
                  <a:ahLst/>
                  <a:cxnLst>
                    <a:cxn ang="0">
                      <a:pos x="T0" y="T1"/>
                    </a:cxn>
                    <a:cxn ang="0">
                      <a:pos x="T2" y="T3"/>
                    </a:cxn>
                    <a:cxn ang="0">
                      <a:pos x="T4" y="T5"/>
                    </a:cxn>
                    <a:cxn ang="0">
                      <a:pos x="T6" y="T7"/>
                    </a:cxn>
                    <a:cxn ang="0">
                      <a:pos x="T8" y="T9"/>
                    </a:cxn>
                  </a:cxnLst>
                  <a:rect l="0" t="0" r="r" b="b"/>
                  <a:pathLst>
                    <a:path w="15" h="22">
                      <a:moveTo>
                        <a:pt x="14" y="1"/>
                      </a:moveTo>
                      <a:cubicBezTo>
                        <a:pt x="15" y="1"/>
                        <a:pt x="12" y="6"/>
                        <a:pt x="8" y="12"/>
                      </a:cubicBezTo>
                      <a:cubicBezTo>
                        <a:pt x="5" y="17"/>
                        <a:pt x="1" y="22"/>
                        <a:pt x="1" y="21"/>
                      </a:cubicBezTo>
                      <a:cubicBezTo>
                        <a:pt x="0" y="21"/>
                        <a:pt x="3" y="16"/>
                        <a:pt x="7" y="10"/>
                      </a:cubicBezTo>
                      <a:cubicBezTo>
                        <a:pt x="10" y="5"/>
                        <a:pt x="14" y="0"/>
                        <a:pt x="14"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7" name="任意多边形 129"/>
                <p:cNvSpPr/>
                <p:nvPr/>
              </p:nvSpPr>
              <p:spPr bwMode="auto">
                <a:xfrm>
                  <a:off x="5408614" y="3295651"/>
                  <a:ext cx="38100" cy="58738"/>
                </a:xfrm>
                <a:custGeom>
                  <a:avLst/>
                  <a:gdLst>
                    <a:gd name="T0" fmla="*/ 14 w 14"/>
                    <a:gd name="T1" fmla="*/ 0 h 22"/>
                    <a:gd name="T2" fmla="*/ 8 w 14"/>
                    <a:gd name="T3" fmla="*/ 12 h 22"/>
                    <a:gd name="T4" fmla="*/ 1 w 14"/>
                    <a:gd name="T5" fmla="*/ 22 h 22"/>
                    <a:gd name="T6" fmla="*/ 6 w 14"/>
                    <a:gd name="T7" fmla="*/ 11 h 22"/>
                    <a:gd name="T8" fmla="*/ 14 w 14"/>
                    <a:gd name="T9" fmla="*/ 0 h 22"/>
                  </a:gdLst>
                  <a:ahLst/>
                  <a:cxnLst>
                    <a:cxn ang="0">
                      <a:pos x="T0" y="T1"/>
                    </a:cxn>
                    <a:cxn ang="0">
                      <a:pos x="T2" y="T3"/>
                    </a:cxn>
                    <a:cxn ang="0">
                      <a:pos x="T4" y="T5"/>
                    </a:cxn>
                    <a:cxn ang="0">
                      <a:pos x="T6" y="T7"/>
                    </a:cxn>
                    <a:cxn ang="0">
                      <a:pos x="T8" y="T9"/>
                    </a:cxn>
                  </a:cxnLst>
                  <a:rect l="0" t="0" r="r" b="b"/>
                  <a:pathLst>
                    <a:path w="14" h="22">
                      <a:moveTo>
                        <a:pt x="14" y="0"/>
                      </a:moveTo>
                      <a:cubicBezTo>
                        <a:pt x="14" y="0"/>
                        <a:pt x="12" y="6"/>
                        <a:pt x="8" y="12"/>
                      </a:cubicBezTo>
                      <a:cubicBezTo>
                        <a:pt x="5" y="18"/>
                        <a:pt x="1" y="22"/>
                        <a:pt x="1" y="22"/>
                      </a:cubicBezTo>
                      <a:cubicBezTo>
                        <a:pt x="0" y="22"/>
                        <a:pt x="3" y="17"/>
                        <a:pt x="6" y="11"/>
                      </a:cubicBezTo>
                      <a:cubicBezTo>
                        <a:pt x="10" y="4"/>
                        <a:pt x="13" y="0"/>
                        <a:pt x="14"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8" name="任意多边形 130"/>
                <p:cNvSpPr/>
                <p:nvPr/>
              </p:nvSpPr>
              <p:spPr bwMode="auto">
                <a:xfrm>
                  <a:off x="5551489" y="3368676"/>
                  <a:ext cx="34925" cy="55563"/>
                </a:xfrm>
                <a:custGeom>
                  <a:avLst/>
                  <a:gdLst>
                    <a:gd name="T0" fmla="*/ 12 w 13"/>
                    <a:gd name="T1" fmla="*/ 0 h 21"/>
                    <a:gd name="T2" fmla="*/ 7 w 13"/>
                    <a:gd name="T3" fmla="*/ 11 h 21"/>
                    <a:gd name="T4" fmla="*/ 0 w 13"/>
                    <a:gd name="T5" fmla="*/ 21 h 21"/>
                    <a:gd name="T6" fmla="*/ 5 w 13"/>
                    <a:gd name="T7" fmla="*/ 10 h 21"/>
                    <a:gd name="T8" fmla="*/ 12 w 13"/>
                    <a:gd name="T9" fmla="*/ 0 h 21"/>
                  </a:gdLst>
                  <a:ahLst/>
                  <a:cxnLst>
                    <a:cxn ang="0">
                      <a:pos x="T0" y="T1"/>
                    </a:cxn>
                    <a:cxn ang="0">
                      <a:pos x="T2" y="T3"/>
                    </a:cxn>
                    <a:cxn ang="0">
                      <a:pos x="T4" y="T5"/>
                    </a:cxn>
                    <a:cxn ang="0">
                      <a:pos x="T6" y="T7"/>
                    </a:cxn>
                    <a:cxn ang="0">
                      <a:pos x="T8" y="T9"/>
                    </a:cxn>
                  </a:cxnLst>
                  <a:rect l="0" t="0" r="r" b="b"/>
                  <a:pathLst>
                    <a:path w="13" h="21">
                      <a:moveTo>
                        <a:pt x="12" y="0"/>
                      </a:moveTo>
                      <a:cubicBezTo>
                        <a:pt x="13" y="0"/>
                        <a:pt x="10" y="5"/>
                        <a:pt x="7" y="11"/>
                      </a:cubicBezTo>
                      <a:cubicBezTo>
                        <a:pt x="4" y="17"/>
                        <a:pt x="1" y="21"/>
                        <a:pt x="0" y="21"/>
                      </a:cubicBezTo>
                      <a:cubicBezTo>
                        <a:pt x="0" y="20"/>
                        <a:pt x="2" y="15"/>
                        <a:pt x="5" y="10"/>
                      </a:cubicBezTo>
                      <a:cubicBezTo>
                        <a:pt x="9" y="4"/>
                        <a:pt x="12" y="0"/>
                        <a:pt x="12"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9" name="任意多边形 131"/>
                <p:cNvSpPr/>
                <p:nvPr/>
              </p:nvSpPr>
              <p:spPr bwMode="auto">
                <a:xfrm>
                  <a:off x="4951414" y="3044826"/>
                  <a:ext cx="19050" cy="30163"/>
                </a:xfrm>
                <a:custGeom>
                  <a:avLst/>
                  <a:gdLst>
                    <a:gd name="T0" fmla="*/ 6 w 7"/>
                    <a:gd name="T1" fmla="*/ 0 h 11"/>
                    <a:gd name="T2" fmla="*/ 4 w 7"/>
                    <a:gd name="T3" fmla="*/ 6 h 11"/>
                    <a:gd name="T4" fmla="*/ 0 w 7"/>
                    <a:gd name="T5" fmla="*/ 11 h 11"/>
                    <a:gd name="T6" fmla="*/ 2 w 7"/>
                    <a:gd name="T7" fmla="*/ 5 h 11"/>
                    <a:gd name="T8" fmla="*/ 6 w 7"/>
                    <a:gd name="T9" fmla="*/ 0 h 11"/>
                  </a:gdLst>
                  <a:ahLst/>
                  <a:cxnLst>
                    <a:cxn ang="0">
                      <a:pos x="T0" y="T1"/>
                    </a:cxn>
                    <a:cxn ang="0">
                      <a:pos x="T2" y="T3"/>
                    </a:cxn>
                    <a:cxn ang="0">
                      <a:pos x="T4" y="T5"/>
                    </a:cxn>
                    <a:cxn ang="0">
                      <a:pos x="T6" y="T7"/>
                    </a:cxn>
                    <a:cxn ang="0">
                      <a:pos x="T8" y="T9"/>
                    </a:cxn>
                  </a:cxnLst>
                  <a:rect l="0" t="0" r="r" b="b"/>
                  <a:pathLst>
                    <a:path w="7" h="11">
                      <a:moveTo>
                        <a:pt x="6" y="0"/>
                      </a:moveTo>
                      <a:cubicBezTo>
                        <a:pt x="7" y="0"/>
                        <a:pt x="6" y="3"/>
                        <a:pt x="4" y="6"/>
                      </a:cubicBezTo>
                      <a:cubicBezTo>
                        <a:pt x="2" y="9"/>
                        <a:pt x="1" y="11"/>
                        <a:pt x="0" y="11"/>
                      </a:cubicBezTo>
                      <a:cubicBezTo>
                        <a:pt x="0" y="11"/>
                        <a:pt x="1" y="8"/>
                        <a:pt x="2" y="5"/>
                      </a:cubicBezTo>
                      <a:cubicBezTo>
                        <a:pt x="4" y="2"/>
                        <a:pt x="6" y="0"/>
                        <a:pt x="6"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0" name="任意多边形 132"/>
                <p:cNvSpPr/>
                <p:nvPr/>
              </p:nvSpPr>
              <p:spPr bwMode="auto">
                <a:xfrm>
                  <a:off x="4991101" y="3067051"/>
                  <a:ext cx="19050" cy="28575"/>
                </a:xfrm>
                <a:custGeom>
                  <a:avLst/>
                  <a:gdLst>
                    <a:gd name="T0" fmla="*/ 7 w 7"/>
                    <a:gd name="T1" fmla="*/ 0 h 11"/>
                    <a:gd name="T2" fmla="*/ 5 w 7"/>
                    <a:gd name="T3" fmla="*/ 6 h 11"/>
                    <a:gd name="T4" fmla="*/ 1 w 7"/>
                    <a:gd name="T5" fmla="*/ 11 h 11"/>
                    <a:gd name="T6" fmla="*/ 3 w 7"/>
                    <a:gd name="T7" fmla="*/ 5 h 11"/>
                    <a:gd name="T8" fmla="*/ 7 w 7"/>
                    <a:gd name="T9" fmla="*/ 0 h 11"/>
                  </a:gdLst>
                  <a:ahLst/>
                  <a:cxnLst>
                    <a:cxn ang="0">
                      <a:pos x="T0" y="T1"/>
                    </a:cxn>
                    <a:cxn ang="0">
                      <a:pos x="T2" y="T3"/>
                    </a:cxn>
                    <a:cxn ang="0">
                      <a:pos x="T4" y="T5"/>
                    </a:cxn>
                    <a:cxn ang="0">
                      <a:pos x="T6" y="T7"/>
                    </a:cxn>
                    <a:cxn ang="0">
                      <a:pos x="T8" y="T9"/>
                    </a:cxn>
                  </a:cxnLst>
                  <a:rect l="0" t="0" r="r" b="b"/>
                  <a:pathLst>
                    <a:path w="7" h="11">
                      <a:moveTo>
                        <a:pt x="7" y="0"/>
                      </a:moveTo>
                      <a:cubicBezTo>
                        <a:pt x="7" y="0"/>
                        <a:pt x="6" y="3"/>
                        <a:pt x="5" y="6"/>
                      </a:cubicBezTo>
                      <a:cubicBezTo>
                        <a:pt x="3" y="9"/>
                        <a:pt x="1" y="11"/>
                        <a:pt x="1" y="11"/>
                      </a:cubicBezTo>
                      <a:cubicBezTo>
                        <a:pt x="0" y="11"/>
                        <a:pt x="1" y="8"/>
                        <a:pt x="3" y="5"/>
                      </a:cubicBezTo>
                      <a:cubicBezTo>
                        <a:pt x="5" y="2"/>
                        <a:pt x="6" y="0"/>
                        <a:pt x="7"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1" name="任意多边形 133"/>
                <p:cNvSpPr/>
                <p:nvPr/>
              </p:nvSpPr>
              <p:spPr bwMode="auto">
                <a:xfrm>
                  <a:off x="5086351" y="3114676"/>
                  <a:ext cx="19050" cy="31750"/>
                </a:xfrm>
                <a:custGeom>
                  <a:avLst/>
                  <a:gdLst>
                    <a:gd name="T0" fmla="*/ 7 w 7"/>
                    <a:gd name="T1" fmla="*/ 0 h 12"/>
                    <a:gd name="T2" fmla="*/ 5 w 7"/>
                    <a:gd name="T3" fmla="*/ 7 h 12"/>
                    <a:gd name="T4" fmla="*/ 1 w 7"/>
                    <a:gd name="T5" fmla="*/ 12 h 12"/>
                    <a:gd name="T6" fmla="*/ 3 w 7"/>
                    <a:gd name="T7" fmla="*/ 5 h 12"/>
                    <a:gd name="T8" fmla="*/ 7 w 7"/>
                    <a:gd name="T9" fmla="*/ 0 h 12"/>
                  </a:gdLst>
                  <a:ahLst/>
                  <a:cxnLst>
                    <a:cxn ang="0">
                      <a:pos x="T0" y="T1"/>
                    </a:cxn>
                    <a:cxn ang="0">
                      <a:pos x="T2" y="T3"/>
                    </a:cxn>
                    <a:cxn ang="0">
                      <a:pos x="T4" y="T5"/>
                    </a:cxn>
                    <a:cxn ang="0">
                      <a:pos x="T6" y="T7"/>
                    </a:cxn>
                    <a:cxn ang="0">
                      <a:pos x="T8" y="T9"/>
                    </a:cxn>
                  </a:cxnLst>
                  <a:rect l="0" t="0" r="r" b="b"/>
                  <a:pathLst>
                    <a:path w="7" h="12">
                      <a:moveTo>
                        <a:pt x="7" y="0"/>
                      </a:moveTo>
                      <a:cubicBezTo>
                        <a:pt x="7" y="1"/>
                        <a:pt x="7" y="3"/>
                        <a:pt x="5" y="7"/>
                      </a:cubicBezTo>
                      <a:cubicBezTo>
                        <a:pt x="3" y="10"/>
                        <a:pt x="1" y="12"/>
                        <a:pt x="1" y="12"/>
                      </a:cubicBezTo>
                      <a:cubicBezTo>
                        <a:pt x="0" y="11"/>
                        <a:pt x="1" y="9"/>
                        <a:pt x="3" y="5"/>
                      </a:cubicBezTo>
                      <a:cubicBezTo>
                        <a:pt x="5" y="2"/>
                        <a:pt x="6" y="0"/>
                        <a:pt x="7"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2" name="任意多边形 134"/>
                <p:cNvSpPr/>
                <p:nvPr/>
              </p:nvSpPr>
              <p:spPr bwMode="auto">
                <a:xfrm>
                  <a:off x="5129214" y="3136901"/>
                  <a:ext cx="19050" cy="31750"/>
                </a:xfrm>
                <a:custGeom>
                  <a:avLst/>
                  <a:gdLst>
                    <a:gd name="T0" fmla="*/ 7 w 7"/>
                    <a:gd name="T1" fmla="*/ 0 h 12"/>
                    <a:gd name="T2" fmla="*/ 5 w 7"/>
                    <a:gd name="T3" fmla="*/ 6 h 12"/>
                    <a:gd name="T4" fmla="*/ 1 w 7"/>
                    <a:gd name="T5" fmla="*/ 11 h 12"/>
                    <a:gd name="T6" fmla="*/ 3 w 7"/>
                    <a:gd name="T7" fmla="*/ 5 h 12"/>
                    <a:gd name="T8" fmla="*/ 7 w 7"/>
                    <a:gd name="T9" fmla="*/ 0 h 12"/>
                  </a:gdLst>
                  <a:ahLst/>
                  <a:cxnLst>
                    <a:cxn ang="0">
                      <a:pos x="T0" y="T1"/>
                    </a:cxn>
                    <a:cxn ang="0">
                      <a:pos x="T2" y="T3"/>
                    </a:cxn>
                    <a:cxn ang="0">
                      <a:pos x="T4" y="T5"/>
                    </a:cxn>
                    <a:cxn ang="0">
                      <a:pos x="T6" y="T7"/>
                    </a:cxn>
                    <a:cxn ang="0">
                      <a:pos x="T8" y="T9"/>
                    </a:cxn>
                  </a:cxnLst>
                  <a:rect l="0" t="0" r="r" b="b"/>
                  <a:pathLst>
                    <a:path w="7" h="12">
                      <a:moveTo>
                        <a:pt x="7" y="0"/>
                      </a:moveTo>
                      <a:cubicBezTo>
                        <a:pt x="7" y="1"/>
                        <a:pt x="6" y="3"/>
                        <a:pt x="5" y="6"/>
                      </a:cubicBezTo>
                      <a:cubicBezTo>
                        <a:pt x="3" y="9"/>
                        <a:pt x="1" y="12"/>
                        <a:pt x="1" y="11"/>
                      </a:cubicBezTo>
                      <a:cubicBezTo>
                        <a:pt x="0" y="11"/>
                        <a:pt x="1" y="8"/>
                        <a:pt x="3" y="5"/>
                      </a:cubicBezTo>
                      <a:cubicBezTo>
                        <a:pt x="4" y="2"/>
                        <a:pt x="6" y="0"/>
                        <a:pt x="7"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3" name="任意多边形 135"/>
                <p:cNvSpPr/>
                <p:nvPr/>
              </p:nvSpPr>
              <p:spPr bwMode="auto">
                <a:xfrm>
                  <a:off x="5214939" y="3184526"/>
                  <a:ext cx="19050" cy="33338"/>
                </a:xfrm>
                <a:custGeom>
                  <a:avLst/>
                  <a:gdLst>
                    <a:gd name="T0" fmla="*/ 6 w 7"/>
                    <a:gd name="T1" fmla="*/ 0 h 12"/>
                    <a:gd name="T2" fmla="*/ 4 w 7"/>
                    <a:gd name="T3" fmla="*/ 6 h 12"/>
                    <a:gd name="T4" fmla="*/ 0 w 7"/>
                    <a:gd name="T5" fmla="*/ 11 h 12"/>
                    <a:gd name="T6" fmla="*/ 2 w 7"/>
                    <a:gd name="T7" fmla="*/ 5 h 12"/>
                    <a:gd name="T8" fmla="*/ 6 w 7"/>
                    <a:gd name="T9" fmla="*/ 0 h 12"/>
                  </a:gdLst>
                  <a:ahLst/>
                  <a:cxnLst>
                    <a:cxn ang="0">
                      <a:pos x="T0" y="T1"/>
                    </a:cxn>
                    <a:cxn ang="0">
                      <a:pos x="T2" y="T3"/>
                    </a:cxn>
                    <a:cxn ang="0">
                      <a:pos x="T4" y="T5"/>
                    </a:cxn>
                    <a:cxn ang="0">
                      <a:pos x="T6" y="T7"/>
                    </a:cxn>
                    <a:cxn ang="0">
                      <a:pos x="T8" y="T9"/>
                    </a:cxn>
                  </a:cxnLst>
                  <a:rect l="0" t="0" r="r" b="b"/>
                  <a:pathLst>
                    <a:path w="7" h="12">
                      <a:moveTo>
                        <a:pt x="6" y="0"/>
                      </a:moveTo>
                      <a:cubicBezTo>
                        <a:pt x="7" y="0"/>
                        <a:pt x="6" y="3"/>
                        <a:pt x="4" y="6"/>
                      </a:cubicBezTo>
                      <a:cubicBezTo>
                        <a:pt x="3" y="9"/>
                        <a:pt x="1" y="12"/>
                        <a:pt x="0" y="11"/>
                      </a:cubicBezTo>
                      <a:cubicBezTo>
                        <a:pt x="0" y="11"/>
                        <a:pt x="1" y="8"/>
                        <a:pt x="2" y="5"/>
                      </a:cubicBezTo>
                      <a:cubicBezTo>
                        <a:pt x="4" y="2"/>
                        <a:pt x="6" y="0"/>
                        <a:pt x="6"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4" name="任意多边形 136"/>
                <p:cNvSpPr/>
                <p:nvPr/>
              </p:nvSpPr>
              <p:spPr bwMode="auto">
                <a:xfrm>
                  <a:off x="5256214" y="3206751"/>
                  <a:ext cx="19050" cy="28575"/>
                </a:xfrm>
                <a:custGeom>
                  <a:avLst/>
                  <a:gdLst>
                    <a:gd name="T0" fmla="*/ 6 w 7"/>
                    <a:gd name="T1" fmla="*/ 0 h 11"/>
                    <a:gd name="T2" fmla="*/ 4 w 7"/>
                    <a:gd name="T3" fmla="*/ 6 h 11"/>
                    <a:gd name="T4" fmla="*/ 0 w 7"/>
                    <a:gd name="T5" fmla="*/ 11 h 11"/>
                    <a:gd name="T6" fmla="*/ 2 w 7"/>
                    <a:gd name="T7" fmla="*/ 5 h 11"/>
                    <a:gd name="T8" fmla="*/ 6 w 7"/>
                    <a:gd name="T9" fmla="*/ 0 h 11"/>
                  </a:gdLst>
                  <a:ahLst/>
                  <a:cxnLst>
                    <a:cxn ang="0">
                      <a:pos x="T0" y="T1"/>
                    </a:cxn>
                    <a:cxn ang="0">
                      <a:pos x="T2" y="T3"/>
                    </a:cxn>
                    <a:cxn ang="0">
                      <a:pos x="T4" y="T5"/>
                    </a:cxn>
                    <a:cxn ang="0">
                      <a:pos x="T6" y="T7"/>
                    </a:cxn>
                    <a:cxn ang="0">
                      <a:pos x="T8" y="T9"/>
                    </a:cxn>
                  </a:cxnLst>
                  <a:rect l="0" t="0" r="r" b="b"/>
                  <a:pathLst>
                    <a:path w="7" h="11">
                      <a:moveTo>
                        <a:pt x="6" y="0"/>
                      </a:moveTo>
                      <a:cubicBezTo>
                        <a:pt x="7" y="0"/>
                        <a:pt x="6" y="3"/>
                        <a:pt x="4" y="6"/>
                      </a:cubicBezTo>
                      <a:cubicBezTo>
                        <a:pt x="3" y="9"/>
                        <a:pt x="1" y="11"/>
                        <a:pt x="0" y="11"/>
                      </a:cubicBezTo>
                      <a:cubicBezTo>
                        <a:pt x="0" y="11"/>
                        <a:pt x="1" y="8"/>
                        <a:pt x="2" y="5"/>
                      </a:cubicBezTo>
                      <a:cubicBezTo>
                        <a:pt x="4" y="2"/>
                        <a:pt x="6" y="0"/>
                        <a:pt x="6"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5" name="任意多边形 137"/>
                <p:cNvSpPr/>
                <p:nvPr/>
              </p:nvSpPr>
              <p:spPr bwMode="auto">
                <a:xfrm>
                  <a:off x="5341939" y="3249613"/>
                  <a:ext cx="19050" cy="31750"/>
                </a:xfrm>
                <a:custGeom>
                  <a:avLst/>
                  <a:gdLst>
                    <a:gd name="T0" fmla="*/ 7 w 7"/>
                    <a:gd name="T1" fmla="*/ 1 h 12"/>
                    <a:gd name="T2" fmla="*/ 5 w 7"/>
                    <a:gd name="T3" fmla="*/ 7 h 12"/>
                    <a:gd name="T4" fmla="*/ 1 w 7"/>
                    <a:gd name="T5" fmla="*/ 12 h 12"/>
                    <a:gd name="T6" fmla="*/ 3 w 7"/>
                    <a:gd name="T7" fmla="*/ 6 h 12"/>
                    <a:gd name="T8" fmla="*/ 7 w 7"/>
                    <a:gd name="T9" fmla="*/ 1 h 12"/>
                  </a:gdLst>
                  <a:ahLst/>
                  <a:cxnLst>
                    <a:cxn ang="0">
                      <a:pos x="T0" y="T1"/>
                    </a:cxn>
                    <a:cxn ang="0">
                      <a:pos x="T2" y="T3"/>
                    </a:cxn>
                    <a:cxn ang="0">
                      <a:pos x="T4" y="T5"/>
                    </a:cxn>
                    <a:cxn ang="0">
                      <a:pos x="T6" y="T7"/>
                    </a:cxn>
                    <a:cxn ang="0">
                      <a:pos x="T8" y="T9"/>
                    </a:cxn>
                  </a:cxnLst>
                  <a:rect l="0" t="0" r="r" b="b"/>
                  <a:pathLst>
                    <a:path w="7" h="12">
                      <a:moveTo>
                        <a:pt x="7" y="1"/>
                      </a:moveTo>
                      <a:cubicBezTo>
                        <a:pt x="7" y="1"/>
                        <a:pt x="6" y="4"/>
                        <a:pt x="5" y="7"/>
                      </a:cubicBezTo>
                      <a:cubicBezTo>
                        <a:pt x="3" y="10"/>
                        <a:pt x="1" y="12"/>
                        <a:pt x="1" y="12"/>
                      </a:cubicBezTo>
                      <a:cubicBezTo>
                        <a:pt x="0" y="12"/>
                        <a:pt x="1" y="9"/>
                        <a:pt x="3" y="6"/>
                      </a:cubicBezTo>
                      <a:cubicBezTo>
                        <a:pt x="5" y="3"/>
                        <a:pt x="6" y="0"/>
                        <a:pt x="7"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6" name="任意多边形 138"/>
                <p:cNvSpPr/>
                <p:nvPr/>
              </p:nvSpPr>
              <p:spPr bwMode="auto">
                <a:xfrm>
                  <a:off x="5391151" y="3276601"/>
                  <a:ext cx="17463" cy="30163"/>
                </a:xfrm>
                <a:custGeom>
                  <a:avLst/>
                  <a:gdLst>
                    <a:gd name="T0" fmla="*/ 6 w 7"/>
                    <a:gd name="T1" fmla="*/ 0 h 11"/>
                    <a:gd name="T2" fmla="*/ 4 w 7"/>
                    <a:gd name="T3" fmla="*/ 6 h 11"/>
                    <a:gd name="T4" fmla="*/ 0 w 7"/>
                    <a:gd name="T5" fmla="*/ 11 h 11"/>
                    <a:gd name="T6" fmla="*/ 2 w 7"/>
                    <a:gd name="T7" fmla="*/ 5 h 11"/>
                    <a:gd name="T8" fmla="*/ 6 w 7"/>
                    <a:gd name="T9" fmla="*/ 0 h 11"/>
                  </a:gdLst>
                  <a:ahLst/>
                  <a:cxnLst>
                    <a:cxn ang="0">
                      <a:pos x="T0" y="T1"/>
                    </a:cxn>
                    <a:cxn ang="0">
                      <a:pos x="T2" y="T3"/>
                    </a:cxn>
                    <a:cxn ang="0">
                      <a:pos x="T4" y="T5"/>
                    </a:cxn>
                    <a:cxn ang="0">
                      <a:pos x="T6" y="T7"/>
                    </a:cxn>
                    <a:cxn ang="0">
                      <a:pos x="T8" y="T9"/>
                    </a:cxn>
                  </a:cxnLst>
                  <a:rect l="0" t="0" r="r" b="b"/>
                  <a:pathLst>
                    <a:path w="7" h="11">
                      <a:moveTo>
                        <a:pt x="6" y="0"/>
                      </a:moveTo>
                      <a:cubicBezTo>
                        <a:pt x="7" y="0"/>
                        <a:pt x="6" y="3"/>
                        <a:pt x="4" y="6"/>
                      </a:cubicBezTo>
                      <a:cubicBezTo>
                        <a:pt x="3" y="9"/>
                        <a:pt x="1" y="11"/>
                        <a:pt x="0" y="11"/>
                      </a:cubicBezTo>
                      <a:cubicBezTo>
                        <a:pt x="0" y="11"/>
                        <a:pt x="1" y="8"/>
                        <a:pt x="2" y="5"/>
                      </a:cubicBezTo>
                      <a:cubicBezTo>
                        <a:pt x="4" y="2"/>
                        <a:pt x="6" y="0"/>
                        <a:pt x="6"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7" name="任意多边形 139"/>
                <p:cNvSpPr/>
                <p:nvPr/>
              </p:nvSpPr>
              <p:spPr bwMode="auto">
                <a:xfrm>
                  <a:off x="5473701" y="3319463"/>
                  <a:ext cx="19050" cy="31750"/>
                </a:xfrm>
                <a:custGeom>
                  <a:avLst/>
                  <a:gdLst>
                    <a:gd name="T0" fmla="*/ 7 w 7"/>
                    <a:gd name="T1" fmla="*/ 0 h 12"/>
                    <a:gd name="T2" fmla="*/ 5 w 7"/>
                    <a:gd name="T3" fmla="*/ 7 h 12"/>
                    <a:gd name="T4" fmla="*/ 1 w 7"/>
                    <a:gd name="T5" fmla="*/ 12 h 12"/>
                    <a:gd name="T6" fmla="*/ 3 w 7"/>
                    <a:gd name="T7" fmla="*/ 6 h 12"/>
                    <a:gd name="T8" fmla="*/ 7 w 7"/>
                    <a:gd name="T9" fmla="*/ 0 h 12"/>
                  </a:gdLst>
                  <a:ahLst/>
                  <a:cxnLst>
                    <a:cxn ang="0">
                      <a:pos x="T0" y="T1"/>
                    </a:cxn>
                    <a:cxn ang="0">
                      <a:pos x="T2" y="T3"/>
                    </a:cxn>
                    <a:cxn ang="0">
                      <a:pos x="T4" y="T5"/>
                    </a:cxn>
                    <a:cxn ang="0">
                      <a:pos x="T6" y="T7"/>
                    </a:cxn>
                    <a:cxn ang="0">
                      <a:pos x="T8" y="T9"/>
                    </a:cxn>
                  </a:cxnLst>
                  <a:rect l="0" t="0" r="r" b="b"/>
                  <a:pathLst>
                    <a:path w="7" h="12">
                      <a:moveTo>
                        <a:pt x="7" y="0"/>
                      </a:moveTo>
                      <a:cubicBezTo>
                        <a:pt x="7" y="1"/>
                        <a:pt x="6" y="4"/>
                        <a:pt x="5" y="7"/>
                      </a:cubicBezTo>
                      <a:cubicBezTo>
                        <a:pt x="3" y="10"/>
                        <a:pt x="1" y="12"/>
                        <a:pt x="1" y="12"/>
                      </a:cubicBezTo>
                      <a:cubicBezTo>
                        <a:pt x="0" y="11"/>
                        <a:pt x="1" y="9"/>
                        <a:pt x="3" y="6"/>
                      </a:cubicBezTo>
                      <a:cubicBezTo>
                        <a:pt x="4" y="2"/>
                        <a:pt x="6" y="0"/>
                        <a:pt x="7"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8" name="任意多边形 140"/>
                <p:cNvSpPr/>
                <p:nvPr/>
              </p:nvSpPr>
              <p:spPr bwMode="auto">
                <a:xfrm>
                  <a:off x="5522914" y="3346451"/>
                  <a:ext cx="19050" cy="30163"/>
                </a:xfrm>
                <a:custGeom>
                  <a:avLst/>
                  <a:gdLst>
                    <a:gd name="T0" fmla="*/ 7 w 7"/>
                    <a:gd name="T1" fmla="*/ 0 h 11"/>
                    <a:gd name="T2" fmla="*/ 5 w 7"/>
                    <a:gd name="T3" fmla="*/ 6 h 11"/>
                    <a:gd name="T4" fmla="*/ 1 w 7"/>
                    <a:gd name="T5" fmla="*/ 11 h 11"/>
                    <a:gd name="T6" fmla="*/ 3 w 7"/>
                    <a:gd name="T7" fmla="*/ 5 h 11"/>
                    <a:gd name="T8" fmla="*/ 7 w 7"/>
                    <a:gd name="T9" fmla="*/ 0 h 11"/>
                  </a:gdLst>
                  <a:ahLst/>
                  <a:cxnLst>
                    <a:cxn ang="0">
                      <a:pos x="T0" y="T1"/>
                    </a:cxn>
                    <a:cxn ang="0">
                      <a:pos x="T2" y="T3"/>
                    </a:cxn>
                    <a:cxn ang="0">
                      <a:pos x="T4" y="T5"/>
                    </a:cxn>
                    <a:cxn ang="0">
                      <a:pos x="T6" y="T7"/>
                    </a:cxn>
                    <a:cxn ang="0">
                      <a:pos x="T8" y="T9"/>
                    </a:cxn>
                  </a:cxnLst>
                  <a:rect l="0" t="0" r="r" b="b"/>
                  <a:pathLst>
                    <a:path w="7" h="11">
                      <a:moveTo>
                        <a:pt x="7" y="0"/>
                      </a:moveTo>
                      <a:cubicBezTo>
                        <a:pt x="7" y="0"/>
                        <a:pt x="6" y="3"/>
                        <a:pt x="5" y="6"/>
                      </a:cubicBezTo>
                      <a:cubicBezTo>
                        <a:pt x="3" y="9"/>
                        <a:pt x="1" y="11"/>
                        <a:pt x="1" y="11"/>
                      </a:cubicBezTo>
                      <a:cubicBezTo>
                        <a:pt x="0" y="11"/>
                        <a:pt x="1" y="8"/>
                        <a:pt x="3" y="5"/>
                      </a:cubicBezTo>
                      <a:cubicBezTo>
                        <a:pt x="4" y="2"/>
                        <a:pt x="6" y="0"/>
                        <a:pt x="7"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21" name="组合 420"/>
              <p:cNvGrpSpPr/>
              <p:nvPr/>
            </p:nvGrpSpPr>
            <p:grpSpPr>
              <a:xfrm>
                <a:off x="5837004" y="1578145"/>
                <a:ext cx="638175" cy="484188"/>
                <a:chOff x="5684838" y="1060450"/>
                <a:chExt cx="638175" cy="484188"/>
              </a:xfrm>
            </p:grpSpPr>
            <p:sp>
              <p:nvSpPr>
                <p:cNvPr id="784" name="任意多边形 141"/>
                <p:cNvSpPr/>
                <p:nvPr/>
              </p:nvSpPr>
              <p:spPr bwMode="auto">
                <a:xfrm>
                  <a:off x="5684838" y="1158875"/>
                  <a:ext cx="384175" cy="385763"/>
                </a:xfrm>
                <a:custGeom>
                  <a:avLst/>
                  <a:gdLst>
                    <a:gd name="T0" fmla="*/ 142 w 143"/>
                    <a:gd name="T1" fmla="*/ 142 h 143"/>
                    <a:gd name="T2" fmla="*/ 142 w 143"/>
                    <a:gd name="T3" fmla="*/ 141 h 143"/>
                    <a:gd name="T4" fmla="*/ 142 w 143"/>
                    <a:gd name="T5" fmla="*/ 139 h 143"/>
                    <a:gd name="T6" fmla="*/ 142 w 143"/>
                    <a:gd name="T7" fmla="*/ 132 h 143"/>
                    <a:gd name="T8" fmla="*/ 142 w 143"/>
                    <a:gd name="T9" fmla="*/ 103 h 143"/>
                    <a:gd name="T10" fmla="*/ 141 w 143"/>
                    <a:gd name="T11" fmla="*/ 0 h 143"/>
                    <a:gd name="T12" fmla="*/ 142 w 143"/>
                    <a:gd name="T13" fmla="*/ 1 h 143"/>
                    <a:gd name="T14" fmla="*/ 0 w 143"/>
                    <a:gd name="T15" fmla="*/ 1 h 143"/>
                    <a:gd name="T16" fmla="*/ 0 w 143"/>
                    <a:gd name="T17" fmla="*/ 1 h 143"/>
                    <a:gd name="T18" fmla="*/ 1 w 143"/>
                    <a:gd name="T19" fmla="*/ 0 h 143"/>
                    <a:gd name="T20" fmla="*/ 1 w 143"/>
                    <a:gd name="T21" fmla="*/ 142 h 143"/>
                    <a:gd name="T22" fmla="*/ 0 w 143"/>
                    <a:gd name="T23" fmla="*/ 142 h 143"/>
                    <a:gd name="T24" fmla="*/ 103 w 143"/>
                    <a:gd name="T25" fmla="*/ 142 h 143"/>
                    <a:gd name="T26" fmla="*/ 132 w 143"/>
                    <a:gd name="T27" fmla="*/ 142 h 143"/>
                    <a:gd name="T28" fmla="*/ 139 w 143"/>
                    <a:gd name="T29" fmla="*/ 142 h 143"/>
                    <a:gd name="T30" fmla="*/ 141 w 143"/>
                    <a:gd name="T31" fmla="*/ 142 h 143"/>
                    <a:gd name="T32" fmla="*/ 142 w 143"/>
                    <a:gd name="T33" fmla="*/ 142 h 143"/>
                    <a:gd name="T34" fmla="*/ 141 w 143"/>
                    <a:gd name="T35" fmla="*/ 142 h 143"/>
                    <a:gd name="T36" fmla="*/ 139 w 143"/>
                    <a:gd name="T37" fmla="*/ 142 h 143"/>
                    <a:gd name="T38" fmla="*/ 132 w 143"/>
                    <a:gd name="T39" fmla="*/ 142 h 143"/>
                    <a:gd name="T40" fmla="*/ 103 w 143"/>
                    <a:gd name="T41" fmla="*/ 142 h 143"/>
                    <a:gd name="T42" fmla="*/ 0 w 143"/>
                    <a:gd name="T43" fmla="*/ 143 h 143"/>
                    <a:gd name="T44" fmla="*/ 0 w 143"/>
                    <a:gd name="T45" fmla="*/ 143 h 143"/>
                    <a:gd name="T46" fmla="*/ 0 w 143"/>
                    <a:gd name="T47" fmla="*/ 142 h 143"/>
                    <a:gd name="T48" fmla="*/ 0 w 143"/>
                    <a:gd name="T49" fmla="*/ 0 h 143"/>
                    <a:gd name="T50" fmla="*/ 0 w 143"/>
                    <a:gd name="T51" fmla="*/ 0 h 143"/>
                    <a:gd name="T52" fmla="*/ 0 w 143"/>
                    <a:gd name="T53" fmla="*/ 0 h 143"/>
                    <a:gd name="T54" fmla="*/ 0 w 143"/>
                    <a:gd name="T55" fmla="*/ 0 h 143"/>
                    <a:gd name="T56" fmla="*/ 142 w 143"/>
                    <a:gd name="T57" fmla="*/ 0 h 143"/>
                    <a:gd name="T58" fmla="*/ 143 w 143"/>
                    <a:gd name="T59" fmla="*/ 0 h 143"/>
                    <a:gd name="T60" fmla="*/ 143 w 143"/>
                    <a:gd name="T61" fmla="*/ 0 h 143"/>
                    <a:gd name="T62" fmla="*/ 142 w 143"/>
                    <a:gd name="T63" fmla="*/ 103 h 143"/>
                    <a:gd name="T64" fmla="*/ 142 w 143"/>
                    <a:gd name="T65" fmla="*/ 132 h 143"/>
                    <a:gd name="T66" fmla="*/ 142 w 143"/>
                    <a:gd name="T67" fmla="*/ 140 h 143"/>
                    <a:gd name="T68" fmla="*/ 142 w 143"/>
                    <a:gd name="T69" fmla="*/ 142 h 143"/>
                    <a:gd name="T70" fmla="*/ 142 w 143"/>
                    <a:gd name="T71" fmla="*/ 14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3" h="143">
                      <a:moveTo>
                        <a:pt x="142" y="142"/>
                      </a:moveTo>
                      <a:cubicBezTo>
                        <a:pt x="142" y="142"/>
                        <a:pt x="142" y="142"/>
                        <a:pt x="142" y="141"/>
                      </a:cubicBezTo>
                      <a:cubicBezTo>
                        <a:pt x="142" y="141"/>
                        <a:pt x="142" y="140"/>
                        <a:pt x="142" y="139"/>
                      </a:cubicBezTo>
                      <a:cubicBezTo>
                        <a:pt x="142" y="138"/>
                        <a:pt x="142" y="135"/>
                        <a:pt x="142" y="132"/>
                      </a:cubicBezTo>
                      <a:cubicBezTo>
                        <a:pt x="142" y="125"/>
                        <a:pt x="142" y="115"/>
                        <a:pt x="142" y="103"/>
                      </a:cubicBezTo>
                      <a:cubicBezTo>
                        <a:pt x="142" y="78"/>
                        <a:pt x="141" y="43"/>
                        <a:pt x="141" y="0"/>
                      </a:cubicBezTo>
                      <a:cubicBezTo>
                        <a:pt x="142" y="1"/>
                        <a:pt x="142" y="1"/>
                        <a:pt x="142" y="1"/>
                      </a:cubicBezTo>
                      <a:cubicBezTo>
                        <a:pt x="101" y="1"/>
                        <a:pt x="52" y="1"/>
                        <a:pt x="0" y="1"/>
                      </a:cubicBezTo>
                      <a:cubicBezTo>
                        <a:pt x="0" y="1"/>
                        <a:pt x="0" y="1"/>
                        <a:pt x="0" y="1"/>
                      </a:cubicBezTo>
                      <a:cubicBezTo>
                        <a:pt x="1" y="0"/>
                        <a:pt x="1" y="0"/>
                        <a:pt x="1" y="0"/>
                      </a:cubicBezTo>
                      <a:cubicBezTo>
                        <a:pt x="1" y="52"/>
                        <a:pt x="1" y="101"/>
                        <a:pt x="1" y="142"/>
                      </a:cubicBezTo>
                      <a:cubicBezTo>
                        <a:pt x="0" y="142"/>
                        <a:pt x="0" y="142"/>
                        <a:pt x="0" y="142"/>
                      </a:cubicBezTo>
                      <a:cubicBezTo>
                        <a:pt x="43" y="142"/>
                        <a:pt x="78" y="142"/>
                        <a:pt x="103" y="142"/>
                      </a:cubicBezTo>
                      <a:cubicBezTo>
                        <a:pt x="115" y="142"/>
                        <a:pt x="125" y="142"/>
                        <a:pt x="132" y="142"/>
                      </a:cubicBezTo>
                      <a:cubicBezTo>
                        <a:pt x="135" y="142"/>
                        <a:pt x="137" y="142"/>
                        <a:pt x="139" y="142"/>
                      </a:cubicBezTo>
                      <a:cubicBezTo>
                        <a:pt x="140" y="142"/>
                        <a:pt x="141" y="142"/>
                        <a:pt x="141" y="142"/>
                      </a:cubicBezTo>
                      <a:cubicBezTo>
                        <a:pt x="142" y="142"/>
                        <a:pt x="142" y="142"/>
                        <a:pt x="142" y="142"/>
                      </a:cubicBezTo>
                      <a:cubicBezTo>
                        <a:pt x="142" y="142"/>
                        <a:pt x="142" y="142"/>
                        <a:pt x="141" y="142"/>
                      </a:cubicBezTo>
                      <a:cubicBezTo>
                        <a:pt x="141" y="142"/>
                        <a:pt x="140" y="142"/>
                        <a:pt x="139" y="142"/>
                      </a:cubicBezTo>
                      <a:cubicBezTo>
                        <a:pt x="138" y="142"/>
                        <a:pt x="135" y="142"/>
                        <a:pt x="132" y="142"/>
                      </a:cubicBezTo>
                      <a:cubicBezTo>
                        <a:pt x="125" y="142"/>
                        <a:pt x="115" y="142"/>
                        <a:pt x="103" y="142"/>
                      </a:cubicBezTo>
                      <a:cubicBezTo>
                        <a:pt x="78" y="142"/>
                        <a:pt x="43" y="143"/>
                        <a:pt x="0" y="143"/>
                      </a:cubicBezTo>
                      <a:cubicBezTo>
                        <a:pt x="0" y="143"/>
                        <a:pt x="0" y="143"/>
                        <a:pt x="0" y="143"/>
                      </a:cubicBezTo>
                      <a:cubicBezTo>
                        <a:pt x="0" y="142"/>
                        <a:pt x="0" y="142"/>
                        <a:pt x="0" y="142"/>
                      </a:cubicBezTo>
                      <a:cubicBezTo>
                        <a:pt x="0" y="101"/>
                        <a:pt x="0" y="52"/>
                        <a:pt x="0" y="0"/>
                      </a:cubicBezTo>
                      <a:cubicBezTo>
                        <a:pt x="0" y="0"/>
                        <a:pt x="0" y="0"/>
                        <a:pt x="0" y="0"/>
                      </a:cubicBezTo>
                      <a:cubicBezTo>
                        <a:pt x="0" y="0"/>
                        <a:pt x="0" y="0"/>
                        <a:pt x="0" y="0"/>
                      </a:cubicBezTo>
                      <a:cubicBezTo>
                        <a:pt x="0" y="0"/>
                        <a:pt x="0" y="0"/>
                        <a:pt x="0" y="0"/>
                      </a:cubicBezTo>
                      <a:cubicBezTo>
                        <a:pt x="52" y="0"/>
                        <a:pt x="101" y="0"/>
                        <a:pt x="142" y="0"/>
                      </a:cubicBezTo>
                      <a:cubicBezTo>
                        <a:pt x="143" y="0"/>
                        <a:pt x="143" y="0"/>
                        <a:pt x="143" y="0"/>
                      </a:cubicBezTo>
                      <a:cubicBezTo>
                        <a:pt x="143" y="0"/>
                        <a:pt x="143" y="0"/>
                        <a:pt x="143" y="0"/>
                      </a:cubicBezTo>
                      <a:cubicBezTo>
                        <a:pt x="142" y="43"/>
                        <a:pt x="142" y="78"/>
                        <a:pt x="142" y="103"/>
                      </a:cubicBezTo>
                      <a:cubicBezTo>
                        <a:pt x="142" y="116"/>
                        <a:pt x="142" y="125"/>
                        <a:pt x="142" y="132"/>
                      </a:cubicBezTo>
                      <a:cubicBezTo>
                        <a:pt x="142" y="135"/>
                        <a:pt x="142" y="138"/>
                        <a:pt x="142" y="140"/>
                      </a:cubicBezTo>
                      <a:cubicBezTo>
                        <a:pt x="142" y="140"/>
                        <a:pt x="142" y="141"/>
                        <a:pt x="142" y="142"/>
                      </a:cubicBezTo>
                      <a:cubicBezTo>
                        <a:pt x="142" y="142"/>
                        <a:pt x="142" y="142"/>
                        <a:pt x="142" y="142"/>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85" name="任意多边形 142"/>
                <p:cNvSpPr/>
                <p:nvPr/>
              </p:nvSpPr>
              <p:spPr bwMode="auto">
                <a:xfrm>
                  <a:off x="5684838" y="1060450"/>
                  <a:ext cx="554038" cy="481013"/>
                </a:xfrm>
                <a:custGeom>
                  <a:avLst/>
                  <a:gdLst>
                    <a:gd name="T0" fmla="*/ 142 w 206"/>
                    <a:gd name="T1" fmla="*/ 179 h 179"/>
                    <a:gd name="T2" fmla="*/ 143 w 206"/>
                    <a:gd name="T3" fmla="*/ 178 h 179"/>
                    <a:gd name="T4" fmla="*/ 146 w 206"/>
                    <a:gd name="T5" fmla="*/ 176 h 179"/>
                    <a:gd name="T6" fmla="*/ 159 w 206"/>
                    <a:gd name="T7" fmla="*/ 168 h 179"/>
                    <a:gd name="T8" fmla="*/ 205 w 206"/>
                    <a:gd name="T9" fmla="*/ 140 h 179"/>
                    <a:gd name="T10" fmla="*/ 205 w 206"/>
                    <a:gd name="T11" fmla="*/ 140 h 179"/>
                    <a:gd name="T12" fmla="*/ 205 w 206"/>
                    <a:gd name="T13" fmla="*/ 0 h 179"/>
                    <a:gd name="T14" fmla="*/ 205 w 206"/>
                    <a:gd name="T15" fmla="*/ 1 h 179"/>
                    <a:gd name="T16" fmla="*/ 205 w 206"/>
                    <a:gd name="T17" fmla="*/ 1 h 179"/>
                    <a:gd name="T18" fmla="*/ 65 w 206"/>
                    <a:gd name="T19" fmla="*/ 1 h 179"/>
                    <a:gd name="T20" fmla="*/ 65 w 206"/>
                    <a:gd name="T21" fmla="*/ 1 h 179"/>
                    <a:gd name="T22" fmla="*/ 18 w 206"/>
                    <a:gd name="T23" fmla="*/ 28 h 179"/>
                    <a:gd name="T24" fmla="*/ 5 w 206"/>
                    <a:gd name="T25" fmla="*/ 35 h 179"/>
                    <a:gd name="T26" fmla="*/ 1 w 206"/>
                    <a:gd name="T27" fmla="*/ 37 h 179"/>
                    <a:gd name="T28" fmla="*/ 0 w 206"/>
                    <a:gd name="T29" fmla="*/ 37 h 179"/>
                    <a:gd name="T30" fmla="*/ 1 w 206"/>
                    <a:gd name="T31" fmla="*/ 37 h 179"/>
                    <a:gd name="T32" fmla="*/ 5 w 206"/>
                    <a:gd name="T33" fmla="*/ 35 h 179"/>
                    <a:gd name="T34" fmla="*/ 18 w 206"/>
                    <a:gd name="T35" fmla="*/ 27 h 179"/>
                    <a:gd name="T36" fmla="*/ 65 w 206"/>
                    <a:gd name="T37" fmla="*/ 0 h 179"/>
                    <a:gd name="T38" fmla="*/ 65 w 206"/>
                    <a:gd name="T39" fmla="*/ 0 h 179"/>
                    <a:gd name="T40" fmla="*/ 65 w 206"/>
                    <a:gd name="T41" fmla="*/ 0 h 179"/>
                    <a:gd name="T42" fmla="*/ 205 w 206"/>
                    <a:gd name="T43" fmla="*/ 0 h 179"/>
                    <a:gd name="T44" fmla="*/ 205 w 206"/>
                    <a:gd name="T45" fmla="*/ 0 h 179"/>
                    <a:gd name="T46" fmla="*/ 206 w 206"/>
                    <a:gd name="T47" fmla="*/ 0 h 179"/>
                    <a:gd name="T48" fmla="*/ 206 w 206"/>
                    <a:gd name="T49" fmla="*/ 0 h 179"/>
                    <a:gd name="T50" fmla="*/ 206 w 206"/>
                    <a:gd name="T51" fmla="*/ 140 h 179"/>
                    <a:gd name="T52" fmla="*/ 206 w 206"/>
                    <a:gd name="T53" fmla="*/ 140 h 179"/>
                    <a:gd name="T54" fmla="*/ 206 w 206"/>
                    <a:gd name="T55" fmla="*/ 140 h 179"/>
                    <a:gd name="T56" fmla="*/ 159 w 206"/>
                    <a:gd name="T57" fmla="*/ 169 h 179"/>
                    <a:gd name="T58" fmla="*/ 146 w 206"/>
                    <a:gd name="T59" fmla="*/ 177 h 179"/>
                    <a:gd name="T60" fmla="*/ 143 w 206"/>
                    <a:gd name="T61" fmla="*/ 179 h 179"/>
                    <a:gd name="T62" fmla="*/ 142 w 206"/>
                    <a:gd name="T63"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6" h="179">
                      <a:moveTo>
                        <a:pt x="142" y="179"/>
                      </a:moveTo>
                      <a:cubicBezTo>
                        <a:pt x="142" y="179"/>
                        <a:pt x="142" y="179"/>
                        <a:pt x="143" y="178"/>
                      </a:cubicBezTo>
                      <a:cubicBezTo>
                        <a:pt x="144" y="178"/>
                        <a:pt x="145" y="177"/>
                        <a:pt x="146" y="176"/>
                      </a:cubicBezTo>
                      <a:cubicBezTo>
                        <a:pt x="149" y="174"/>
                        <a:pt x="153" y="172"/>
                        <a:pt x="159" y="168"/>
                      </a:cubicBezTo>
                      <a:cubicBezTo>
                        <a:pt x="170" y="162"/>
                        <a:pt x="186" y="152"/>
                        <a:pt x="205" y="140"/>
                      </a:cubicBezTo>
                      <a:cubicBezTo>
                        <a:pt x="205" y="140"/>
                        <a:pt x="205" y="140"/>
                        <a:pt x="205" y="140"/>
                      </a:cubicBezTo>
                      <a:cubicBezTo>
                        <a:pt x="205" y="103"/>
                        <a:pt x="205" y="54"/>
                        <a:pt x="205" y="0"/>
                      </a:cubicBezTo>
                      <a:cubicBezTo>
                        <a:pt x="205" y="1"/>
                        <a:pt x="205" y="1"/>
                        <a:pt x="205" y="1"/>
                      </a:cubicBezTo>
                      <a:cubicBezTo>
                        <a:pt x="205" y="1"/>
                        <a:pt x="205" y="1"/>
                        <a:pt x="205" y="1"/>
                      </a:cubicBezTo>
                      <a:cubicBezTo>
                        <a:pt x="151" y="1"/>
                        <a:pt x="102" y="1"/>
                        <a:pt x="65" y="1"/>
                      </a:cubicBezTo>
                      <a:cubicBezTo>
                        <a:pt x="65" y="1"/>
                        <a:pt x="65" y="1"/>
                        <a:pt x="65" y="1"/>
                      </a:cubicBezTo>
                      <a:cubicBezTo>
                        <a:pt x="45" y="12"/>
                        <a:pt x="29" y="21"/>
                        <a:pt x="18" y="28"/>
                      </a:cubicBezTo>
                      <a:cubicBezTo>
                        <a:pt x="12" y="31"/>
                        <a:pt x="8" y="33"/>
                        <a:pt x="5" y="35"/>
                      </a:cubicBezTo>
                      <a:cubicBezTo>
                        <a:pt x="3" y="36"/>
                        <a:pt x="2" y="36"/>
                        <a:pt x="1" y="37"/>
                      </a:cubicBezTo>
                      <a:cubicBezTo>
                        <a:pt x="1" y="37"/>
                        <a:pt x="0" y="37"/>
                        <a:pt x="0" y="37"/>
                      </a:cubicBezTo>
                      <a:cubicBezTo>
                        <a:pt x="0" y="37"/>
                        <a:pt x="1" y="37"/>
                        <a:pt x="1" y="37"/>
                      </a:cubicBezTo>
                      <a:cubicBezTo>
                        <a:pt x="2" y="36"/>
                        <a:pt x="3" y="36"/>
                        <a:pt x="5" y="35"/>
                      </a:cubicBezTo>
                      <a:cubicBezTo>
                        <a:pt x="8" y="33"/>
                        <a:pt x="12" y="30"/>
                        <a:pt x="18" y="27"/>
                      </a:cubicBezTo>
                      <a:cubicBezTo>
                        <a:pt x="29" y="21"/>
                        <a:pt x="45" y="11"/>
                        <a:pt x="65" y="0"/>
                      </a:cubicBezTo>
                      <a:cubicBezTo>
                        <a:pt x="65" y="0"/>
                        <a:pt x="65" y="0"/>
                        <a:pt x="65" y="0"/>
                      </a:cubicBezTo>
                      <a:cubicBezTo>
                        <a:pt x="65" y="0"/>
                        <a:pt x="65" y="0"/>
                        <a:pt x="65" y="0"/>
                      </a:cubicBezTo>
                      <a:cubicBezTo>
                        <a:pt x="102" y="0"/>
                        <a:pt x="151" y="0"/>
                        <a:pt x="205" y="0"/>
                      </a:cubicBezTo>
                      <a:cubicBezTo>
                        <a:pt x="205" y="0"/>
                        <a:pt x="205" y="0"/>
                        <a:pt x="205" y="0"/>
                      </a:cubicBezTo>
                      <a:cubicBezTo>
                        <a:pt x="206" y="0"/>
                        <a:pt x="206" y="0"/>
                        <a:pt x="206" y="0"/>
                      </a:cubicBezTo>
                      <a:cubicBezTo>
                        <a:pt x="206" y="0"/>
                        <a:pt x="206" y="0"/>
                        <a:pt x="206" y="0"/>
                      </a:cubicBezTo>
                      <a:cubicBezTo>
                        <a:pt x="206" y="54"/>
                        <a:pt x="206" y="103"/>
                        <a:pt x="206" y="140"/>
                      </a:cubicBezTo>
                      <a:cubicBezTo>
                        <a:pt x="206" y="140"/>
                        <a:pt x="206" y="140"/>
                        <a:pt x="206" y="140"/>
                      </a:cubicBezTo>
                      <a:cubicBezTo>
                        <a:pt x="206" y="140"/>
                        <a:pt x="206" y="140"/>
                        <a:pt x="206" y="140"/>
                      </a:cubicBezTo>
                      <a:cubicBezTo>
                        <a:pt x="186" y="152"/>
                        <a:pt x="170" y="162"/>
                        <a:pt x="159" y="169"/>
                      </a:cubicBezTo>
                      <a:cubicBezTo>
                        <a:pt x="154" y="172"/>
                        <a:pt x="149" y="175"/>
                        <a:pt x="146" y="177"/>
                      </a:cubicBezTo>
                      <a:cubicBezTo>
                        <a:pt x="145" y="177"/>
                        <a:pt x="144" y="178"/>
                        <a:pt x="143" y="179"/>
                      </a:cubicBezTo>
                      <a:cubicBezTo>
                        <a:pt x="142" y="179"/>
                        <a:pt x="142" y="179"/>
                        <a:pt x="142" y="179"/>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86" name="任意多边形 143"/>
                <p:cNvSpPr/>
                <p:nvPr/>
              </p:nvSpPr>
              <p:spPr bwMode="auto">
                <a:xfrm>
                  <a:off x="6067426" y="1060450"/>
                  <a:ext cx="168275" cy="101600"/>
                </a:xfrm>
                <a:custGeom>
                  <a:avLst/>
                  <a:gdLst>
                    <a:gd name="T0" fmla="*/ 63 w 63"/>
                    <a:gd name="T1" fmla="*/ 0 h 38"/>
                    <a:gd name="T2" fmla="*/ 32 w 63"/>
                    <a:gd name="T3" fmla="*/ 19 h 38"/>
                    <a:gd name="T4" fmla="*/ 0 w 63"/>
                    <a:gd name="T5" fmla="*/ 37 h 38"/>
                    <a:gd name="T6" fmla="*/ 31 w 63"/>
                    <a:gd name="T7" fmla="*/ 18 h 38"/>
                    <a:gd name="T8" fmla="*/ 63 w 63"/>
                    <a:gd name="T9" fmla="*/ 0 h 38"/>
                  </a:gdLst>
                  <a:ahLst/>
                  <a:cxnLst>
                    <a:cxn ang="0">
                      <a:pos x="T0" y="T1"/>
                    </a:cxn>
                    <a:cxn ang="0">
                      <a:pos x="T2" y="T3"/>
                    </a:cxn>
                    <a:cxn ang="0">
                      <a:pos x="T4" y="T5"/>
                    </a:cxn>
                    <a:cxn ang="0">
                      <a:pos x="T6" y="T7"/>
                    </a:cxn>
                    <a:cxn ang="0">
                      <a:pos x="T8" y="T9"/>
                    </a:cxn>
                  </a:cxnLst>
                  <a:rect l="0" t="0" r="r" b="b"/>
                  <a:pathLst>
                    <a:path w="63" h="38">
                      <a:moveTo>
                        <a:pt x="63" y="0"/>
                      </a:moveTo>
                      <a:cubicBezTo>
                        <a:pt x="63" y="1"/>
                        <a:pt x="49" y="9"/>
                        <a:pt x="32" y="19"/>
                      </a:cubicBezTo>
                      <a:cubicBezTo>
                        <a:pt x="14" y="30"/>
                        <a:pt x="0" y="38"/>
                        <a:pt x="0" y="37"/>
                      </a:cubicBezTo>
                      <a:cubicBezTo>
                        <a:pt x="0" y="37"/>
                        <a:pt x="14" y="29"/>
                        <a:pt x="31" y="18"/>
                      </a:cubicBezTo>
                      <a:cubicBezTo>
                        <a:pt x="49" y="8"/>
                        <a:pt x="63" y="0"/>
                        <a:pt x="63"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87" name="任意多边形 144"/>
                <p:cNvSpPr/>
                <p:nvPr/>
              </p:nvSpPr>
              <p:spPr bwMode="auto">
                <a:xfrm>
                  <a:off x="5684838" y="1525588"/>
                  <a:ext cx="19050" cy="11113"/>
                </a:xfrm>
                <a:custGeom>
                  <a:avLst/>
                  <a:gdLst>
                    <a:gd name="T0" fmla="*/ 7 w 7"/>
                    <a:gd name="T1" fmla="*/ 0 h 4"/>
                    <a:gd name="T2" fmla="*/ 4 w 7"/>
                    <a:gd name="T3" fmla="*/ 3 h 4"/>
                    <a:gd name="T4" fmla="*/ 0 w 7"/>
                    <a:gd name="T5" fmla="*/ 4 h 4"/>
                    <a:gd name="T6" fmla="*/ 3 w 7"/>
                    <a:gd name="T7" fmla="*/ 2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7" y="1"/>
                        <a:pt x="6" y="2"/>
                        <a:pt x="4" y="3"/>
                      </a:cubicBezTo>
                      <a:cubicBezTo>
                        <a:pt x="2" y="4"/>
                        <a:pt x="0" y="4"/>
                        <a:pt x="0" y="4"/>
                      </a:cubicBezTo>
                      <a:cubicBezTo>
                        <a:pt x="0" y="4"/>
                        <a:pt x="1" y="3"/>
                        <a:pt x="3" y="2"/>
                      </a:cubicBezTo>
                      <a:cubicBezTo>
                        <a:pt x="5" y="1"/>
                        <a:pt x="7" y="0"/>
                        <a:pt x="7"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88" name="任意多边形 145"/>
                <p:cNvSpPr/>
                <p:nvPr/>
              </p:nvSpPr>
              <p:spPr bwMode="auto">
                <a:xfrm>
                  <a:off x="5719763" y="1504950"/>
                  <a:ext cx="20638" cy="12700"/>
                </a:xfrm>
                <a:custGeom>
                  <a:avLst/>
                  <a:gdLst>
                    <a:gd name="T0" fmla="*/ 7 w 8"/>
                    <a:gd name="T1" fmla="*/ 1 h 5"/>
                    <a:gd name="T2" fmla="*/ 4 w 8"/>
                    <a:gd name="T3" fmla="*/ 3 h 5"/>
                    <a:gd name="T4" fmla="*/ 1 w 8"/>
                    <a:gd name="T5" fmla="*/ 4 h 5"/>
                    <a:gd name="T6" fmla="*/ 4 w 8"/>
                    <a:gd name="T7" fmla="*/ 2 h 5"/>
                    <a:gd name="T8" fmla="*/ 7 w 8"/>
                    <a:gd name="T9" fmla="*/ 1 h 5"/>
                  </a:gdLst>
                  <a:ahLst/>
                  <a:cxnLst>
                    <a:cxn ang="0">
                      <a:pos x="T0" y="T1"/>
                    </a:cxn>
                    <a:cxn ang="0">
                      <a:pos x="T2" y="T3"/>
                    </a:cxn>
                    <a:cxn ang="0">
                      <a:pos x="T4" y="T5"/>
                    </a:cxn>
                    <a:cxn ang="0">
                      <a:pos x="T6" y="T7"/>
                    </a:cxn>
                    <a:cxn ang="0">
                      <a:pos x="T8" y="T9"/>
                    </a:cxn>
                  </a:cxnLst>
                  <a:rect l="0" t="0" r="r" b="b"/>
                  <a:pathLst>
                    <a:path w="8" h="5">
                      <a:moveTo>
                        <a:pt x="7" y="1"/>
                      </a:moveTo>
                      <a:cubicBezTo>
                        <a:pt x="8" y="1"/>
                        <a:pt x="6" y="2"/>
                        <a:pt x="4" y="3"/>
                      </a:cubicBezTo>
                      <a:cubicBezTo>
                        <a:pt x="2" y="4"/>
                        <a:pt x="1" y="5"/>
                        <a:pt x="1" y="4"/>
                      </a:cubicBezTo>
                      <a:cubicBezTo>
                        <a:pt x="0" y="4"/>
                        <a:pt x="2" y="3"/>
                        <a:pt x="4" y="2"/>
                      </a:cubicBezTo>
                      <a:cubicBezTo>
                        <a:pt x="6" y="1"/>
                        <a:pt x="7" y="0"/>
                        <a:pt x="7" y="1"/>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89" name="任意多边形 146"/>
                <p:cNvSpPr/>
                <p:nvPr/>
              </p:nvSpPr>
              <p:spPr bwMode="auto">
                <a:xfrm>
                  <a:off x="5756276" y="1485900"/>
                  <a:ext cx="19050" cy="11113"/>
                </a:xfrm>
                <a:custGeom>
                  <a:avLst/>
                  <a:gdLst>
                    <a:gd name="T0" fmla="*/ 7 w 7"/>
                    <a:gd name="T1" fmla="*/ 0 h 4"/>
                    <a:gd name="T2" fmla="*/ 4 w 7"/>
                    <a:gd name="T3" fmla="*/ 2 h 4"/>
                    <a:gd name="T4" fmla="*/ 0 w 7"/>
                    <a:gd name="T5" fmla="*/ 4 h 4"/>
                    <a:gd name="T6" fmla="*/ 3 w 7"/>
                    <a:gd name="T7" fmla="*/ 1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7" y="0"/>
                        <a:pt x="6" y="1"/>
                        <a:pt x="4" y="2"/>
                      </a:cubicBezTo>
                      <a:cubicBezTo>
                        <a:pt x="2" y="3"/>
                        <a:pt x="0" y="4"/>
                        <a:pt x="0" y="4"/>
                      </a:cubicBezTo>
                      <a:cubicBezTo>
                        <a:pt x="0" y="3"/>
                        <a:pt x="1" y="2"/>
                        <a:pt x="3" y="1"/>
                      </a:cubicBezTo>
                      <a:cubicBezTo>
                        <a:pt x="5" y="0"/>
                        <a:pt x="7" y="0"/>
                        <a:pt x="7"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90" name="任意多边形 147"/>
                <p:cNvSpPr/>
                <p:nvPr/>
              </p:nvSpPr>
              <p:spPr bwMode="auto">
                <a:xfrm>
                  <a:off x="5792788" y="1463675"/>
                  <a:ext cx="17463" cy="11113"/>
                </a:xfrm>
                <a:custGeom>
                  <a:avLst/>
                  <a:gdLst>
                    <a:gd name="T0" fmla="*/ 7 w 7"/>
                    <a:gd name="T1" fmla="*/ 0 h 4"/>
                    <a:gd name="T2" fmla="*/ 4 w 7"/>
                    <a:gd name="T3" fmla="*/ 3 h 4"/>
                    <a:gd name="T4" fmla="*/ 1 w 7"/>
                    <a:gd name="T5" fmla="*/ 4 h 4"/>
                    <a:gd name="T6" fmla="*/ 4 w 7"/>
                    <a:gd name="T7" fmla="*/ 1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7" y="0"/>
                        <a:pt x="6" y="2"/>
                        <a:pt x="4" y="3"/>
                      </a:cubicBezTo>
                      <a:cubicBezTo>
                        <a:pt x="2" y="4"/>
                        <a:pt x="1" y="4"/>
                        <a:pt x="1" y="4"/>
                      </a:cubicBezTo>
                      <a:cubicBezTo>
                        <a:pt x="0" y="4"/>
                        <a:pt x="2" y="3"/>
                        <a:pt x="4" y="1"/>
                      </a:cubicBezTo>
                      <a:cubicBezTo>
                        <a:pt x="5" y="0"/>
                        <a:pt x="7" y="0"/>
                        <a:pt x="7"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91" name="任意多边形 148"/>
                <p:cNvSpPr/>
                <p:nvPr/>
              </p:nvSpPr>
              <p:spPr bwMode="auto">
                <a:xfrm>
                  <a:off x="5829301" y="1443038"/>
                  <a:ext cx="19050" cy="12700"/>
                </a:xfrm>
                <a:custGeom>
                  <a:avLst/>
                  <a:gdLst>
                    <a:gd name="T0" fmla="*/ 7 w 7"/>
                    <a:gd name="T1" fmla="*/ 0 h 5"/>
                    <a:gd name="T2" fmla="*/ 4 w 7"/>
                    <a:gd name="T3" fmla="*/ 3 h 5"/>
                    <a:gd name="T4" fmla="*/ 0 w 7"/>
                    <a:gd name="T5" fmla="*/ 4 h 5"/>
                    <a:gd name="T6" fmla="*/ 3 w 7"/>
                    <a:gd name="T7" fmla="*/ 2 h 5"/>
                    <a:gd name="T8" fmla="*/ 7 w 7"/>
                    <a:gd name="T9" fmla="*/ 0 h 5"/>
                  </a:gdLst>
                  <a:ahLst/>
                  <a:cxnLst>
                    <a:cxn ang="0">
                      <a:pos x="T0" y="T1"/>
                    </a:cxn>
                    <a:cxn ang="0">
                      <a:pos x="T2" y="T3"/>
                    </a:cxn>
                    <a:cxn ang="0">
                      <a:pos x="T4" y="T5"/>
                    </a:cxn>
                    <a:cxn ang="0">
                      <a:pos x="T6" y="T7"/>
                    </a:cxn>
                    <a:cxn ang="0">
                      <a:pos x="T8" y="T9"/>
                    </a:cxn>
                  </a:cxnLst>
                  <a:rect l="0" t="0" r="r" b="b"/>
                  <a:pathLst>
                    <a:path w="7" h="5">
                      <a:moveTo>
                        <a:pt x="7" y="0"/>
                      </a:moveTo>
                      <a:cubicBezTo>
                        <a:pt x="7" y="1"/>
                        <a:pt x="6" y="2"/>
                        <a:pt x="4" y="3"/>
                      </a:cubicBezTo>
                      <a:cubicBezTo>
                        <a:pt x="2" y="4"/>
                        <a:pt x="0" y="5"/>
                        <a:pt x="0" y="4"/>
                      </a:cubicBezTo>
                      <a:cubicBezTo>
                        <a:pt x="0" y="4"/>
                        <a:pt x="1" y="3"/>
                        <a:pt x="3" y="2"/>
                      </a:cubicBezTo>
                      <a:cubicBezTo>
                        <a:pt x="5" y="1"/>
                        <a:pt x="7" y="0"/>
                        <a:pt x="7"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92" name="椭圆 791"/>
                <p:cNvSpPr/>
                <p:nvPr/>
              </p:nvSpPr>
              <p:spPr bwMode="auto">
                <a:xfrm>
                  <a:off x="5854701" y="1408113"/>
                  <a:ext cx="4763" cy="20638"/>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793" name="椭圆 792"/>
                <p:cNvSpPr/>
                <p:nvPr/>
              </p:nvSpPr>
              <p:spPr bwMode="auto">
                <a:xfrm>
                  <a:off x="5856288" y="1363663"/>
                  <a:ext cx="3175" cy="22225"/>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794" name="椭圆 793"/>
                <p:cNvSpPr/>
                <p:nvPr/>
              </p:nvSpPr>
              <p:spPr bwMode="auto">
                <a:xfrm>
                  <a:off x="5856288" y="1323975"/>
                  <a:ext cx="3175" cy="22225"/>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795" name="椭圆 794"/>
                <p:cNvSpPr/>
                <p:nvPr/>
              </p:nvSpPr>
              <p:spPr bwMode="auto">
                <a:xfrm>
                  <a:off x="5856288" y="1281113"/>
                  <a:ext cx="3175" cy="20638"/>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796" name="椭圆 795"/>
                <p:cNvSpPr/>
                <p:nvPr/>
              </p:nvSpPr>
              <p:spPr bwMode="auto">
                <a:xfrm>
                  <a:off x="5856288" y="1239838"/>
                  <a:ext cx="3175" cy="22225"/>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797" name="椭圆 796"/>
                <p:cNvSpPr/>
                <p:nvPr/>
              </p:nvSpPr>
              <p:spPr bwMode="auto">
                <a:xfrm>
                  <a:off x="5856288" y="1196975"/>
                  <a:ext cx="3175" cy="22225"/>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798" name="任意多边形 155"/>
                <p:cNvSpPr/>
                <p:nvPr/>
              </p:nvSpPr>
              <p:spPr bwMode="auto">
                <a:xfrm>
                  <a:off x="5856288" y="1157288"/>
                  <a:ext cx="6350" cy="20638"/>
                </a:xfrm>
                <a:custGeom>
                  <a:avLst/>
                  <a:gdLst>
                    <a:gd name="T0" fmla="*/ 1 w 2"/>
                    <a:gd name="T1" fmla="*/ 0 h 8"/>
                    <a:gd name="T2" fmla="*/ 1 w 2"/>
                    <a:gd name="T3" fmla="*/ 4 h 8"/>
                    <a:gd name="T4" fmla="*/ 1 w 2"/>
                    <a:gd name="T5" fmla="*/ 8 h 8"/>
                    <a:gd name="T6" fmla="*/ 0 w 2"/>
                    <a:gd name="T7" fmla="*/ 4 h 8"/>
                    <a:gd name="T8" fmla="*/ 1 w 2"/>
                    <a:gd name="T9" fmla="*/ 0 h 8"/>
                  </a:gdLst>
                  <a:ahLst/>
                  <a:cxnLst>
                    <a:cxn ang="0">
                      <a:pos x="T0" y="T1"/>
                    </a:cxn>
                    <a:cxn ang="0">
                      <a:pos x="T2" y="T3"/>
                    </a:cxn>
                    <a:cxn ang="0">
                      <a:pos x="T4" y="T5"/>
                    </a:cxn>
                    <a:cxn ang="0">
                      <a:pos x="T6" y="T7"/>
                    </a:cxn>
                    <a:cxn ang="0">
                      <a:pos x="T8" y="T9"/>
                    </a:cxn>
                  </a:cxnLst>
                  <a:rect l="0" t="0" r="r" b="b"/>
                  <a:pathLst>
                    <a:path w="2" h="8">
                      <a:moveTo>
                        <a:pt x="1" y="0"/>
                      </a:moveTo>
                      <a:cubicBezTo>
                        <a:pt x="1" y="0"/>
                        <a:pt x="2" y="2"/>
                        <a:pt x="1" y="4"/>
                      </a:cubicBezTo>
                      <a:cubicBezTo>
                        <a:pt x="1" y="6"/>
                        <a:pt x="1" y="8"/>
                        <a:pt x="1" y="8"/>
                      </a:cubicBezTo>
                      <a:cubicBezTo>
                        <a:pt x="0" y="8"/>
                        <a:pt x="0" y="6"/>
                        <a:pt x="0" y="4"/>
                      </a:cubicBezTo>
                      <a:cubicBezTo>
                        <a:pt x="0" y="2"/>
                        <a:pt x="0" y="0"/>
                        <a:pt x="1"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799" name="椭圆 798"/>
                <p:cNvSpPr/>
                <p:nvPr/>
              </p:nvSpPr>
              <p:spPr bwMode="auto">
                <a:xfrm>
                  <a:off x="5856288" y="1114425"/>
                  <a:ext cx="6350" cy="20638"/>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0" name="任意多边形 157"/>
                <p:cNvSpPr/>
                <p:nvPr/>
              </p:nvSpPr>
              <p:spPr bwMode="auto">
                <a:xfrm>
                  <a:off x="5856288" y="1073150"/>
                  <a:ext cx="6350" cy="22225"/>
                </a:xfrm>
                <a:custGeom>
                  <a:avLst/>
                  <a:gdLst>
                    <a:gd name="T0" fmla="*/ 1 w 2"/>
                    <a:gd name="T1" fmla="*/ 0 h 8"/>
                    <a:gd name="T2" fmla="*/ 2 w 2"/>
                    <a:gd name="T3" fmla="*/ 4 h 8"/>
                    <a:gd name="T4" fmla="*/ 1 w 2"/>
                    <a:gd name="T5" fmla="*/ 8 h 8"/>
                    <a:gd name="T6" fmla="*/ 0 w 2"/>
                    <a:gd name="T7" fmla="*/ 4 h 8"/>
                    <a:gd name="T8" fmla="*/ 1 w 2"/>
                    <a:gd name="T9" fmla="*/ 0 h 8"/>
                  </a:gdLst>
                  <a:ahLst/>
                  <a:cxnLst>
                    <a:cxn ang="0">
                      <a:pos x="T0" y="T1"/>
                    </a:cxn>
                    <a:cxn ang="0">
                      <a:pos x="T2" y="T3"/>
                    </a:cxn>
                    <a:cxn ang="0">
                      <a:pos x="T4" y="T5"/>
                    </a:cxn>
                    <a:cxn ang="0">
                      <a:pos x="T6" y="T7"/>
                    </a:cxn>
                    <a:cxn ang="0">
                      <a:pos x="T8" y="T9"/>
                    </a:cxn>
                  </a:cxnLst>
                  <a:rect l="0" t="0" r="r" b="b"/>
                  <a:pathLst>
                    <a:path w="2" h="8">
                      <a:moveTo>
                        <a:pt x="1" y="0"/>
                      </a:moveTo>
                      <a:cubicBezTo>
                        <a:pt x="1" y="0"/>
                        <a:pt x="2" y="2"/>
                        <a:pt x="2" y="4"/>
                      </a:cubicBezTo>
                      <a:cubicBezTo>
                        <a:pt x="2" y="6"/>
                        <a:pt x="1" y="8"/>
                        <a:pt x="1" y="8"/>
                      </a:cubicBezTo>
                      <a:cubicBezTo>
                        <a:pt x="1" y="8"/>
                        <a:pt x="0" y="6"/>
                        <a:pt x="0" y="4"/>
                      </a:cubicBezTo>
                      <a:cubicBezTo>
                        <a:pt x="0" y="1"/>
                        <a:pt x="1" y="0"/>
                        <a:pt x="1" y="0"/>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sp>
              <p:nvSpPr>
                <p:cNvPr id="801" name="椭圆 800"/>
                <p:cNvSpPr/>
                <p:nvPr/>
              </p:nvSpPr>
              <p:spPr bwMode="auto">
                <a:xfrm>
                  <a:off x="6218238" y="1435100"/>
                  <a:ext cx="17463"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2" name="椭圆 801"/>
                <p:cNvSpPr/>
                <p:nvPr/>
              </p:nvSpPr>
              <p:spPr bwMode="auto">
                <a:xfrm>
                  <a:off x="6173788" y="1435100"/>
                  <a:ext cx="22225"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3" name="椭圆 802"/>
                <p:cNvSpPr/>
                <p:nvPr/>
              </p:nvSpPr>
              <p:spPr bwMode="auto">
                <a:xfrm>
                  <a:off x="6130926" y="1435100"/>
                  <a:ext cx="22225"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4" name="椭圆 803"/>
                <p:cNvSpPr/>
                <p:nvPr/>
              </p:nvSpPr>
              <p:spPr bwMode="auto">
                <a:xfrm>
                  <a:off x="6091238" y="1435100"/>
                  <a:ext cx="20638"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5" name="椭圆 804"/>
                <p:cNvSpPr/>
                <p:nvPr/>
              </p:nvSpPr>
              <p:spPr bwMode="auto">
                <a:xfrm>
                  <a:off x="6048376" y="1435100"/>
                  <a:ext cx="20638"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6" name="椭圆 805"/>
                <p:cNvSpPr/>
                <p:nvPr/>
              </p:nvSpPr>
              <p:spPr bwMode="auto">
                <a:xfrm>
                  <a:off x="6007101" y="1435100"/>
                  <a:ext cx="22225"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7" name="椭圆 806"/>
                <p:cNvSpPr/>
                <p:nvPr/>
              </p:nvSpPr>
              <p:spPr bwMode="auto">
                <a:xfrm>
                  <a:off x="5964238" y="1435100"/>
                  <a:ext cx="22225"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8" name="椭圆 807"/>
                <p:cNvSpPr/>
                <p:nvPr/>
              </p:nvSpPr>
              <p:spPr bwMode="auto">
                <a:xfrm>
                  <a:off x="5924551" y="1435100"/>
                  <a:ext cx="20638"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09" name="椭圆 808"/>
                <p:cNvSpPr/>
                <p:nvPr/>
              </p:nvSpPr>
              <p:spPr bwMode="auto">
                <a:xfrm>
                  <a:off x="5881688" y="1435100"/>
                  <a:ext cx="20638"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10" name="椭圆 809"/>
                <p:cNvSpPr/>
                <p:nvPr/>
              </p:nvSpPr>
              <p:spPr bwMode="auto">
                <a:xfrm>
                  <a:off x="5856288" y="1435100"/>
                  <a:ext cx="6350" cy="4763"/>
                </a:xfrm>
                <a:prstGeom prst="ellipse">
                  <a:avLst/>
                </a:prstGeom>
                <a:solidFill>
                  <a:srgbClr val="804AFF"/>
                </a:solidFill>
                <a:ln>
                  <a:noFill/>
                </a:ln>
              </p:spPr>
              <p:txBody>
                <a:bodyPr vert="horz" wrap="square" lIns="91440" tIns="45720" rIns="91440" bIns="45720" numCol="1" anchor="t" anchorCtr="0" compatLnSpc="1"/>
                <a:lstStyle/>
                <a:p>
                  <a:endParaRPr lang="zh-CN" altLang="en-US"/>
                </a:p>
              </p:txBody>
            </p:sp>
            <p:sp>
              <p:nvSpPr>
                <p:cNvPr id="811" name="任意多边形 168"/>
                <p:cNvSpPr/>
                <p:nvPr/>
              </p:nvSpPr>
              <p:spPr bwMode="auto">
                <a:xfrm>
                  <a:off x="6272213" y="1204913"/>
                  <a:ext cx="50800" cy="104775"/>
                </a:xfrm>
                <a:custGeom>
                  <a:avLst/>
                  <a:gdLst>
                    <a:gd name="T0" fmla="*/ 4 w 19"/>
                    <a:gd name="T1" fmla="*/ 39 h 39"/>
                    <a:gd name="T2" fmla="*/ 8 w 19"/>
                    <a:gd name="T3" fmla="*/ 39 h 39"/>
                    <a:gd name="T4" fmla="*/ 15 w 19"/>
                    <a:gd name="T5" fmla="*/ 33 h 39"/>
                    <a:gd name="T6" fmla="*/ 15 w 19"/>
                    <a:gd name="T7" fmla="*/ 20 h 39"/>
                    <a:gd name="T8" fmla="*/ 12 w 19"/>
                    <a:gd name="T9" fmla="*/ 17 h 39"/>
                    <a:gd name="T10" fmla="*/ 9 w 19"/>
                    <a:gd name="T11" fmla="*/ 18 h 39"/>
                    <a:gd name="T12" fmla="*/ 4 w 19"/>
                    <a:gd name="T13" fmla="*/ 26 h 39"/>
                    <a:gd name="T14" fmla="*/ 2 w 19"/>
                    <a:gd name="T15" fmla="*/ 36 h 39"/>
                    <a:gd name="T16" fmla="*/ 1 w 19"/>
                    <a:gd name="T17" fmla="*/ 36 h 39"/>
                    <a:gd name="T18" fmla="*/ 0 w 19"/>
                    <a:gd name="T19" fmla="*/ 10 h 39"/>
                    <a:gd name="T20" fmla="*/ 1 w 19"/>
                    <a:gd name="T21" fmla="*/ 2 h 39"/>
                    <a:gd name="T22" fmla="*/ 1 w 19"/>
                    <a:gd name="T23" fmla="*/ 0 h 39"/>
                    <a:gd name="T24" fmla="*/ 1 w 19"/>
                    <a:gd name="T25" fmla="*/ 2 h 39"/>
                    <a:gd name="T26" fmla="*/ 1 w 19"/>
                    <a:gd name="T27" fmla="*/ 10 h 39"/>
                    <a:gd name="T28" fmla="*/ 2 w 19"/>
                    <a:gd name="T29" fmla="*/ 35 h 39"/>
                    <a:gd name="T30" fmla="*/ 1 w 19"/>
                    <a:gd name="T31" fmla="*/ 35 h 39"/>
                    <a:gd name="T32" fmla="*/ 3 w 19"/>
                    <a:gd name="T33" fmla="*/ 25 h 39"/>
                    <a:gd name="T34" fmla="*/ 5 w 19"/>
                    <a:gd name="T35" fmla="*/ 21 h 39"/>
                    <a:gd name="T36" fmla="*/ 8 w 19"/>
                    <a:gd name="T37" fmla="*/ 17 h 39"/>
                    <a:gd name="T38" fmla="*/ 12 w 19"/>
                    <a:gd name="T39" fmla="*/ 16 h 39"/>
                    <a:gd name="T40" fmla="*/ 16 w 19"/>
                    <a:gd name="T41" fmla="*/ 19 h 39"/>
                    <a:gd name="T42" fmla="*/ 16 w 19"/>
                    <a:gd name="T43" fmla="*/ 34 h 39"/>
                    <a:gd name="T44" fmla="*/ 8 w 19"/>
                    <a:gd name="T45" fmla="*/ 39 h 39"/>
                    <a:gd name="T46" fmla="*/ 5 w 19"/>
                    <a:gd name="T47" fmla="*/ 39 h 39"/>
                    <a:gd name="T48" fmla="*/ 4 w 19"/>
                    <a:gd name="T49"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39">
                      <a:moveTo>
                        <a:pt x="4" y="39"/>
                      </a:moveTo>
                      <a:cubicBezTo>
                        <a:pt x="4" y="39"/>
                        <a:pt x="6" y="39"/>
                        <a:pt x="8" y="39"/>
                      </a:cubicBezTo>
                      <a:cubicBezTo>
                        <a:pt x="10" y="38"/>
                        <a:pt x="13" y="37"/>
                        <a:pt x="15" y="33"/>
                      </a:cubicBezTo>
                      <a:cubicBezTo>
                        <a:pt x="17" y="30"/>
                        <a:pt x="17" y="24"/>
                        <a:pt x="15" y="20"/>
                      </a:cubicBezTo>
                      <a:cubicBezTo>
                        <a:pt x="14" y="19"/>
                        <a:pt x="13" y="18"/>
                        <a:pt x="12" y="17"/>
                      </a:cubicBezTo>
                      <a:cubicBezTo>
                        <a:pt x="11" y="17"/>
                        <a:pt x="10" y="18"/>
                        <a:pt x="9" y="18"/>
                      </a:cubicBezTo>
                      <a:cubicBezTo>
                        <a:pt x="6" y="20"/>
                        <a:pt x="5" y="23"/>
                        <a:pt x="4" y="26"/>
                      </a:cubicBezTo>
                      <a:cubicBezTo>
                        <a:pt x="3" y="29"/>
                        <a:pt x="2" y="32"/>
                        <a:pt x="2" y="36"/>
                      </a:cubicBezTo>
                      <a:cubicBezTo>
                        <a:pt x="1" y="36"/>
                        <a:pt x="1" y="36"/>
                        <a:pt x="1" y="36"/>
                      </a:cubicBezTo>
                      <a:cubicBezTo>
                        <a:pt x="1" y="25"/>
                        <a:pt x="0" y="16"/>
                        <a:pt x="0" y="10"/>
                      </a:cubicBezTo>
                      <a:cubicBezTo>
                        <a:pt x="0" y="7"/>
                        <a:pt x="1" y="4"/>
                        <a:pt x="1" y="2"/>
                      </a:cubicBezTo>
                      <a:cubicBezTo>
                        <a:pt x="1" y="1"/>
                        <a:pt x="1" y="0"/>
                        <a:pt x="1" y="0"/>
                      </a:cubicBezTo>
                      <a:cubicBezTo>
                        <a:pt x="1" y="0"/>
                        <a:pt x="1" y="1"/>
                        <a:pt x="1" y="2"/>
                      </a:cubicBezTo>
                      <a:cubicBezTo>
                        <a:pt x="1" y="4"/>
                        <a:pt x="1" y="7"/>
                        <a:pt x="1" y="10"/>
                      </a:cubicBezTo>
                      <a:cubicBezTo>
                        <a:pt x="2" y="16"/>
                        <a:pt x="2" y="25"/>
                        <a:pt x="2" y="35"/>
                      </a:cubicBezTo>
                      <a:cubicBezTo>
                        <a:pt x="1" y="35"/>
                        <a:pt x="1" y="35"/>
                        <a:pt x="1" y="35"/>
                      </a:cubicBezTo>
                      <a:cubicBezTo>
                        <a:pt x="1" y="32"/>
                        <a:pt x="2" y="29"/>
                        <a:pt x="3" y="25"/>
                      </a:cubicBezTo>
                      <a:cubicBezTo>
                        <a:pt x="3" y="24"/>
                        <a:pt x="4" y="22"/>
                        <a:pt x="5" y="21"/>
                      </a:cubicBezTo>
                      <a:cubicBezTo>
                        <a:pt x="5" y="20"/>
                        <a:pt x="6" y="18"/>
                        <a:pt x="8" y="17"/>
                      </a:cubicBezTo>
                      <a:cubicBezTo>
                        <a:pt x="9" y="16"/>
                        <a:pt x="11" y="16"/>
                        <a:pt x="12" y="16"/>
                      </a:cubicBezTo>
                      <a:cubicBezTo>
                        <a:pt x="14" y="16"/>
                        <a:pt x="15" y="18"/>
                        <a:pt x="16" y="19"/>
                      </a:cubicBezTo>
                      <a:cubicBezTo>
                        <a:pt x="19" y="24"/>
                        <a:pt x="18" y="30"/>
                        <a:pt x="16" y="34"/>
                      </a:cubicBezTo>
                      <a:cubicBezTo>
                        <a:pt x="14" y="37"/>
                        <a:pt x="10" y="39"/>
                        <a:pt x="8" y="39"/>
                      </a:cubicBezTo>
                      <a:cubicBezTo>
                        <a:pt x="7" y="39"/>
                        <a:pt x="6" y="39"/>
                        <a:pt x="5" y="39"/>
                      </a:cubicBezTo>
                      <a:cubicBezTo>
                        <a:pt x="5" y="39"/>
                        <a:pt x="4" y="39"/>
                        <a:pt x="4" y="39"/>
                      </a:cubicBezTo>
                      <a:close/>
                    </a:path>
                  </a:pathLst>
                </a:custGeom>
                <a:solidFill>
                  <a:srgbClr val="804AFF"/>
                </a:solidFill>
                <a:ln>
                  <a:noFill/>
                </a:ln>
              </p:spPr>
              <p:txBody>
                <a:bodyPr vert="horz" wrap="square" lIns="91440" tIns="45720" rIns="91440" bIns="45720" numCol="1" anchor="t" anchorCtr="0" compatLnSpc="1"/>
                <a:lstStyle/>
                <a:p>
                  <a:endParaRPr lang="zh-CN" altLang="en-US"/>
                </a:p>
              </p:txBody>
            </p:sp>
          </p:grpSp>
          <p:grpSp>
            <p:nvGrpSpPr>
              <p:cNvPr id="422" name="组合 421"/>
              <p:cNvGrpSpPr/>
              <p:nvPr/>
            </p:nvGrpSpPr>
            <p:grpSpPr>
              <a:xfrm>
                <a:off x="4886092" y="2961475"/>
                <a:ext cx="609600" cy="471488"/>
                <a:chOff x="4706144" y="3050383"/>
                <a:chExt cx="609600" cy="471488"/>
              </a:xfrm>
            </p:grpSpPr>
            <p:sp>
              <p:nvSpPr>
                <p:cNvPr id="776" name="任意多边形 169"/>
                <p:cNvSpPr/>
                <p:nvPr/>
              </p:nvSpPr>
              <p:spPr bwMode="auto">
                <a:xfrm>
                  <a:off x="4706144" y="3050383"/>
                  <a:ext cx="609600" cy="471488"/>
                </a:xfrm>
                <a:custGeom>
                  <a:avLst/>
                  <a:gdLst>
                    <a:gd name="T0" fmla="*/ 161 w 226"/>
                    <a:gd name="T1" fmla="*/ 13 h 175"/>
                    <a:gd name="T2" fmla="*/ 163 w 226"/>
                    <a:gd name="T3" fmla="*/ 13 h 175"/>
                    <a:gd name="T4" fmla="*/ 168 w 226"/>
                    <a:gd name="T5" fmla="*/ 15 h 175"/>
                    <a:gd name="T6" fmla="*/ 185 w 226"/>
                    <a:gd name="T7" fmla="*/ 24 h 175"/>
                    <a:gd name="T8" fmla="*/ 207 w 226"/>
                    <a:gd name="T9" fmla="*/ 44 h 175"/>
                    <a:gd name="T10" fmla="*/ 224 w 226"/>
                    <a:gd name="T11" fmla="*/ 81 h 175"/>
                    <a:gd name="T12" fmla="*/ 218 w 226"/>
                    <a:gd name="T13" fmla="*/ 129 h 175"/>
                    <a:gd name="T14" fmla="*/ 202 w 226"/>
                    <a:gd name="T15" fmla="*/ 151 h 175"/>
                    <a:gd name="T16" fmla="*/ 191 w 226"/>
                    <a:gd name="T17" fmla="*/ 160 h 175"/>
                    <a:gd name="T18" fmla="*/ 184 w 226"/>
                    <a:gd name="T19" fmla="*/ 164 h 175"/>
                    <a:gd name="T20" fmla="*/ 178 w 226"/>
                    <a:gd name="T21" fmla="*/ 167 h 175"/>
                    <a:gd name="T22" fmla="*/ 116 w 226"/>
                    <a:gd name="T23" fmla="*/ 173 h 175"/>
                    <a:gd name="T24" fmla="*/ 84 w 226"/>
                    <a:gd name="T25" fmla="*/ 168 h 175"/>
                    <a:gd name="T26" fmla="*/ 51 w 226"/>
                    <a:gd name="T27" fmla="*/ 161 h 175"/>
                    <a:gd name="T28" fmla="*/ 21 w 226"/>
                    <a:gd name="T29" fmla="*/ 144 h 175"/>
                    <a:gd name="T30" fmla="*/ 10 w 226"/>
                    <a:gd name="T31" fmla="*/ 131 h 175"/>
                    <a:gd name="T32" fmla="*/ 4 w 226"/>
                    <a:gd name="T33" fmla="*/ 116 h 175"/>
                    <a:gd name="T34" fmla="*/ 0 w 226"/>
                    <a:gd name="T35" fmla="*/ 85 h 175"/>
                    <a:gd name="T36" fmla="*/ 9 w 226"/>
                    <a:gd name="T37" fmla="*/ 56 h 175"/>
                    <a:gd name="T38" fmla="*/ 49 w 226"/>
                    <a:gd name="T39" fmla="*/ 17 h 175"/>
                    <a:gd name="T40" fmla="*/ 95 w 226"/>
                    <a:gd name="T41" fmla="*/ 2 h 175"/>
                    <a:gd name="T42" fmla="*/ 136 w 226"/>
                    <a:gd name="T43" fmla="*/ 2 h 175"/>
                    <a:gd name="T44" fmla="*/ 166 w 226"/>
                    <a:gd name="T45" fmla="*/ 7 h 175"/>
                    <a:gd name="T46" fmla="*/ 184 w 226"/>
                    <a:gd name="T47" fmla="*/ 11 h 175"/>
                    <a:gd name="T48" fmla="*/ 189 w 226"/>
                    <a:gd name="T49" fmla="*/ 13 h 175"/>
                    <a:gd name="T50" fmla="*/ 191 w 226"/>
                    <a:gd name="T51" fmla="*/ 13 h 175"/>
                    <a:gd name="T52" fmla="*/ 189 w 226"/>
                    <a:gd name="T53" fmla="*/ 13 h 175"/>
                    <a:gd name="T54" fmla="*/ 184 w 226"/>
                    <a:gd name="T55" fmla="*/ 12 h 175"/>
                    <a:gd name="T56" fmla="*/ 166 w 226"/>
                    <a:gd name="T57" fmla="*/ 7 h 175"/>
                    <a:gd name="T58" fmla="*/ 136 w 226"/>
                    <a:gd name="T59" fmla="*/ 2 h 175"/>
                    <a:gd name="T60" fmla="*/ 95 w 226"/>
                    <a:gd name="T61" fmla="*/ 3 h 175"/>
                    <a:gd name="T62" fmla="*/ 49 w 226"/>
                    <a:gd name="T63" fmla="*/ 18 h 175"/>
                    <a:gd name="T64" fmla="*/ 10 w 226"/>
                    <a:gd name="T65" fmla="*/ 56 h 175"/>
                    <a:gd name="T66" fmla="*/ 2 w 226"/>
                    <a:gd name="T67" fmla="*/ 85 h 175"/>
                    <a:gd name="T68" fmla="*/ 5 w 226"/>
                    <a:gd name="T69" fmla="*/ 116 h 175"/>
                    <a:gd name="T70" fmla="*/ 12 w 226"/>
                    <a:gd name="T71" fmla="*/ 130 h 175"/>
                    <a:gd name="T72" fmla="*/ 22 w 226"/>
                    <a:gd name="T73" fmla="*/ 143 h 175"/>
                    <a:gd name="T74" fmla="*/ 51 w 226"/>
                    <a:gd name="T75" fmla="*/ 159 h 175"/>
                    <a:gd name="T76" fmla="*/ 84 w 226"/>
                    <a:gd name="T77" fmla="*/ 167 h 175"/>
                    <a:gd name="T78" fmla="*/ 116 w 226"/>
                    <a:gd name="T79" fmla="*/ 171 h 175"/>
                    <a:gd name="T80" fmla="*/ 177 w 226"/>
                    <a:gd name="T81" fmla="*/ 166 h 175"/>
                    <a:gd name="T82" fmla="*/ 216 w 226"/>
                    <a:gd name="T83" fmla="*/ 128 h 175"/>
                    <a:gd name="T84" fmla="*/ 223 w 226"/>
                    <a:gd name="T85" fmla="*/ 81 h 175"/>
                    <a:gd name="T86" fmla="*/ 206 w 226"/>
                    <a:gd name="T87" fmla="*/ 45 h 175"/>
                    <a:gd name="T88" fmla="*/ 184 w 226"/>
                    <a:gd name="T89" fmla="*/ 24 h 175"/>
                    <a:gd name="T90" fmla="*/ 167 w 226"/>
                    <a:gd name="T91" fmla="*/ 15 h 175"/>
                    <a:gd name="T92" fmla="*/ 163 w 226"/>
                    <a:gd name="T93" fmla="*/ 13 h 175"/>
                    <a:gd name="T94" fmla="*/ 161 w 226"/>
                    <a:gd name="T95" fmla="*/ 1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6" h="175">
                      <a:moveTo>
                        <a:pt x="161" y="13"/>
                      </a:moveTo>
                      <a:cubicBezTo>
                        <a:pt x="161" y="13"/>
                        <a:pt x="162" y="13"/>
                        <a:pt x="163" y="13"/>
                      </a:cubicBezTo>
                      <a:cubicBezTo>
                        <a:pt x="164" y="14"/>
                        <a:pt x="166" y="14"/>
                        <a:pt x="168" y="15"/>
                      </a:cubicBezTo>
                      <a:cubicBezTo>
                        <a:pt x="172" y="16"/>
                        <a:pt x="178" y="19"/>
                        <a:pt x="185" y="24"/>
                      </a:cubicBezTo>
                      <a:cubicBezTo>
                        <a:pt x="192" y="28"/>
                        <a:pt x="200" y="35"/>
                        <a:pt x="207" y="44"/>
                      </a:cubicBezTo>
                      <a:cubicBezTo>
                        <a:pt x="214" y="54"/>
                        <a:pt x="221" y="66"/>
                        <a:pt x="224" y="81"/>
                      </a:cubicBezTo>
                      <a:cubicBezTo>
                        <a:pt x="226" y="96"/>
                        <a:pt x="225" y="113"/>
                        <a:pt x="218" y="129"/>
                      </a:cubicBezTo>
                      <a:cubicBezTo>
                        <a:pt x="214" y="137"/>
                        <a:pt x="209" y="145"/>
                        <a:pt x="202" y="151"/>
                      </a:cubicBezTo>
                      <a:cubicBezTo>
                        <a:pt x="199" y="155"/>
                        <a:pt x="195" y="158"/>
                        <a:pt x="191" y="160"/>
                      </a:cubicBezTo>
                      <a:cubicBezTo>
                        <a:pt x="189" y="161"/>
                        <a:pt x="187" y="163"/>
                        <a:pt x="184" y="164"/>
                      </a:cubicBezTo>
                      <a:cubicBezTo>
                        <a:pt x="182" y="165"/>
                        <a:pt x="180" y="166"/>
                        <a:pt x="178" y="167"/>
                      </a:cubicBezTo>
                      <a:cubicBezTo>
                        <a:pt x="159" y="174"/>
                        <a:pt x="138" y="175"/>
                        <a:pt x="116" y="173"/>
                      </a:cubicBezTo>
                      <a:cubicBezTo>
                        <a:pt x="105" y="172"/>
                        <a:pt x="95" y="170"/>
                        <a:pt x="84" y="168"/>
                      </a:cubicBezTo>
                      <a:cubicBezTo>
                        <a:pt x="73" y="167"/>
                        <a:pt x="62" y="164"/>
                        <a:pt x="51" y="161"/>
                      </a:cubicBezTo>
                      <a:cubicBezTo>
                        <a:pt x="40" y="157"/>
                        <a:pt x="30" y="152"/>
                        <a:pt x="21" y="144"/>
                      </a:cubicBezTo>
                      <a:cubicBezTo>
                        <a:pt x="17" y="140"/>
                        <a:pt x="14" y="136"/>
                        <a:pt x="10" y="131"/>
                      </a:cubicBezTo>
                      <a:cubicBezTo>
                        <a:pt x="8" y="127"/>
                        <a:pt x="5" y="122"/>
                        <a:pt x="4" y="116"/>
                      </a:cubicBezTo>
                      <a:cubicBezTo>
                        <a:pt x="0" y="106"/>
                        <a:pt x="0" y="95"/>
                        <a:pt x="0" y="85"/>
                      </a:cubicBezTo>
                      <a:cubicBezTo>
                        <a:pt x="2" y="75"/>
                        <a:pt x="5" y="65"/>
                        <a:pt x="9" y="56"/>
                      </a:cubicBezTo>
                      <a:cubicBezTo>
                        <a:pt x="19" y="38"/>
                        <a:pt x="33" y="25"/>
                        <a:pt x="49" y="17"/>
                      </a:cubicBezTo>
                      <a:cubicBezTo>
                        <a:pt x="64" y="8"/>
                        <a:pt x="80" y="4"/>
                        <a:pt x="95" y="2"/>
                      </a:cubicBezTo>
                      <a:cubicBezTo>
                        <a:pt x="110" y="0"/>
                        <a:pt x="124" y="0"/>
                        <a:pt x="136" y="2"/>
                      </a:cubicBezTo>
                      <a:cubicBezTo>
                        <a:pt x="147" y="3"/>
                        <a:pt x="157" y="5"/>
                        <a:pt x="166" y="7"/>
                      </a:cubicBezTo>
                      <a:cubicBezTo>
                        <a:pt x="174" y="8"/>
                        <a:pt x="180" y="10"/>
                        <a:pt x="184" y="11"/>
                      </a:cubicBezTo>
                      <a:cubicBezTo>
                        <a:pt x="186" y="12"/>
                        <a:pt x="188" y="12"/>
                        <a:pt x="189" y="13"/>
                      </a:cubicBezTo>
                      <a:cubicBezTo>
                        <a:pt x="190" y="13"/>
                        <a:pt x="191" y="13"/>
                        <a:pt x="191" y="13"/>
                      </a:cubicBezTo>
                      <a:cubicBezTo>
                        <a:pt x="191" y="13"/>
                        <a:pt x="190" y="13"/>
                        <a:pt x="189" y="13"/>
                      </a:cubicBezTo>
                      <a:cubicBezTo>
                        <a:pt x="188" y="12"/>
                        <a:pt x="186" y="12"/>
                        <a:pt x="184" y="12"/>
                      </a:cubicBezTo>
                      <a:cubicBezTo>
                        <a:pt x="180" y="10"/>
                        <a:pt x="174" y="9"/>
                        <a:pt x="166" y="7"/>
                      </a:cubicBezTo>
                      <a:cubicBezTo>
                        <a:pt x="157" y="5"/>
                        <a:pt x="147" y="4"/>
                        <a:pt x="136" y="2"/>
                      </a:cubicBezTo>
                      <a:cubicBezTo>
                        <a:pt x="124" y="1"/>
                        <a:pt x="110" y="1"/>
                        <a:pt x="95" y="3"/>
                      </a:cubicBezTo>
                      <a:cubicBezTo>
                        <a:pt x="81" y="5"/>
                        <a:pt x="65" y="9"/>
                        <a:pt x="49" y="18"/>
                      </a:cubicBezTo>
                      <a:cubicBezTo>
                        <a:pt x="34" y="26"/>
                        <a:pt x="20" y="39"/>
                        <a:pt x="10" y="56"/>
                      </a:cubicBezTo>
                      <a:cubicBezTo>
                        <a:pt x="6" y="65"/>
                        <a:pt x="3" y="75"/>
                        <a:pt x="2" y="85"/>
                      </a:cubicBezTo>
                      <a:cubicBezTo>
                        <a:pt x="1" y="95"/>
                        <a:pt x="2" y="106"/>
                        <a:pt x="5" y="116"/>
                      </a:cubicBezTo>
                      <a:cubicBezTo>
                        <a:pt x="7" y="121"/>
                        <a:pt x="9" y="126"/>
                        <a:pt x="12" y="130"/>
                      </a:cubicBezTo>
                      <a:cubicBezTo>
                        <a:pt x="15" y="135"/>
                        <a:pt x="18" y="139"/>
                        <a:pt x="22" y="143"/>
                      </a:cubicBezTo>
                      <a:cubicBezTo>
                        <a:pt x="30" y="150"/>
                        <a:pt x="41" y="156"/>
                        <a:pt x="51" y="159"/>
                      </a:cubicBezTo>
                      <a:cubicBezTo>
                        <a:pt x="62" y="163"/>
                        <a:pt x="73" y="165"/>
                        <a:pt x="84" y="167"/>
                      </a:cubicBezTo>
                      <a:cubicBezTo>
                        <a:pt x="95" y="168"/>
                        <a:pt x="106" y="170"/>
                        <a:pt x="116" y="171"/>
                      </a:cubicBezTo>
                      <a:cubicBezTo>
                        <a:pt x="138" y="173"/>
                        <a:pt x="159" y="173"/>
                        <a:pt x="177" y="166"/>
                      </a:cubicBezTo>
                      <a:cubicBezTo>
                        <a:pt x="196" y="159"/>
                        <a:pt x="209" y="144"/>
                        <a:pt x="216" y="128"/>
                      </a:cubicBezTo>
                      <a:cubicBezTo>
                        <a:pt x="224" y="112"/>
                        <a:pt x="225" y="96"/>
                        <a:pt x="223" y="81"/>
                      </a:cubicBezTo>
                      <a:cubicBezTo>
                        <a:pt x="220" y="66"/>
                        <a:pt x="214" y="54"/>
                        <a:pt x="206" y="45"/>
                      </a:cubicBezTo>
                      <a:cubicBezTo>
                        <a:pt x="199" y="35"/>
                        <a:pt x="191" y="29"/>
                        <a:pt x="184" y="24"/>
                      </a:cubicBezTo>
                      <a:cubicBezTo>
                        <a:pt x="177" y="20"/>
                        <a:pt x="172" y="17"/>
                        <a:pt x="167" y="15"/>
                      </a:cubicBezTo>
                      <a:cubicBezTo>
                        <a:pt x="165" y="14"/>
                        <a:pt x="164" y="14"/>
                        <a:pt x="163" y="13"/>
                      </a:cubicBezTo>
                      <a:cubicBezTo>
                        <a:pt x="162" y="13"/>
                        <a:pt x="161" y="13"/>
                        <a:pt x="161" y="13"/>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77" name="任意多边形 170"/>
                <p:cNvSpPr/>
                <p:nvPr/>
              </p:nvSpPr>
              <p:spPr bwMode="auto">
                <a:xfrm>
                  <a:off x="4793457" y="3225008"/>
                  <a:ext cx="58738" cy="141288"/>
                </a:xfrm>
                <a:custGeom>
                  <a:avLst/>
                  <a:gdLst>
                    <a:gd name="T0" fmla="*/ 22 w 22"/>
                    <a:gd name="T1" fmla="*/ 51 h 52"/>
                    <a:gd name="T2" fmla="*/ 19 w 22"/>
                    <a:gd name="T3" fmla="*/ 51 h 52"/>
                    <a:gd name="T4" fmla="*/ 10 w 22"/>
                    <a:gd name="T5" fmla="*/ 52 h 52"/>
                    <a:gd name="T6" fmla="*/ 7 w 22"/>
                    <a:gd name="T7" fmla="*/ 52 h 52"/>
                    <a:gd name="T8" fmla="*/ 4 w 22"/>
                    <a:gd name="T9" fmla="*/ 52 h 52"/>
                    <a:gd name="T10" fmla="*/ 2 w 22"/>
                    <a:gd name="T11" fmla="*/ 51 h 52"/>
                    <a:gd name="T12" fmla="*/ 2 w 22"/>
                    <a:gd name="T13" fmla="*/ 49 h 52"/>
                    <a:gd name="T14" fmla="*/ 1 w 22"/>
                    <a:gd name="T15" fmla="*/ 45 h 52"/>
                    <a:gd name="T16" fmla="*/ 1 w 22"/>
                    <a:gd name="T17" fmla="*/ 29 h 52"/>
                    <a:gd name="T18" fmla="*/ 0 w 22"/>
                    <a:gd name="T19" fmla="*/ 13 h 52"/>
                    <a:gd name="T20" fmla="*/ 2 w 22"/>
                    <a:gd name="T21" fmla="*/ 5 h 52"/>
                    <a:gd name="T22" fmla="*/ 6 w 22"/>
                    <a:gd name="T23" fmla="*/ 1 h 52"/>
                    <a:gd name="T24" fmla="*/ 15 w 22"/>
                    <a:gd name="T25" fmla="*/ 0 h 52"/>
                    <a:gd name="T26" fmla="*/ 19 w 22"/>
                    <a:gd name="T27" fmla="*/ 1 h 52"/>
                    <a:gd name="T28" fmla="*/ 15 w 22"/>
                    <a:gd name="T29" fmla="*/ 1 h 52"/>
                    <a:gd name="T30" fmla="*/ 7 w 22"/>
                    <a:gd name="T31" fmla="*/ 2 h 52"/>
                    <a:gd name="T32" fmla="*/ 3 w 22"/>
                    <a:gd name="T33" fmla="*/ 6 h 52"/>
                    <a:gd name="T34" fmla="*/ 1 w 22"/>
                    <a:gd name="T35" fmla="*/ 13 h 52"/>
                    <a:gd name="T36" fmla="*/ 2 w 22"/>
                    <a:gd name="T37" fmla="*/ 29 h 52"/>
                    <a:gd name="T38" fmla="*/ 3 w 22"/>
                    <a:gd name="T39" fmla="*/ 45 h 52"/>
                    <a:gd name="T40" fmla="*/ 4 w 22"/>
                    <a:gd name="T41" fmla="*/ 51 h 52"/>
                    <a:gd name="T42" fmla="*/ 7 w 22"/>
                    <a:gd name="T43" fmla="*/ 51 h 52"/>
                    <a:gd name="T44" fmla="*/ 10 w 22"/>
                    <a:gd name="T45" fmla="*/ 51 h 52"/>
                    <a:gd name="T46" fmla="*/ 19 w 22"/>
                    <a:gd name="T47" fmla="*/ 51 h 52"/>
                    <a:gd name="T48" fmla="*/ 22 w 22"/>
                    <a:gd name="T49" fmla="*/ 5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2">
                      <a:moveTo>
                        <a:pt x="22" y="51"/>
                      </a:moveTo>
                      <a:cubicBezTo>
                        <a:pt x="22" y="51"/>
                        <a:pt x="21" y="51"/>
                        <a:pt x="19" y="51"/>
                      </a:cubicBezTo>
                      <a:cubicBezTo>
                        <a:pt x="17" y="52"/>
                        <a:pt x="14" y="52"/>
                        <a:pt x="10" y="52"/>
                      </a:cubicBezTo>
                      <a:cubicBezTo>
                        <a:pt x="9" y="52"/>
                        <a:pt x="8" y="52"/>
                        <a:pt x="7" y="52"/>
                      </a:cubicBezTo>
                      <a:cubicBezTo>
                        <a:pt x="6" y="52"/>
                        <a:pt x="5" y="52"/>
                        <a:pt x="4" y="52"/>
                      </a:cubicBezTo>
                      <a:cubicBezTo>
                        <a:pt x="3" y="52"/>
                        <a:pt x="3" y="51"/>
                        <a:pt x="2" y="51"/>
                      </a:cubicBezTo>
                      <a:cubicBezTo>
                        <a:pt x="2" y="50"/>
                        <a:pt x="2" y="49"/>
                        <a:pt x="2" y="49"/>
                      </a:cubicBezTo>
                      <a:cubicBezTo>
                        <a:pt x="2" y="47"/>
                        <a:pt x="2" y="46"/>
                        <a:pt x="1" y="45"/>
                      </a:cubicBezTo>
                      <a:cubicBezTo>
                        <a:pt x="1" y="40"/>
                        <a:pt x="1" y="35"/>
                        <a:pt x="1" y="29"/>
                      </a:cubicBezTo>
                      <a:cubicBezTo>
                        <a:pt x="0" y="23"/>
                        <a:pt x="0" y="18"/>
                        <a:pt x="0" y="13"/>
                      </a:cubicBezTo>
                      <a:cubicBezTo>
                        <a:pt x="0" y="10"/>
                        <a:pt x="0" y="8"/>
                        <a:pt x="2" y="5"/>
                      </a:cubicBezTo>
                      <a:cubicBezTo>
                        <a:pt x="3" y="3"/>
                        <a:pt x="5" y="2"/>
                        <a:pt x="6" y="1"/>
                      </a:cubicBezTo>
                      <a:cubicBezTo>
                        <a:pt x="10" y="0"/>
                        <a:pt x="13" y="0"/>
                        <a:pt x="15" y="0"/>
                      </a:cubicBezTo>
                      <a:cubicBezTo>
                        <a:pt x="18" y="0"/>
                        <a:pt x="19" y="1"/>
                        <a:pt x="19" y="1"/>
                      </a:cubicBezTo>
                      <a:cubicBezTo>
                        <a:pt x="19" y="1"/>
                        <a:pt x="17" y="1"/>
                        <a:pt x="15" y="1"/>
                      </a:cubicBezTo>
                      <a:cubicBezTo>
                        <a:pt x="13" y="1"/>
                        <a:pt x="10" y="1"/>
                        <a:pt x="7" y="2"/>
                      </a:cubicBezTo>
                      <a:cubicBezTo>
                        <a:pt x="5" y="3"/>
                        <a:pt x="4" y="4"/>
                        <a:pt x="3" y="6"/>
                      </a:cubicBezTo>
                      <a:cubicBezTo>
                        <a:pt x="2" y="8"/>
                        <a:pt x="1" y="10"/>
                        <a:pt x="1" y="13"/>
                      </a:cubicBezTo>
                      <a:cubicBezTo>
                        <a:pt x="1" y="17"/>
                        <a:pt x="2" y="23"/>
                        <a:pt x="2" y="29"/>
                      </a:cubicBezTo>
                      <a:cubicBezTo>
                        <a:pt x="2" y="34"/>
                        <a:pt x="3" y="40"/>
                        <a:pt x="3" y="45"/>
                      </a:cubicBezTo>
                      <a:cubicBezTo>
                        <a:pt x="3" y="47"/>
                        <a:pt x="3" y="50"/>
                        <a:pt x="4" y="51"/>
                      </a:cubicBezTo>
                      <a:cubicBezTo>
                        <a:pt x="5" y="51"/>
                        <a:pt x="6" y="51"/>
                        <a:pt x="7" y="51"/>
                      </a:cubicBezTo>
                      <a:cubicBezTo>
                        <a:pt x="8" y="51"/>
                        <a:pt x="9" y="51"/>
                        <a:pt x="10" y="51"/>
                      </a:cubicBezTo>
                      <a:cubicBezTo>
                        <a:pt x="14" y="51"/>
                        <a:pt x="17" y="51"/>
                        <a:pt x="19" y="51"/>
                      </a:cubicBezTo>
                      <a:cubicBezTo>
                        <a:pt x="21" y="51"/>
                        <a:pt x="22" y="51"/>
                        <a:pt x="22" y="51"/>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78" name="任意多边形 171"/>
                <p:cNvSpPr/>
                <p:nvPr/>
              </p:nvSpPr>
              <p:spPr bwMode="auto">
                <a:xfrm>
                  <a:off x="4795044" y="3290096"/>
                  <a:ext cx="46038" cy="4763"/>
                </a:xfrm>
                <a:custGeom>
                  <a:avLst/>
                  <a:gdLst>
                    <a:gd name="T0" fmla="*/ 17 w 17"/>
                    <a:gd name="T1" fmla="*/ 1 h 2"/>
                    <a:gd name="T2" fmla="*/ 9 w 17"/>
                    <a:gd name="T3" fmla="*/ 2 h 2"/>
                    <a:gd name="T4" fmla="*/ 0 w 17"/>
                    <a:gd name="T5" fmla="*/ 1 h 2"/>
                    <a:gd name="T6" fmla="*/ 9 w 17"/>
                    <a:gd name="T7" fmla="*/ 0 h 2"/>
                    <a:gd name="T8" fmla="*/ 17 w 17"/>
                    <a:gd name="T9" fmla="*/ 1 h 2"/>
                  </a:gdLst>
                  <a:ahLst/>
                  <a:cxnLst>
                    <a:cxn ang="0">
                      <a:pos x="T0" y="T1"/>
                    </a:cxn>
                    <a:cxn ang="0">
                      <a:pos x="T2" y="T3"/>
                    </a:cxn>
                    <a:cxn ang="0">
                      <a:pos x="T4" y="T5"/>
                    </a:cxn>
                    <a:cxn ang="0">
                      <a:pos x="T6" y="T7"/>
                    </a:cxn>
                    <a:cxn ang="0">
                      <a:pos x="T8" y="T9"/>
                    </a:cxn>
                  </a:cxnLst>
                  <a:rect l="0" t="0" r="r" b="b"/>
                  <a:pathLst>
                    <a:path w="17" h="2">
                      <a:moveTo>
                        <a:pt x="17" y="1"/>
                      </a:moveTo>
                      <a:cubicBezTo>
                        <a:pt x="17" y="1"/>
                        <a:pt x="13" y="2"/>
                        <a:pt x="9" y="2"/>
                      </a:cubicBezTo>
                      <a:cubicBezTo>
                        <a:pt x="4" y="2"/>
                        <a:pt x="0" y="2"/>
                        <a:pt x="0" y="1"/>
                      </a:cubicBezTo>
                      <a:cubicBezTo>
                        <a:pt x="0" y="1"/>
                        <a:pt x="4" y="0"/>
                        <a:pt x="9" y="0"/>
                      </a:cubicBezTo>
                      <a:cubicBezTo>
                        <a:pt x="13" y="0"/>
                        <a:pt x="17" y="0"/>
                        <a:pt x="17" y="1"/>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79" name="任意多边形 172"/>
                <p:cNvSpPr/>
                <p:nvPr/>
              </p:nvSpPr>
              <p:spPr bwMode="auto">
                <a:xfrm>
                  <a:off x="4883944" y="3267871"/>
                  <a:ext cx="69850" cy="9525"/>
                </a:xfrm>
                <a:custGeom>
                  <a:avLst/>
                  <a:gdLst>
                    <a:gd name="T0" fmla="*/ 26 w 26"/>
                    <a:gd name="T1" fmla="*/ 1 h 3"/>
                    <a:gd name="T2" fmla="*/ 13 w 26"/>
                    <a:gd name="T3" fmla="*/ 2 h 3"/>
                    <a:gd name="T4" fmla="*/ 0 w 26"/>
                    <a:gd name="T5" fmla="*/ 2 h 3"/>
                    <a:gd name="T6" fmla="*/ 13 w 26"/>
                    <a:gd name="T7" fmla="*/ 0 h 3"/>
                    <a:gd name="T8" fmla="*/ 26 w 26"/>
                    <a:gd name="T9" fmla="*/ 1 h 3"/>
                  </a:gdLst>
                  <a:ahLst/>
                  <a:cxnLst>
                    <a:cxn ang="0">
                      <a:pos x="T0" y="T1"/>
                    </a:cxn>
                    <a:cxn ang="0">
                      <a:pos x="T2" y="T3"/>
                    </a:cxn>
                    <a:cxn ang="0">
                      <a:pos x="T4" y="T5"/>
                    </a:cxn>
                    <a:cxn ang="0">
                      <a:pos x="T6" y="T7"/>
                    </a:cxn>
                    <a:cxn ang="0">
                      <a:pos x="T8" y="T9"/>
                    </a:cxn>
                  </a:cxnLst>
                  <a:rect l="0" t="0" r="r" b="b"/>
                  <a:pathLst>
                    <a:path w="26" h="3">
                      <a:moveTo>
                        <a:pt x="26" y="1"/>
                      </a:moveTo>
                      <a:cubicBezTo>
                        <a:pt x="26" y="2"/>
                        <a:pt x="20" y="2"/>
                        <a:pt x="13" y="2"/>
                      </a:cubicBezTo>
                      <a:cubicBezTo>
                        <a:pt x="6" y="2"/>
                        <a:pt x="0" y="3"/>
                        <a:pt x="0" y="2"/>
                      </a:cubicBezTo>
                      <a:cubicBezTo>
                        <a:pt x="0" y="2"/>
                        <a:pt x="6" y="1"/>
                        <a:pt x="13" y="0"/>
                      </a:cubicBezTo>
                      <a:cubicBezTo>
                        <a:pt x="20" y="0"/>
                        <a:pt x="26" y="1"/>
                        <a:pt x="26" y="1"/>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80" name="任意多边形 173"/>
                <p:cNvSpPr/>
                <p:nvPr/>
              </p:nvSpPr>
              <p:spPr bwMode="auto">
                <a:xfrm>
                  <a:off x="4891882" y="3320258"/>
                  <a:ext cx="68263" cy="7938"/>
                </a:xfrm>
                <a:custGeom>
                  <a:avLst/>
                  <a:gdLst>
                    <a:gd name="T0" fmla="*/ 25 w 25"/>
                    <a:gd name="T1" fmla="*/ 2 h 3"/>
                    <a:gd name="T2" fmla="*/ 13 w 25"/>
                    <a:gd name="T3" fmla="*/ 2 h 3"/>
                    <a:gd name="T4" fmla="*/ 0 w 25"/>
                    <a:gd name="T5" fmla="*/ 1 h 3"/>
                    <a:gd name="T6" fmla="*/ 13 w 25"/>
                    <a:gd name="T7" fmla="*/ 1 h 3"/>
                    <a:gd name="T8" fmla="*/ 25 w 25"/>
                    <a:gd name="T9" fmla="*/ 2 h 3"/>
                  </a:gdLst>
                  <a:ahLst/>
                  <a:cxnLst>
                    <a:cxn ang="0">
                      <a:pos x="T0" y="T1"/>
                    </a:cxn>
                    <a:cxn ang="0">
                      <a:pos x="T2" y="T3"/>
                    </a:cxn>
                    <a:cxn ang="0">
                      <a:pos x="T4" y="T5"/>
                    </a:cxn>
                    <a:cxn ang="0">
                      <a:pos x="T6" y="T7"/>
                    </a:cxn>
                    <a:cxn ang="0">
                      <a:pos x="T8" y="T9"/>
                    </a:cxn>
                  </a:cxnLst>
                  <a:rect l="0" t="0" r="r" b="b"/>
                  <a:pathLst>
                    <a:path w="25" h="3">
                      <a:moveTo>
                        <a:pt x="25" y="2"/>
                      </a:moveTo>
                      <a:cubicBezTo>
                        <a:pt x="25" y="2"/>
                        <a:pt x="19" y="3"/>
                        <a:pt x="13" y="2"/>
                      </a:cubicBezTo>
                      <a:cubicBezTo>
                        <a:pt x="6" y="2"/>
                        <a:pt x="0" y="1"/>
                        <a:pt x="0" y="1"/>
                      </a:cubicBezTo>
                      <a:cubicBezTo>
                        <a:pt x="0" y="0"/>
                        <a:pt x="6" y="1"/>
                        <a:pt x="13" y="1"/>
                      </a:cubicBezTo>
                      <a:cubicBezTo>
                        <a:pt x="19" y="1"/>
                        <a:pt x="25" y="1"/>
                        <a:pt x="25" y="2"/>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81" name="任意多边形 174"/>
                <p:cNvSpPr/>
                <p:nvPr/>
              </p:nvSpPr>
              <p:spPr bwMode="auto">
                <a:xfrm>
                  <a:off x="5037932" y="3271046"/>
                  <a:ext cx="104775" cy="95250"/>
                </a:xfrm>
                <a:custGeom>
                  <a:avLst/>
                  <a:gdLst>
                    <a:gd name="T0" fmla="*/ 38 w 39"/>
                    <a:gd name="T1" fmla="*/ 31 h 35"/>
                    <a:gd name="T2" fmla="*/ 38 w 39"/>
                    <a:gd name="T3" fmla="*/ 26 h 35"/>
                    <a:gd name="T4" fmla="*/ 36 w 39"/>
                    <a:gd name="T5" fmla="*/ 13 h 35"/>
                    <a:gd name="T6" fmla="*/ 31 w 39"/>
                    <a:gd name="T7" fmla="*/ 5 h 35"/>
                    <a:gd name="T8" fmla="*/ 27 w 39"/>
                    <a:gd name="T9" fmla="*/ 6 h 35"/>
                    <a:gd name="T10" fmla="*/ 23 w 39"/>
                    <a:gd name="T11" fmla="*/ 10 h 35"/>
                    <a:gd name="T12" fmla="*/ 19 w 39"/>
                    <a:gd name="T13" fmla="*/ 35 h 35"/>
                    <a:gd name="T14" fmla="*/ 18 w 39"/>
                    <a:gd name="T15" fmla="*/ 35 h 35"/>
                    <a:gd name="T16" fmla="*/ 18 w 39"/>
                    <a:gd name="T17" fmla="*/ 16 h 35"/>
                    <a:gd name="T18" fmla="*/ 17 w 39"/>
                    <a:gd name="T19" fmla="*/ 9 h 35"/>
                    <a:gd name="T20" fmla="*/ 13 w 39"/>
                    <a:gd name="T21" fmla="*/ 3 h 35"/>
                    <a:gd name="T22" fmla="*/ 7 w 39"/>
                    <a:gd name="T23" fmla="*/ 3 h 35"/>
                    <a:gd name="T24" fmla="*/ 4 w 39"/>
                    <a:gd name="T25" fmla="*/ 8 h 35"/>
                    <a:gd name="T26" fmla="*/ 3 w 39"/>
                    <a:gd name="T27" fmla="*/ 14 h 35"/>
                    <a:gd name="T28" fmla="*/ 2 w 39"/>
                    <a:gd name="T29" fmla="*/ 21 h 35"/>
                    <a:gd name="T30" fmla="*/ 2 w 39"/>
                    <a:gd name="T31" fmla="*/ 32 h 35"/>
                    <a:gd name="T32" fmla="*/ 1 w 39"/>
                    <a:gd name="T33" fmla="*/ 32 h 35"/>
                    <a:gd name="T34" fmla="*/ 0 w 39"/>
                    <a:gd name="T35" fmla="*/ 10 h 35"/>
                    <a:gd name="T36" fmla="*/ 0 w 39"/>
                    <a:gd name="T37" fmla="*/ 4 h 35"/>
                    <a:gd name="T38" fmla="*/ 0 w 39"/>
                    <a:gd name="T39" fmla="*/ 2 h 35"/>
                    <a:gd name="T40" fmla="*/ 0 w 39"/>
                    <a:gd name="T41" fmla="*/ 4 h 35"/>
                    <a:gd name="T42" fmla="*/ 1 w 39"/>
                    <a:gd name="T43" fmla="*/ 10 h 35"/>
                    <a:gd name="T44" fmla="*/ 2 w 39"/>
                    <a:gd name="T45" fmla="*/ 32 h 35"/>
                    <a:gd name="T46" fmla="*/ 1 w 39"/>
                    <a:gd name="T47" fmla="*/ 32 h 35"/>
                    <a:gd name="T48" fmla="*/ 1 w 39"/>
                    <a:gd name="T49" fmla="*/ 20 h 35"/>
                    <a:gd name="T50" fmla="*/ 1 w 39"/>
                    <a:gd name="T51" fmla="*/ 14 h 35"/>
                    <a:gd name="T52" fmla="*/ 2 w 39"/>
                    <a:gd name="T53" fmla="*/ 7 h 35"/>
                    <a:gd name="T54" fmla="*/ 7 w 39"/>
                    <a:gd name="T55" fmla="*/ 2 h 35"/>
                    <a:gd name="T56" fmla="*/ 10 w 39"/>
                    <a:gd name="T57" fmla="*/ 0 h 35"/>
                    <a:gd name="T58" fmla="*/ 14 w 39"/>
                    <a:gd name="T59" fmla="*/ 2 h 35"/>
                    <a:gd name="T60" fmla="*/ 18 w 39"/>
                    <a:gd name="T61" fmla="*/ 8 h 35"/>
                    <a:gd name="T62" fmla="*/ 19 w 39"/>
                    <a:gd name="T63" fmla="*/ 16 h 35"/>
                    <a:gd name="T64" fmla="*/ 19 w 39"/>
                    <a:gd name="T65" fmla="*/ 35 h 35"/>
                    <a:gd name="T66" fmla="*/ 18 w 39"/>
                    <a:gd name="T67" fmla="*/ 35 h 35"/>
                    <a:gd name="T68" fmla="*/ 22 w 39"/>
                    <a:gd name="T69" fmla="*/ 9 h 35"/>
                    <a:gd name="T70" fmla="*/ 26 w 39"/>
                    <a:gd name="T71" fmla="*/ 5 h 35"/>
                    <a:gd name="T72" fmla="*/ 32 w 39"/>
                    <a:gd name="T73" fmla="*/ 4 h 35"/>
                    <a:gd name="T74" fmla="*/ 37 w 39"/>
                    <a:gd name="T75" fmla="*/ 13 h 35"/>
                    <a:gd name="T76" fmla="*/ 39 w 39"/>
                    <a:gd name="T77" fmla="*/ 26 h 35"/>
                    <a:gd name="T78" fmla="*/ 39 w 39"/>
                    <a:gd name="T79" fmla="*/ 30 h 35"/>
                    <a:gd name="T80" fmla="*/ 38 w 39"/>
                    <a:gd name="T81"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9" h="35">
                      <a:moveTo>
                        <a:pt x="38" y="31"/>
                      </a:moveTo>
                      <a:cubicBezTo>
                        <a:pt x="38" y="31"/>
                        <a:pt x="38" y="29"/>
                        <a:pt x="38" y="26"/>
                      </a:cubicBezTo>
                      <a:cubicBezTo>
                        <a:pt x="38" y="23"/>
                        <a:pt x="38" y="18"/>
                        <a:pt x="36" y="13"/>
                      </a:cubicBezTo>
                      <a:cubicBezTo>
                        <a:pt x="35" y="10"/>
                        <a:pt x="34" y="7"/>
                        <a:pt x="31" y="5"/>
                      </a:cubicBezTo>
                      <a:cubicBezTo>
                        <a:pt x="30" y="5"/>
                        <a:pt x="28" y="5"/>
                        <a:pt x="27" y="6"/>
                      </a:cubicBezTo>
                      <a:cubicBezTo>
                        <a:pt x="25" y="7"/>
                        <a:pt x="24" y="8"/>
                        <a:pt x="23" y="10"/>
                      </a:cubicBezTo>
                      <a:cubicBezTo>
                        <a:pt x="20" y="17"/>
                        <a:pt x="19" y="26"/>
                        <a:pt x="19" y="35"/>
                      </a:cubicBezTo>
                      <a:cubicBezTo>
                        <a:pt x="18" y="35"/>
                        <a:pt x="18" y="35"/>
                        <a:pt x="18" y="35"/>
                      </a:cubicBezTo>
                      <a:cubicBezTo>
                        <a:pt x="18" y="29"/>
                        <a:pt x="18" y="23"/>
                        <a:pt x="18" y="16"/>
                      </a:cubicBezTo>
                      <a:cubicBezTo>
                        <a:pt x="17" y="14"/>
                        <a:pt x="17" y="11"/>
                        <a:pt x="17" y="9"/>
                      </a:cubicBezTo>
                      <a:cubicBezTo>
                        <a:pt x="16" y="7"/>
                        <a:pt x="15" y="4"/>
                        <a:pt x="13" y="3"/>
                      </a:cubicBezTo>
                      <a:cubicBezTo>
                        <a:pt x="11" y="2"/>
                        <a:pt x="9" y="2"/>
                        <a:pt x="7" y="3"/>
                      </a:cubicBezTo>
                      <a:cubicBezTo>
                        <a:pt x="6" y="4"/>
                        <a:pt x="4" y="6"/>
                        <a:pt x="4" y="8"/>
                      </a:cubicBezTo>
                      <a:cubicBezTo>
                        <a:pt x="3" y="10"/>
                        <a:pt x="3" y="12"/>
                        <a:pt x="3" y="14"/>
                      </a:cubicBezTo>
                      <a:cubicBezTo>
                        <a:pt x="2" y="16"/>
                        <a:pt x="2" y="19"/>
                        <a:pt x="2" y="21"/>
                      </a:cubicBezTo>
                      <a:cubicBezTo>
                        <a:pt x="2" y="25"/>
                        <a:pt x="2" y="28"/>
                        <a:pt x="2" y="32"/>
                      </a:cubicBezTo>
                      <a:cubicBezTo>
                        <a:pt x="1" y="32"/>
                        <a:pt x="1" y="32"/>
                        <a:pt x="1" y="32"/>
                      </a:cubicBezTo>
                      <a:cubicBezTo>
                        <a:pt x="0" y="23"/>
                        <a:pt x="0" y="16"/>
                        <a:pt x="0" y="10"/>
                      </a:cubicBezTo>
                      <a:cubicBezTo>
                        <a:pt x="0" y="8"/>
                        <a:pt x="0" y="6"/>
                        <a:pt x="0" y="4"/>
                      </a:cubicBezTo>
                      <a:cubicBezTo>
                        <a:pt x="0" y="3"/>
                        <a:pt x="0" y="2"/>
                        <a:pt x="0" y="2"/>
                      </a:cubicBezTo>
                      <a:cubicBezTo>
                        <a:pt x="0" y="2"/>
                        <a:pt x="0" y="3"/>
                        <a:pt x="0" y="4"/>
                      </a:cubicBezTo>
                      <a:cubicBezTo>
                        <a:pt x="0" y="6"/>
                        <a:pt x="0" y="8"/>
                        <a:pt x="1" y="10"/>
                      </a:cubicBezTo>
                      <a:cubicBezTo>
                        <a:pt x="1" y="16"/>
                        <a:pt x="1" y="23"/>
                        <a:pt x="2" y="32"/>
                      </a:cubicBezTo>
                      <a:cubicBezTo>
                        <a:pt x="1" y="32"/>
                        <a:pt x="1" y="32"/>
                        <a:pt x="1" y="32"/>
                      </a:cubicBezTo>
                      <a:cubicBezTo>
                        <a:pt x="1" y="28"/>
                        <a:pt x="0" y="25"/>
                        <a:pt x="1" y="20"/>
                      </a:cubicBezTo>
                      <a:cubicBezTo>
                        <a:pt x="1" y="18"/>
                        <a:pt x="1" y="16"/>
                        <a:pt x="1" y="14"/>
                      </a:cubicBezTo>
                      <a:cubicBezTo>
                        <a:pt x="1" y="12"/>
                        <a:pt x="2" y="10"/>
                        <a:pt x="2" y="7"/>
                      </a:cubicBezTo>
                      <a:cubicBezTo>
                        <a:pt x="3" y="5"/>
                        <a:pt x="4" y="3"/>
                        <a:pt x="7" y="2"/>
                      </a:cubicBezTo>
                      <a:cubicBezTo>
                        <a:pt x="8" y="1"/>
                        <a:pt x="9" y="0"/>
                        <a:pt x="10" y="0"/>
                      </a:cubicBezTo>
                      <a:cubicBezTo>
                        <a:pt x="12" y="0"/>
                        <a:pt x="13" y="1"/>
                        <a:pt x="14" y="2"/>
                      </a:cubicBezTo>
                      <a:cubicBezTo>
                        <a:pt x="16" y="3"/>
                        <a:pt x="18" y="6"/>
                        <a:pt x="18" y="8"/>
                      </a:cubicBezTo>
                      <a:cubicBezTo>
                        <a:pt x="19" y="11"/>
                        <a:pt x="19" y="14"/>
                        <a:pt x="19" y="16"/>
                      </a:cubicBezTo>
                      <a:cubicBezTo>
                        <a:pt x="20" y="23"/>
                        <a:pt x="20" y="29"/>
                        <a:pt x="19" y="35"/>
                      </a:cubicBezTo>
                      <a:cubicBezTo>
                        <a:pt x="18" y="35"/>
                        <a:pt x="18" y="35"/>
                        <a:pt x="18" y="35"/>
                      </a:cubicBezTo>
                      <a:cubicBezTo>
                        <a:pt x="18" y="25"/>
                        <a:pt x="18" y="16"/>
                        <a:pt x="22" y="9"/>
                      </a:cubicBezTo>
                      <a:cubicBezTo>
                        <a:pt x="23" y="7"/>
                        <a:pt x="24" y="6"/>
                        <a:pt x="26" y="5"/>
                      </a:cubicBezTo>
                      <a:cubicBezTo>
                        <a:pt x="28" y="4"/>
                        <a:pt x="30" y="3"/>
                        <a:pt x="32" y="4"/>
                      </a:cubicBezTo>
                      <a:cubicBezTo>
                        <a:pt x="35" y="7"/>
                        <a:pt x="36" y="10"/>
                        <a:pt x="37" y="13"/>
                      </a:cubicBezTo>
                      <a:cubicBezTo>
                        <a:pt x="38" y="18"/>
                        <a:pt x="39" y="23"/>
                        <a:pt x="39" y="26"/>
                      </a:cubicBezTo>
                      <a:cubicBezTo>
                        <a:pt x="39" y="28"/>
                        <a:pt x="39" y="29"/>
                        <a:pt x="39" y="30"/>
                      </a:cubicBezTo>
                      <a:cubicBezTo>
                        <a:pt x="38" y="31"/>
                        <a:pt x="38" y="31"/>
                        <a:pt x="38" y="31"/>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82" name="任意多边形 175"/>
                <p:cNvSpPr/>
                <p:nvPr/>
              </p:nvSpPr>
              <p:spPr bwMode="auto">
                <a:xfrm>
                  <a:off x="5168107" y="3271046"/>
                  <a:ext cx="66675" cy="84138"/>
                </a:xfrm>
                <a:custGeom>
                  <a:avLst/>
                  <a:gdLst>
                    <a:gd name="T0" fmla="*/ 25 w 25"/>
                    <a:gd name="T1" fmla="*/ 29 h 31"/>
                    <a:gd name="T2" fmla="*/ 23 w 25"/>
                    <a:gd name="T3" fmla="*/ 30 h 31"/>
                    <a:gd name="T4" fmla="*/ 17 w 25"/>
                    <a:gd name="T5" fmla="*/ 31 h 31"/>
                    <a:gd name="T6" fmla="*/ 8 w 25"/>
                    <a:gd name="T7" fmla="*/ 29 h 31"/>
                    <a:gd name="T8" fmla="*/ 1 w 25"/>
                    <a:gd name="T9" fmla="*/ 19 h 31"/>
                    <a:gd name="T10" fmla="*/ 3 w 25"/>
                    <a:gd name="T11" fmla="*/ 8 h 31"/>
                    <a:gd name="T12" fmla="*/ 10 w 25"/>
                    <a:gd name="T13" fmla="*/ 1 h 31"/>
                    <a:gd name="T14" fmla="*/ 16 w 25"/>
                    <a:gd name="T15" fmla="*/ 0 h 31"/>
                    <a:gd name="T16" fmla="*/ 18 w 25"/>
                    <a:gd name="T17" fmla="*/ 0 h 31"/>
                    <a:gd name="T18" fmla="*/ 10 w 25"/>
                    <a:gd name="T19" fmla="*/ 2 h 31"/>
                    <a:gd name="T20" fmla="*/ 4 w 25"/>
                    <a:gd name="T21" fmla="*/ 8 h 31"/>
                    <a:gd name="T22" fmla="*/ 3 w 25"/>
                    <a:gd name="T23" fmla="*/ 19 h 31"/>
                    <a:gd name="T24" fmla="*/ 9 w 25"/>
                    <a:gd name="T25" fmla="*/ 28 h 31"/>
                    <a:gd name="T26" fmla="*/ 17 w 25"/>
                    <a:gd name="T27" fmla="*/ 30 h 31"/>
                    <a:gd name="T28" fmla="*/ 25 w 25"/>
                    <a:gd name="T29"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 h="31">
                      <a:moveTo>
                        <a:pt x="25" y="29"/>
                      </a:moveTo>
                      <a:cubicBezTo>
                        <a:pt x="25" y="29"/>
                        <a:pt x="25" y="29"/>
                        <a:pt x="23" y="30"/>
                      </a:cubicBezTo>
                      <a:cubicBezTo>
                        <a:pt x="22" y="31"/>
                        <a:pt x="20" y="31"/>
                        <a:pt x="17" y="31"/>
                      </a:cubicBezTo>
                      <a:cubicBezTo>
                        <a:pt x="14" y="31"/>
                        <a:pt x="11" y="31"/>
                        <a:pt x="8" y="29"/>
                      </a:cubicBezTo>
                      <a:cubicBezTo>
                        <a:pt x="5" y="27"/>
                        <a:pt x="2" y="23"/>
                        <a:pt x="1" y="19"/>
                      </a:cubicBezTo>
                      <a:cubicBezTo>
                        <a:pt x="0" y="15"/>
                        <a:pt x="1" y="11"/>
                        <a:pt x="3" y="8"/>
                      </a:cubicBezTo>
                      <a:cubicBezTo>
                        <a:pt x="5" y="5"/>
                        <a:pt x="7" y="2"/>
                        <a:pt x="10" y="1"/>
                      </a:cubicBezTo>
                      <a:cubicBezTo>
                        <a:pt x="12" y="0"/>
                        <a:pt x="15" y="0"/>
                        <a:pt x="16" y="0"/>
                      </a:cubicBezTo>
                      <a:cubicBezTo>
                        <a:pt x="18" y="0"/>
                        <a:pt x="18" y="0"/>
                        <a:pt x="18" y="0"/>
                      </a:cubicBezTo>
                      <a:cubicBezTo>
                        <a:pt x="18" y="0"/>
                        <a:pt x="15" y="0"/>
                        <a:pt x="10" y="2"/>
                      </a:cubicBezTo>
                      <a:cubicBezTo>
                        <a:pt x="8" y="3"/>
                        <a:pt x="6" y="6"/>
                        <a:pt x="4" y="8"/>
                      </a:cubicBezTo>
                      <a:cubicBezTo>
                        <a:pt x="3" y="11"/>
                        <a:pt x="2" y="15"/>
                        <a:pt x="3" y="19"/>
                      </a:cubicBezTo>
                      <a:cubicBezTo>
                        <a:pt x="4" y="23"/>
                        <a:pt x="6" y="26"/>
                        <a:pt x="9" y="28"/>
                      </a:cubicBezTo>
                      <a:cubicBezTo>
                        <a:pt x="12" y="30"/>
                        <a:pt x="15" y="30"/>
                        <a:pt x="17" y="30"/>
                      </a:cubicBezTo>
                      <a:cubicBezTo>
                        <a:pt x="22" y="30"/>
                        <a:pt x="25" y="28"/>
                        <a:pt x="25" y="29"/>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83" name="任意多边形 176"/>
                <p:cNvSpPr/>
                <p:nvPr/>
              </p:nvSpPr>
              <p:spPr bwMode="auto">
                <a:xfrm>
                  <a:off x="5203032" y="3151983"/>
                  <a:ext cx="58738" cy="84138"/>
                </a:xfrm>
                <a:custGeom>
                  <a:avLst/>
                  <a:gdLst>
                    <a:gd name="T0" fmla="*/ 22 w 22"/>
                    <a:gd name="T1" fmla="*/ 27 h 31"/>
                    <a:gd name="T2" fmla="*/ 4 w 22"/>
                    <a:gd name="T3" fmla="*/ 30 h 31"/>
                    <a:gd name="T4" fmla="*/ 1 w 22"/>
                    <a:gd name="T5" fmla="*/ 31 h 31"/>
                    <a:gd name="T6" fmla="*/ 3 w 22"/>
                    <a:gd name="T7" fmla="*/ 29 h 31"/>
                    <a:gd name="T8" fmla="*/ 13 w 22"/>
                    <a:gd name="T9" fmla="*/ 17 h 31"/>
                    <a:gd name="T10" fmla="*/ 15 w 22"/>
                    <a:gd name="T11" fmla="*/ 5 h 31"/>
                    <a:gd name="T12" fmla="*/ 12 w 22"/>
                    <a:gd name="T13" fmla="*/ 1 h 31"/>
                    <a:gd name="T14" fmla="*/ 8 w 22"/>
                    <a:gd name="T15" fmla="*/ 3 h 31"/>
                    <a:gd name="T16" fmla="*/ 2 w 22"/>
                    <a:gd name="T17" fmla="*/ 7 h 31"/>
                    <a:gd name="T18" fmla="*/ 1 w 22"/>
                    <a:gd name="T19" fmla="*/ 9 h 31"/>
                    <a:gd name="T20" fmla="*/ 2 w 22"/>
                    <a:gd name="T21" fmla="*/ 7 h 31"/>
                    <a:gd name="T22" fmla="*/ 7 w 22"/>
                    <a:gd name="T23" fmla="*/ 2 h 31"/>
                    <a:gd name="T24" fmla="*/ 12 w 22"/>
                    <a:gd name="T25" fmla="*/ 0 h 31"/>
                    <a:gd name="T26" fmla="*/ 15 w 22"/>
                    <a:gd name="T27" fmla="*/ 1 h 31"/>
                    <a:gd name="T28" fmla="*/ 17 w 22"/>
                    <a:gd name="T29" fmla="*/ 4 h 31"/>
                    <a:gd name="T30" fmla="*/ 15 w 22"/>
                    <a:gd name="T31" fmla="*/ 18 h 31"/>
                    <a:gd name="T32" fmla="*/ 4 w 22"/>
                    <a:gd name="T33" fmla="*/ 30 h 31"/>
                    <a:gd name="T34" fmla="*/ 4 w 22"/>
                    <a:gd name="T35" fmla="*/ 29 h 31"/>
                    <a:gd name="T36" fmla="*/ 17 w 22"/>
                    <a:gd name="T37" fmla="*/ 27 h 31"/>
                    <a:gd name="T38" fmla="*/ 22 w 22"/>
                    <a:gd name="T39"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31">
                      <a:moveTo>
                        <a:pt x="22" y="27"/>
                      </a:moveTo>
                      <a:cubicBezTo>
                        <a:pt x="22" y="28"/>
                        <a:pt x="14" y="27"/>
                        <a:pt x="4" y="30"/>
                      </a:cubicBezTo>
                      <a:cubicBezTo>
                        <a:pt x="1" y="31"/>
                        <a:pt x="1" y="31"/>
                        <a:pt x="1" y="31"/>
                      </a:cubicBezTo>
                      <a:cubicBezTo>
                        <a:pt x="3" y="29"/>
                        <a:pt x="3" y="29"/>
                        <a:pt x="3" y="29"/>
                      </a:cubicBezTo>
                      <a:cubicBezTo>
                        <a:pt x="7" y="26"/>
                        <a:pt x="11" y="22"/>
                        <a:pt x="13" y="17"/>
                      </a:cubicBezTo>
                      <a:cubicBezTo>
                        <a:pt x="15" y="13"/>
                        <a:pt x="16" y="8"/>
                        <a:pt x="15" y="5"/>
                      </a:cubicBezTo>
                      <a:cubicBezTo>
                        <a:pt x="15" y="3"/>
                        <a:pt x="14" y="1"/>
                        <a:pt x="12" y="1"/>
                      </a:cubicBezTo>
                      <a:cubicBezTo>
                        <a:pt x="11" y="1"/>
                        <a:pt x="9" y="2"/>
                        <a:pt x="8" y="3"/>
                      </a:cubicBezTo>
                      <a:cubicBezTo>
                        <a:pt x="5" y="4"/>
                        <a:pt x="3" y="6"/>
                        <a:pt x="2" y="7"/>
                      </a:cubicBezTo>
                      <a:cubicBezTo>
                        <a:pt x="1" y="8"/>
                        <a:pt x="1" y="9"/>
                        <a:pt x="1" y="9"/>
                      </a:cubicBezTo>
                      <a:cubicBezTo>
                        <a:pt x="0" y="9"/>
                        <a:pt x="1" y="8"/>
                        <a:pt x="2" y="7"/>
                      </a:cubicBezTo>
                      <a:cubicBezTo>
                        <a:pt x="3" y="5"/>
                        <a:pt x="4" y="3"/>
                        <a:pt x="7" y="2"/>
                      </a:cubicBezTo>
                      <a:cubicBezTo>
                        <a:pt x="9" y="1"/>
                        <a:pt x="10" y="0"/>
                        <a:pt x="12" y="0"/>
                      </a:cubicBezTo>
                      <a:cubicBezTo>
                        <a:pt x="13" y="0"/>
                        <a:pt x="14" y="1"/>
                        <a:pt x="15" y="1"/>
                      </a:cubicBezTo>
                      <a:cubicBezTo>
                        <a:pt x="16" y="2"/>
                        <a:pt x="16" y="3"/>
                        <a:pt x="17" y="4"/>
                      </a:cubicBezTo>
                      <a:cubicBezTo>
                        <a:pt x="18" y="9"/>
                        <a:pt x="17" y="13"/>
                        <a:pt x="15" y="18"/>
                      </a:cubicBezTo>
                      <a:cubicBezTo>
                        <a:pt x="12" y="23"/>
                        <a:pt x="8" y="27"/>
                        <a:pt x="4" y="30"/>
                      </a:cubicBezTo>
                      <a:cubicBezTo>
                        <a:pt x="4" y="29"/>
                        <a:pt x="4" y="29"/>
                        <a:pt x="4" y="29"/>
                      </a:cubicBezTo>
                      <a:cubicBezTo>
                        <a:pt x="9" y="27"/>
                        <a:pt x="13" y="27"/>
                        <a:pt x="17" y="27"/>
                      </a:cubicBezTo>
                      <a:cubicBezTo>
                        <a:pt x="20" y="27"/>
                        <a:pt x="22" y="27"/>
                        <a:pt x="22" y="27"/>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grpSp>
          <p:grpSp>
            <p:nvGrpSpPr>
              <p:cNvPr id="423" name="组合 422"/>
              <p:cNvGrpSpPr/>
              <p:nvPr/>
            </p:nvGrpSpPr>
            <p:grpSpPr>
              <a:xfrm>
                <a:off x="8112920" y="2928145"/>
                <a:ext cx="671513" cy="698500"/>
                <a:chOff x="14766928" y="2463802"/>
                <a:chExt cx="671513" cy="698500"/>
              </a:xfrm>
            </p:grpSpPr>
            <p:sp>
              <p:nvSpPr>
                <p:cNvPr id="757" name="任意多边形 962"/>
                <p:cNvSpPr/>
                <p:nvPr/>
              </p:nvSpPr>
              <p:spPr bwMode="auto">
                <a:xfrm>
                  <a:off x="14779628" y="2544765"/>
                  <a:ext cx="566738" cy="617537"/>
                </a:xfrm>
                <a:custGeom>
                  <a:avLst/>
                  <a:gdLst>
                    <a:gd name="T0" fmla="*/ 4 w 210"/>
                    <a:gd name="T1" fmla="*/ 128 h 229"/>
                    <a:gd name="T2" fmla="*/ 0 w 210"/>
                    <a:gd name="T3" fmla="*/ 137 h 229"/>
                    <a:gd name="T4" fmla="*/ 82 w 210"/>
                    <a:gd name="T5" fmla="*/ 172 h 229"/>
                    <a:gd name="T6" fmla="*/ 85 w 210"/>
                    <a:gd name="T7" fmla="*/ 178 h 229"/>
                    <a:gd name="T8" fmla="*/ 97 w 210"/>
                    <a:gd name="T9" fmla="*/ 185 h 229"/>
                    <a:gd name="T10" fmla="*/ 105 w 210"/>
                    <a:gd name="T11" fmla="*/ 185 h 229"/>
                    <a:gd name="T12" fmla="*/ 163 w 210"/>
                    <a:gd name="T13" fmla="*/ 218 h 229"/>
                    <a:gd name="T14" fmla="*/ 172 w 210"/>
                    <a:gd name="T15" fmla="*/ 229 h 229"/>
                    <a:gd name="T16" fmla="*/ 210 w 210"/>
                    <a:gd name="T17" fmla="*/ 99 h 229"/>
                    <a:gd name="T18" fmla="*/ 83 w 210"/>
                    <a:gd name="T19" fmla="*/ 0 h 229"/>
                    <a:gd name="T20" fmla="*/ 4 w 210"/>
                    <a:gd name="T21" fmla="*/ 12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229">
                      <a:moveTo>
                        <a:pt x="4" y="128"/>
                      </a:moveTo>
                      <a:cubicBezTo>
                        <a:pt x="0" y="137"/>
                        <a:pt x="0" y="137"/>
                        <a:pt x="0" y="137"/>
                      </a:cubicBezTo>
                      <a:cubicBezTo>
                        <a:pt x="0" y="137"/>
                        <a:pt x="60" y="142"/>
                        <a:pt x="82" y="172"/>
                      </a:cubicBezTo>
                      <a:cubicBezTo>
                        <a:pt x="82" y="174"/>
                        <a:pt x="83" y="177"/>
                        <a:pt x="85" y="178"/>
                      </a:cubicBezTo>
                      <a:cubicBezTo>
                        <a:pt x="97" y="185"/>
                        <a:pt x="97" y="185"/>
                        <a:pt x="97" y="185"/>
                      </a:cubicBezTo>
                      <a:cubicBezTo>
                        <a:pt x="99" y="187"/>
                        <a:pt x="102" y="187"/>
                        <a:pt x="105" y="185"/>
                      </a:cubicBezTo>
                      <a:cubicBezTo>
                        <a:pt x="105" y="185"/>
                        <a:pt x="141" y="186"/>
                        <a:pt x="163" y="218"/>
                      </a:cubicBezTo>
                      <a:cubicBezTo>
                        <a:pt x="172" y="229"/>
                        <a:pt x="172" y="229"/>
                        <a:pt x="172" y="229"/>
                      </a:cubicBezTo>
                      <a:cubicBezTo>
                        <a:pt x="210" y="99"/>
                        <a:pt x="210" y="99"/>
                        <a:pt x="210" y="99"/>
                      </a:cubicBezTo>
                      <a:cubicBezTo>
                        <a:pt x="83" y="0"/>
                        <a:pt x="83" y="0"/>
                        <a:pt x="83" y="0"/>
                      </a:cubicBezTo>
                      <a:lnTo>
                        <a:pt x="4" y="128"/>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8" name="任意多边形 963"/>
                <p:cNvSpPr/>
                <p:nvPr/>
              </p:nvSpPr>
              <p:spPr bwMode="auto">
                <a:xfrm>
                  <a:off x="14766928" y="2792415"/>
                  <a:ext cx="339725" cy="234950"/>
                </a:xfrm>
                <a:custGeom>
                  <a:avLst/>
                  <a:gdLst>
                    <a:gd name="T0" fmla="*/ 8 w 126"/>
                    <a:gd name="T1" fmla="*/ 18 h 87"/>
                    <a:gd name="T2" fmla="*/ 0 w 126"/>
                    <a:gd name="T3" fmla="*/ 35 h 87"/>
                    <a:gd name="T4" fmla="*/ 97 w 126"/>
                    <a:gd name="T5" fmla="*/ 87 h 87"/>
                    <a:gd name="T6" fmla="*/ 126 w 126"/>
                    <a:gd name="T7" fmla="*/ 0 h 87"/>
                    <a:gd name="T8" fmla="*/ 8 w 126"/>
                    <a:gd name="T9" fmla="*/ 18 h 87"/>
                  </a:gdLst>
                  <a:ahLst/>
                  <a:cxnLst>
                    <a:cxn ang="0">
                      <a:pos x="T0" y="T1"/>
                    </a:cxn>
                    <a:cxn ang="0">
                      <a:pos x="T2" y="T3"/>
                    </a:cxn>
                    <a:cxn ang="0">
                      <a:pos x="T4" y="T5"/>
                    </a:cxn>
                    <a:cxn ang="0">
                      <a:pos x="T6" y="T7"/>
                    </a:cxn>
                    <a:cxn ang="0">
                      <a:pos x="T8" y="T9"/>
                    </a:cxn>
                  </a:cxnLst>
                  <a:rect l="0" t="0" r="r" b="b"/>
                  <a:pathLst>
                    <a:path w="126" h="87">
                      <a:moveTo>
                        <a:pt x="8" y="18"/>
                      </a:moveTo>
                      <a:cubicBezTo>
                        <a:pt x="0" y="35"/>
                        <a:pt x="0" y="35"/>
                        <a:pt x="0" y="35"/>
                      </a:cubicBezTo>
                      <a:cubicBezTo>
                        <a:pt x="0" y="35"/>
                        <a:pt x="64" y="31"/>
                        <a:pt x="97" y="87"/>
                      </a:cubicBezTo>
                      <a:cubicBezTo>
                        <a:pt x="126" y="0"/>
                        <a:pt x="126" y="0"/>
                        <a:pt x="126" y="0"/>
                      </a:cubicBezTo>
                      <a:cubicBezTo>
                        <a:pt x="126" y="0"/>
                        <a:pt x="20" y="3"/>
                        <a:pt x="8" y="18"/>
                      </a:cubicBezTo>
                      <a:close/>
                    </a:path>
                  </a:pathLst>
                </a:custGeom>
                <a:solidFill>
                  <a:srgbClr val="EBEBE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9" name="任意多边形 964"/>
                <p:cNvSpPr/>
                <p:nvPr/>
              </p:nvSpPr>
              <p:spPr bwMode="auto">
                <a:xfrm>
                  <a:off x="14770103" y="2463802"/>
                  <a:ext cx="414338" cy="563562"/>
                </a:xfrm>
                <a:custGeom>
                  <a:avLst/>
                  <a:gdLst>
                    <a:gd name="T0" fmla="*/ 60 w 154"/>
                    <a:gd name="T1" fmla="*/ 15 h 209"/>
                    <a:gd name="T2" fmla="*/ 154 w 154"/>
                    <a:gd name="T3" fmla="*/ 86 h 209"/>
                    <a:gd name="T4" fmla="*/ 96 w 154"/>
                    <a:gd name="T5" fmla="*/ 209 h 209"/>
                    <a:gd name="T6" fmla="*/ 0 w 154"/>
                    <a:gd name="T7" fmla="*/ 141 h 209"/>
                    <a:gd name="T8" fmla="*/ 60 w 154"/>
                    <a:gd name="T9" fmla="*/ 15 h 209"/>
                  </a:gdLst>
                  <a:ahLst/>
                  <a:cxnLst>
                    <a:cxn ang="0">
                      <a:pos x="T0" y="T1"/>
                    </a:cxn>
                    <a:cxn ang="0">
                      <a:pos x="T2" y="T3"/>
                    </a:cxn>
                    <a:cxn ang="0">
                      <a:pos x="T4" y="T5"/>
                    </a:cxn>
                    <a:cxn ang="0">
                      <a:pos x="T6" y="T7"/>
                    </a:cxn>
                    <a:cxn ang="0">
                      <a:pos x="T8" y="T9"/>
                    </a:cxn>
                  </a:cxnLst>
                  <a:rect l="0" t="0" r="r" b="b"/>
                  <a:pathLst>
                    <a:path w="154" h="209">
                      <a:moveTo>
                        <a:pt x="60" y="15"/>
                      </a:moveTo>
                      <a:cubicBezTo>
                        <a:pt x="60" y="15"/>
                        <a:pt x="142" y="0"/>
                        <a:pt x="154" y="86"/>
                      </a:cubicBezTo>
                      <a:cubicBezTo>
                        <a:pt x="96" y="209"/>
                        <a:pt x="96" y="209"/>
                        <a:pt x="96" y="209"/>
                      </a:cubicBezTo>
                      <a:cubicBezTo>
                        <a:pt x="96" y="209"/>
                        <a:pt x="71" y="127"/>
                        <a:pt x="0" y="141"/>
                      </a:cubicBezTo>
                      <a:lnTo>
                        <a:pt x="60" y="15"/>
                      </a:lnTo>
                      <a:close/>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0" name="任意多边形 965"/>
                <p:cNvSpPr/>
                <p:nvPr/>
              </p:nvSpPr>
              <p:spPr bwMode="auto">
                <a:xfrm>
                  <a:off x="15028866" y="2706690"/>
                  <a:ext cx="355600" cy="444500"/>
                </a:xfrm>
                <a:custGeom>
                  <a:avLst/>
                  <a:gdLst>
                    <a:gd name="T0" fmla="*/ 0 w 132"/>
                    <a:gd name="T1" fmla="*/ 119 h 165"/>
                    <a:gd name="T2" fmla="*/ 86 w 132"/>
                    <a:gd name="T3" fmla="*/ 165 h 165"/>
                    <a:gd name="T4" fmla="*/ 132 w 132"/>
                    <a:gd name="T5" fmla="*/ 50 h 165"/>
                    <a:gd name="T6" fmla="*/ 56 w 132"/>
                    <a:gd name="T7" fmla="*/ 0 h 165"/>
                    <a:gd name="T8" fmla="*/ 0 w 132"/>
                    <a:gd name="T9" fmla="*/ 119 h 165"/>
                  </a:gdLst>
                  <a:ahLst/>
                  <a:cxnLst>
                    <a:cxn ang="0">
                      <a:pos x="T0" y="T1"/>
                    </a:cxn>
                    <a:cxn ang="0">
                      <a:pos x="T2" y="T3"/>
                    </a:cxn>
                    <a:cxn ang="0">
                      <a:pos x="T4" y="T5"/>
                    </a:cxn>
                    <a:cxn ang="0">
                      <a:pos x="T6" y="T7"/>
                    </a:cxn>
                    <a:cxn ang="0">
                      <a:pos x="T8" y="T9"/>
                    </a:cxn>
                  </a:cxnLst>
                  <a:rect l="0" t="0" r="r" b="b"/>
                  <a:pathLst>
                    <a:path w="132" h="165">
                      <a:moveTo>
                        <a:pt x="0" y="119"/>
                      </a:moveTo>
                      <a:cubicBezTo>
                        <a:pt x="0" y="119"/>
                        <a:pt x="67" y="112"/>
                        <a:pt x="86" y="165"/>
                      </a:cubicBezTo>
                      <a:cubicBezTo>
                        <a:pt x="132" y="50"/>
                        <a:pt x="132" y="50"/>
                        <a:pt x="132" y="50"/>
                      </a:cubicBezTo>
                      <a:cubicBezTo>
                        <a:pt x="56" y="0"/>
                        <a:pt x="56" y="0"/>
                        <a:pt x="56" y="0"/>
                      </a:cubicBezTo>
                      <a:lnTo>
                        <a:pt x="0" y="119"/>
                      </a:lnTo>
                      <a:close/>
                    </a:path>
                  </a:pathLst>
                </a:custGeom>
                <a:solidFill>
                  <a:srgbClr val="EBEBE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1" name="任意多边形 966"/>
                <p:cNvSpPr/>
                <p:nvPr/>
              </p:nvSpPr>
              <p:spPr bwMode="auto">
                <a:xfrm>
                  <a:off x="15028866" y="2614615"/>
                  <a:ext cx="409575" cy="417512"/>
                </a:xfrm>
                <a:custGeom>
                  <a:avLst/>
                  <a:gdLst>
                    <a:gd name="T0" fmla="*/ 57 w 152"/>
                    <a:gd name="T1" fmla="*/ 30 h 155"/>
                    <a:gd name="T2" fmla="*/ 130 w 152"/>
                    <a:gd name="T3" fmla="*/ 23 h 155"/>
                    <a:gd name="T4" fmla="*/ 152 w 152"/>
                    <a:gd name="T5" fmla="*/ 38 h 155"/>
                    <a:gd name="T6" fmla="*/ 108 w 152"/>
                    <a:gd name="T7" fmla="*/ 155 h 155"/>
                    <a:gd name="T8" fmla="*/ 0 w 152"/>
                    <a:gd name="T9" fmla="*/ 153 h 155"/>
                    <a:gd name="T10" fmla="*/ 57 w 152"/>
                    <a:gd name="T11" fmla="*/ 30 h 155"/>
                  </a:gdLst>
                  <a:ahLst/>
                  <a:cxnLst>
                    <a:cxn ang="0">
                      <a:pos x="T0" y="T1"/>
                    </a:cxn>
                    <a:cxn ang="0">
                      <a:pos x="T2" y="T3"/>
                    </a:cxn>
                    <a:cxn ang="0">
                      <a:pos x="T4" y="T5"/>
                    </a:cxn>
                    <a:cxn ang="0">
                      <a:pos x="T6" y="T7"/>
                    </a:cxn>
                    <a:cxn ang="0">
                      <a:pos x="T8" y="T9"/>
                    </a:cxn>
                    <a:cxn ang="0">
                      <a:pos x="T10" y="T11"/>
                    </a:cxn>
                  </a:cxnLst>
                  <a:rect l="0" t="0" r="r" b="b"/>
                  <a:pathLst>
                    <a:path w="152" h="155">
                      <a:moveTo>
                        <a:pt x="57" y="30"/>
                      </a:moveTo>
                      <a:cubicBezTo>
                        <a:pt x="57" y="30"/>
                        <a:pt x="95" y="0"/>
                        <a:pt x="130" y="23"/>
                      </a:cubicBezTo>
                      <a:cubicBezTo>
                        <a:pt x="152" y="38"/>
                        <a:pt x="152" y="38"/>
                        <a:pt x="152" y="38"/>
                      </a:cubicBezTo>
                      <a:cubicBezTo>
                        <a:pt x="108" y="155"/>
                        <a:pt x="108" y="155"/>
                        <a:pt x="108" y="155"/>
                      </a:cubicBezTo>
                      <a:cubicBezTo>
                        <a:pt x="108" y="155"/>
                        <a:pt x="53" y="119"/>
                        <a:pt x="0" y="153"/>
                      </a:cubicBezTo>
                      <a:lnTo>
                        <a:pt x="57" y="30"/>
                      </a:lnTo>
                      <a:close/>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2" name="任意多边形 967"/>
                <p:cNvSpPr/>
                <p:nvPr/>
              </p:nvSpPr>
              <p:spPr bwMode="auto">
                <a:xfrm>
                  <a:off x="15028866" y="2695577"/>
                  <a:ext cx="152400" cy="331787"/>
                </a:xfrm>
                <a:custGeom>
                  <a:avLst/>
                  <a:gdLst>
                    <a:gd name="T0" fmla="*/ 0 w 57"/>
                    <a:gd name="T1" fmla="*/ 123 h 123"/>
                    <a:gd name="T2" fmla="*/ 2 w 57"/>
                    <a:gd name="T3" fmla="*/ 118 h 123"/>
                    <a:gd name="T4" fmla="*/ 8 w 57"/>
                    <a:gd name="T5" fmla="*/ 104 h 123"/>
                    <a:gd name="T6" fmla="*/ 28 w 57"/>
                    <a:gd name="T7" fmla="*/ 61 h 123"/>
                    <a:gd name="T8" fmla="*/ 48 w 57"/>
                    <a:gd name="T9" fmla="*/ 18 h 123"/>
                    <a:gd name="T10" fmla="*/ 54 w 57"/>
                    <a:gd name="T11" fmla="*/ 4 h 123"/>
                    <a:gd name="T12" fmla="*/ 56 w 57"/>
                    <a:gd name="T13" fmla="*/ 0 h 123"/>
                    <a:gd name="T14" fmla="*/ 55 w 57"/>
                    <a:gd name="T15" fmla="*/ 5 h 123"/>
                    <a:gd name="T16" fmla="*/ 49 w 57"/>
                    <a:gd name="T17" fmla="*/ 18 h 123"/>
                    <a:gd name="T18" fmla="*/ 30 w 57"/>
                    <a:gd name="T19" fmla="*/ 62 h 123"/>
                    <a:gd name="T20" fmla="*/ 9 w 57"/>
                    <a:gd name="T21" fmla="*/ 105 h 123"/>
                    <a:gd name="T22" fmla="*/ 3 w 57"/>
                    <a:gd name="T23" fmla="*/ 118 h 123"/>
                    <a:gd name="T24" fmla="*/ 0 w 57"/>
                    <a:gd name="T25"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123">
                      <a:moveTo>
                        <a:pt x="0" y="123"/>
                      </a:moveTo>
                      <a:cubicBezTo>
                        <a:pt x="0" y="123"/>
                        <a:pt x="1" y="121"/>
                        <a:pt x="2" y="118"/>
                      </a:cubicBezTo>
                      <a:cubicBezTo>
                        <a:pt x="4" y="114"/>
                        <a:pt x="6" y="110"/>
                        <a:pt x="8" y="104"/>
                      </a:cubicBezTo>
                      <a:cubicBezTo>
                        <a:pt x="13" y="93"/>
                        <a:pt x="20" y="78"/>
                        <a:pt x="28" y="61"/>
                      </a:cubicBezTo>
                      <a:cubicBezTo>
                        <a:pt x="36" y="44"/>
                        <a:pt x="43" y="29"/>
                        <a:pt x="48" y="18"/>
                      </a:cubicBezTo>
                      <a:cubicBezTo>
                        <a:pt x="50" y="12"/>
                        <a:pt x="52" y="8"/>
                        <a:pt x="54" y="4"/>
                      </a:cubicBezTo>
                      <a:cubicBezTo>
                        <a:pt x="55" y="1"/>
                        <a:pt x="56" y="0"/>
                        <a:pt x="56" y="0"/>
                      </a:cubicBezTo>
                      <a:cubicBezTo>
                        <a:pt x="57" y="0"/>
                        <a:pt x="56" y="2"/>
                        <a:pt x="55" y="5"/>
                      </a:cubicBezTo>
                      <a:cubicBezTo>
                        <a:pt x="54" y="8"/>
                        <a:pt x="52" y="13"/>
                        <a:pt x="49" y="18"/>
                      </a:cubicBezTo>
                      <a:cubicBezTo>
                        <a:pt x="45" y="29"/>
                        <a:pt x="38" y="45"/>
                        <a:pt x="30" y="62"/>
                      </a:cubicBezTo>
                      <a:cubicBezTo>
                        <a:pt x="22" y="79"/>
                        <a:pt x="15" y="94"/>
                        <a:pt x="9" y="105"/>
                      </a:cubicBezTo>
                      <a:cubicBezTo>
                        <a:pt x="7" y="111"/>
                        <a:pt x="4" y="115"/>
                        <a:pt x="3" y="118"/>
                      </a:cubicBezTo>
                      <a:cubicBezTo>
                        <a:pt x="1" y="121"/>
                        <a:pt x="0" y="123"/>
                        <a:pt x="0" y="123"/>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3" name="任意多边形 968"/>
                <p:cNvSpPr/>
                <p:nvPr/>
              </p:nvSpPr>
              <p:spPr bwMode="auto">
                <a:xfrm>
                  <a:off x="15187616" y="2708277"/>
                  <a:ext cx="190500" cy="41275"/>
                </a:xfrm>
                <a:custGeom>
                  <a:avLst/>
                  <a:gdLst>
                    <a:gd name="T0" fmla="*/ 71 w 71"/>
                    <a:gd name="T1" fmla="*/ 15 h 15"/>
                    <a:gd name="T2" fmla="*/ 61 w 71"/>
                    <a:gd name="T3" fmla="*/ 9 h 15"/>
                    <a:gd name="T4" fmla="*/ 36 w 71"/>
                    <a:gd name="T5" fmla="*/ 3 h 15"/>
                    <a:gd name="T6" fmla="*/ 10 w 71"/>
                    <a:gd name="T7" fmla="*/ 6 h 15"/>
                    <a:gd name="T8" fmla="*/ 0 w 71"/>
                    <a:gd name="T9" fmla="*/ 9 h 15"/>
                    <a:gd name="T10" fmla="*/ 2 w 71"/>
                    <a:gd name="T11" fmla="*/ 8 h 15"/>
                    <a:gd name="T12" fmla="*/ 10 w 71"/>
                    <a:gd name="T13" fmla="*/ 4 h 15"/>
                    <a:gd name="T14" fmla="*/ 36 w 71"/>
                    <a:gd name="T15" fmla="*/ 0 h 15"/>
                    <a:gd name="T16" fmla="*/ 62 w 71"/>
                    <a:gd name="T17" fmla="*/ 8 h 15"/>
                    <a:gd name="T18" fmla="*/ 69 w 71"/>
                    <a:gd name="T19" fmla="*/ 13 h 15"/>
                    <a:gd name="T20" fmla="*/ 71 w 71"/>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15">
                      <a:moveTo>
                        <a:pt x="71" y="15"/>
                      </a:moveTo>
                      <a:cubicBezTo>
                        <a:pt x="71" y="15"/>
                        <a:pt x="67" y="12"/>
                        <a:pt x="61" y="9"/>
                      </a:cubicBezTo>
                      <a:cubicBezTo>
                        <a:pt x="55" y="6"/>
                        <a:pt x="46" y="3"/>
                        <a:pt x="36" y="3"/>
                      </a:cubicBezTo>
                      <a:cubicBezTo>
                        <a:pt x="26" y="2"/>
                        <a:pt x="17" y="4"/>
                        <a:pt x="10" y="6"/>
                      </a:cubicBezTo>
                      <a:cubicBezTo>
                        <a:pt x="4" y="8"/>
                        <a:pt x="0" y="10"/>
                        <a:pt x="0" y="9"/>
                      </a:cubicBezTo>
                      <a:cubicBezTo>
                        <a:pt x="0" y="9"/>
                        <a:pt x="1" y="9"/>
                        <a:pt x="2" y="8"/>
                      </a:cubicBezTo>
                      <a:cubicBezTo>
                        <a:pt x="4" y="7"/>
                        <a:pt x="6" y="5"/>
                        <a:pt x="10" y="4"/>
                      </a:cubicBezTo>
                      <a:cubicBezTo>
                        <a:pt x="16" y="2"/>
                        <a:pt x="26" y="0"/>
                        <a:pt x="36" y="0"/>
                      </a:cubicBezTo>
                      <a:cubicBezTo>
                        <a:pt x="47" y="1"/>
                        <a:pt x="56" y="5"/>
                        <a:pt x="62" y="8"/>
                      </a:cubicBezTo>
                      <a:cubicBezTo>
                        <a:pt x="65" y="10"/>
                        <a:pt x="67" y="11"/>
                        <a:pt x="69" y="13"/>
                      </a:cubicBezTo>
                      <a:cubicBezTo>
                        <a:pt x="70" y="14"/>
                        <a:pt x="71" y="15"/>
                        <a:pt x="71" y="15"/>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4" name="任意多边形 969"/>
                <p:cNvSpPr/>
                <p:nvPr/>
              </p:nvSpPr>
              <p:spPr bwMode="auto">
                <a:xfrm>
                  <a:off x="15176503" y="2746377"/>
                  <a:ext cx="193675" cy="41275"/>
                </a:xfrm>
                <a:custGeom>
                  <a:avLst/>
                  <a:gdLst>
                    <a:gd name="T0" fmla="*/ 72 w 72"/>
                    <a:gd name="T1" fmla="*/ 15 h 15"/>
                    <a:gd name="T2" fmla="*/ 62 w 72"/>
                    <a:gd name="T3" fmla="*/ 10 h 15"/>
                    <a:gd name="T4" fmla="*/ 37 w 72"/>
                    <a:gd name="T5" fmla="*/ 3 h 15"/>
                    <a:gd name="T6" fmla="*/ 11 w 72"/>
                    <a:gd name="T7" fmla="*/ 6 h 15"/>
                    <a:gd name="T8" fmla="*/ 0 w 72"/>
                    <a:gd name="T9" fmla="*/ 9 h 15"/>
                    <a:gd name="T10" fmla="*/ 3 w 72"/>
                    <a:gd name="T11" fmla="*/ 8 h 15"/>
                    <a:gd name="T12" fmla="*/ 10 w 72"/>
                    <a:gd name="T13" fmla="*/ 4 h 15"/>
                    <a:gd name="T14" fmla="*/ 37 w 72"/>
                    <a:gd name="T15" fmla="*/ 1 h 15"/>
                    <a:gd name="T16" fmla="*/ 63 w 72"/>
                    <a:gd name="T17" fmla="*/ 8 h 15"/>
                    <a:gd name="T18" fmla="*/ 70 w 72"/>
                    <a:gd name="T19" fmla="*/ 13 h 15"/>
                    <a:gd name="T20" fmla="*/ 72 w 72"/>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15">
                      <a:moveTo>
                        <a:pt x="72" y="15"/>
                      </a:moveTo>
                      <a:cubicBezTo>
                        <a:pt x="71" y="15"/>
                        <a:pt x="68" y="13"/>
                        <a:pt x="62" y="10"/>
                      </a:cubicBezTo>
                      <a:cubicBezTo>
                        <a:pt x="56" y="7"/>
                        <a:pt x="47" y="4"/>
                        <a:pt x="37" y="3"/>
                      </a:cubicBezTo>
                      <a:cubicBezTo>
                        <a:pt x="27" y="2"/>
                        <a:pt x="17" y="4"/>
                        <a:pt x="11" y="6"/>
                      </a:cubicBezTo>
                      <a:cubicBezTo>
                        <a:pt x="4" y="8"/>
                        <a:pt x="1" y="10"/>
                        <a:pt x="0" y="9"/>
                      </a:cubicBezTo>
                      <a:cubicBezTo>
                        <a:pt x="0" y="9"/>
                        <a:pt x="1" y="9"/>
                        <a:pt x="3" y="8"/>
                      </a:cubicBezTo>
                      <a:cubicBezTo>
                        <a:pt x="5" y="7"/>
                        <a:pt x="7" y="5"/>
                        <a:pt x="10" y="4"/>
                      </a:cubicBezTo>
                      <a:cubicBezTo>
                        <a:pt x="17" y="2"/>
                        <a:pt x="26" y="0"/>
                        <a:pt x="37" y="1"/>
                      </a:cubicBezTo>
                      <a:cubicBezTo>
                        <a:pt x="48" y="1"/>
                        <a:pt x="57" y="5"/>
                        <a:pt x="63" y="8"/>
                      </a:cubicBezTo>
                      <a:cubicBezTo>
                        <a:pt x="66" y="10"/>
                        <a:pt x="68" y="11"/>
                        <a:pt x="70" y="13"/>
                      </a:cubicBezTo>
                      <a:cubicBezTo>
                        <a:pt x="71" y="14"/>
                        <a:pt x="72" y="15"/>
                        <a:pt x="72" y="15"/>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5" name="任意多边形 970"/>
                <p:cNvSpPr/>
                <p:nvPr/>
              </p:nvSpPr>
              <p:spPr bwMode="auto">
                <a:xfrm>
                  <a:off x="15160628" y="2784477"/>
                  <a:ext cx="190500" cy="39687"/>
                </a:xfrm>
                <a:custGeom>
                  <a:avLst/>
                  <a:gdLst>
                    <a:gd name="T0" fmla="*/ 71 w 71"/>
                    <a:gd name="T1" fmla="*/ 15 h 15"/>
                    <a:gd name="T2" fmla="*/ 62 w 71"/>
                    <a:gd name="T3" fmla="*/ 10 h 15"/>
                    <a:gd name="T4" fmla="*/ 37 w 71"/>
                    <a:gd name="T5" fmla="*/ 3 h 15"/>
                    <a:gd name="T6" fmla="*/ 11 w 71"/>
                    <a:gd name="T7" fmla="*/ 6 h 15"/>
                    <a:gd name="T8" fmla="*/ 0 w 71"/>
                    <a:gd name="T9" fmla="*/ 10 h 15"/>
                    <a:gd name="T10" fmla="*/ 3 w 71"/>
                    <a:gd name="T11" fmla="*/ 8 h 15"/>
                    <a:gd name="T12" fmla="*/ 10 w 71"/>
                    <a:gd name="T13" fmla="*/ 4 h 15"/>
                    <a:gd name="T14" fmla="*/ 37 w 71"/>
                    <a:gd name="T15" fmla="*/ 1 h 15"/>
                    <a:gd name="T16" fmla="*/ 62 w 71"/>
                    <a:gd name="T17" fmla="*/ 8 h 15"/>
                    <a:gd name="T18" fmla="*/ 69 w 71"/>
                    <a:gd name="T19" fmla="*/ 13 h 15"/>
                    <a:gd name="T20" fmla="*/ 71 w 71"/>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15">
                      <a:moveTo>
                        <a:pt x="71" y="15"/>
                      </a:moveTo>
                      <a:cubicBezTo>
                        <a:pt x="71" y="15"/>
                        <a:pt x="68" y="13"/>
                        <a:pt x="62" y="10"/>
                      </a:cubicBezTo>
                      <a:cubicBezTo>
                        <a:pt x="56" y="7"/>
                        <a:pt x="47" y="4"/>
                        <a:pt x="37" y="3"/>
                      </a:cubicBezTo>
                      <a:cubicBezTo>
                        <a:pt x="26" y="2"/>
                        <a:pt x="17" y="4"/>
                        <a:pt x="11" y="6"/>
                      </a:cubicBezTo>
                      <a:cubicBezTo>
                        <a:pt x="4" y="8"/>
                        <a:pt x="0" y="10"/>
                        <a:pt x="0" y="10"/>
                      </a:cubicBezTo>
                      <a:cubicBezTo>
                        <a:pt x="0" y="9"/>
                        <a:pt x="1" y="9"/>
                        <a:pt x="3" y="8"/>
                      </a:cubicBezTo>
                      <a:cubicBezTo>
                        <a:pt x="4" y="7"/>
                        <a:pt x="7" y="6"/>
                        <a:pt x="10" y="4"/>
                      </a:cubicBezTo>
                      <a:cubicBezTo>
                        <a:pt x="16" y="2"/>
                        <a:pt x="26" y="0"/>
                        <a:pt x="37" y="1"/>
                      </a:cubicBezTo>
                      <a:cubicBezTo>
                        <a:pt x="47" y="1"/>
                        <a:pt x="56" y="5"/>
                        <a:pt x="62" y="8"/>
                      </a:cubicBezTo>
                      <a:cubicBezTo>
                        <a:pt x="65" y="10"/>
                        <a:pt x="68" y="12"/>
                        <a:pt x="69" y="13"/>
                      </a:cubicBezTo>
                      <a:cubicBezTo>
                        <a:pt x="71" y="14"/>
                        <a:pt x="71" y="15"/>
                        <a:pt x="71" y="15"/>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6" name="任意多边形 971"/>
                <p:cNvSpPr/>
                <p:nvPr/>
              </p:nvSpPr>
              <p:spPr bwMode="auto">
                <a:xfrm>
                  <a:off x="15149516" y="2822577"/>
                  <a:ext cx="193675" cy="39687"/>
                </a:xfrm>
                <a:custGeom>
                  <a:avLst/>
                  <a:gdLst>
                    <a:gd name="T0" fmla="*/ 71 w 72"/>
                    <a:gd name="T1" fmla="*/ 15 h 15"/>
                    <a:gd name="T2" fmla="*/ 62 w 72"/>
                    <a:gd name="T3" fmla="*/ 10 h 15"/>
                    <a:gd name="T4" fmla="*/ 37 w 72"/>
                    <a:gd name="T5" fmla="*/ 3 h 15"/>
                    <a:gd name="T6" fmla="*/ 11 w 72"/>
                    <a:gd name="T7" fmla="*/ 6 h 15"/>
                    <a:gd name="T8" fmla="*/ 0 w 72"/>
                    <a:gd name="T9" fmla="*/ 10 h 15"/>
                    <a:gd name="T10" fmla="*/ 3 w 72"/>
                    <a:gd name="T11" fmla="*/ 8 h 15"/>
                    <a:gd name="T12" fmla="*/ 10 w 72"/>
                    <a:gd name="T13" fmla="*/ 4 h 15"/>
                    <a:gd name="T14" fmla="*/ 37 w 72"/>
                    <a:gd name="T15" fmla="*/ 1 h 15"/>
                    <a:gd name="T16" fmla="*/ 63 w 72"/>
                    <a:gd name="T17" fmla="*/ 8 h 15"/>
                    <a:gd name="T18" fmla="*/ 69 w 72"/>
                    <a:gd name="T19" fmla="*/ 13 h 15"/>
                    <a:gd name="T20" fmla="*/ 71 w 72"/>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15">
                      <a:moveTo>
                        <a:pt x="71" y="15"/>
                      </a:moveTo>
                      <a:cubicBezTo>
                        <a:pt x="71" y="15"/>
                        <a:pt x="68" y="13"/>
                        <a:pt x="62" y="10"/>
                      </a:cubicBezTo>
                      <a:cubicBezTo>
                        <a:pt x="56" y="7"/>
                        <a:pt x="47" y="4"/>
                        <a:pt x="37" y="3"/>
                      </a:cubicBezTo>
                      <a:cubicBezTo>
                        <a:pt x="26" y="2"/>
                        <a:pt x="17" y="4"/>
                        <a:pt x="11" y="6"/>
                      </a:cubicBezTo>
                      <a:cubicBezTo>
                        <a:pt x="4" y="8"/>
                        <a:pt x="0" y="10"/>
                        <a:pt x="0" y="10"/>
                      </a:cubicBezTo>
                      <a:cubicBezTo>
                        <a:pt x="0" y="9"/>
                        <a:pt x="1" y="9"/>
                        <a:pt x="3" y="8"/>
                      </a:cubicBezTo>
                      <a:cubicBezTo>
                        <a:pt x="4" y="7"/>
                        <a:pt x="7" y="6"/>
                        <a:pt x="10" y="4"/>
                      </a:cubicBezTo>
                      <a:cubicBezTo>
                        <a:pt x="17" y="2"/>
                        <a:pt x="26" y="0"/>
                        <a:pt x="37" y="1"/>
                      </a:cubicBezTo>
                      <a:cubicBezTo>
                        <a:pt x="47" y="1"/>
                        <a:pt x="57" y="5"/>
                        <a:pt x="63" y="8"/>
                      </a:cubicBezTo>
                      <a:cubicBezTo>
                        <a:pt x="66" y="10"/>
                        <a:pt x="68" y="12"/>
                        <a:pt x="69" y="13"/>
                      </a:cubicBezTo>
                      <a:cubicBezTo>
                        <a:pt x="71" y="14"/>
                        <a:pt x="72" y="15"/>
                        <a:pt x="71" y="15"/>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7" name="任意多边形 972"/>
                <p:cNvSpPr/>
                <p:nvPr/>
              </p:nvSpPr>
              <p:spPr bwMode="auto">
                <a:xfrm>
                  <a:off x="15138403" y="2862265"/>
                  <a:ext cx="195263" cy="41275"/>
                </a:xfrm>
                <a:custGeom>
                  <a:avLst/>
                  <a:gdLst>
                    <a:gd name="T0" fmla="*/ 72 w 72"/>
                    <a:gd name="T1" fmla="*/ 15 h 15"/>
                    <a:gd name="T2" fmla="*/ 62 w 72"/>
                    <a:gd name="T3" fmla="*/ 10 h 15"/>
                    <a:gd name="T4" fmla="*/ 37 w 72"/>
                    <a:gd name="T5" fmla="*/ 3 h 15"/>
                    <a:gd name="T6" fmla="*/ 11 w 72"/>
                    <a:gd name="T7" fmla="*/ 6 h 15"/>
                    <a:gd name="T8" fmla="*/ 0 w 72"/>
                    <a:gd name="T9" fmla="*/ 10 h 15"/>
                    <a:gd name="T10" fmla="*/ 3 w 72"/>
                    <a:gd name="T11" fmla="*/ 8 h 15"/>
                    <a:gd name="T12" fmla="*/ 10 w 72"/>
                    <a:gd name="T13" fmla="*/ 4 h 15"/>
                    <a:gd name="T14" fmla="*/ 37 w 72"/>
                    <a:gd name="T15" fmla="*/ 1 h 15"/>
                    <a:gd name="T16" fmla="*/ 63 w 72"/>
                    <a:gd name="T17" fmla="*/ 8 h 15"/>
                    <a:gd name="T18" fmla="*/ 69 w 72"/>
                    <a:gd name="T19" fmla="*/ 13 h 15"/>
                    <a:gd name="T20" fmla="*/ 72 w 72"/>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15">
                      <a:moveTo>
                        <a:pt x="72" y="15"/>
                      </a:moveTo>
                      <a:cubicBezTo>
                        <a:pt x="71" y="15"/>
                        <a:pt x="68" y="13"/>
                        <a:pt x="62" y="10"/>
                      </a:cubicBezTo>
                      <a:cubicBezTo>
                        <a:pt x="56" y="7"/>
                        <a:pt x="47" y="4"/>
                        <a:pt x="37" y="3"/>
                      </a:cubicBezTo>
                      <a:cubicBezTo>
                        <a:pt x="26" y="2"/>
                        <a:pt x="17" y="4"/>
                        <a:pt x="11" y="6"/>
                      </a:cubicBezTo>
                      <a:cubicBezTo>
                        <a:pt x="4" y="8"/>
                        <a:pt x="1" y="10"/>
                        <a:pt x="0" y="10"/>
                      </a:cubicBezTo>
                      <a:cubicBezTo>
                        <a:pt x="0" y="9"/>
                        <a:pt x="1" y="9"/>
                        <a:pt x="3" y="8"/>
                      </a:cubicBezTo>
                      <a:cubicBezTo>
                        <a:pt x="4" y="7"/>
                        <a:pt x="7" y="6"/>
                        <a:pt x="10" y="4"/>
                      </a:cubicBezTo>
                      <a:cubicBezTo>
                        <a:pt x="17" y="2"/>
                        <a:pt x="26" y="0"/>
                        <a:pt x="37" y="1"/>
                      </a:cubicBezTo>
                      <a:cubicBezTo>
                        <a:pt x="47" y="1"/>
                        <a:pt x="57" y="5"/>
                        <a:pt x="63" y="8"/>
                      </a:cubicBezTo>
                      <a:cubicBezTo>
                        <a:pt x="66" y="10"/>
                        <a:pt x="68" y="12"/>
                        <a:pt x="69" y="13"/>
                      </a:cubicBezTo>
                      <a:cubicBezTo>
                        <a:pt x="71" y="14"/>
                        <a:pt x="72" y="15"/>
                        <a:pt x="72" y="15"/>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8" name="任意多边形 973"/>
                <p:cNvSpPr/>
                <p:nvPr/>
              </p:nvSpPr>
              <p:spPr bwMode="auto">
                <a:xfrm>
                  <a:off x="15111416" y="2905127"/>
                  <a:ext cx="211138" cy="44450"/>
                </a:xfrm>
                <a:custGeom>
                  <a:avLst/>
                  <a:gdLst>
                    <a:gd name="T0" fmla="*/ 78 w 78"/>
                    <a:gd name="T1" fmla="*/ 16 h 16"/>
                    <a:gd name="T2" fmla="*/ 67 w 78"/>
                    <a:gd name="T3" fmla="*/ 10 h 16"/>
                    <a:gd name="T4" fmla="*/ 55 w 78"/>
                    <a:gd name="T5" fmla="*/ 6 h 16"/>
                    <a:gd name="T6" fmla="*/ 40 w 78"/>
                    <a:gd name="T7" fmla="*/ 3 h 16"/>
                    <a:gd name="T8" fmla="*/ 24 w 78"/>
                    <a:gd name="T9" fmla="*/ 2 h 16"/>
                    <a:gd name="T10" fmla="*/ 11 w 78"/>
                    <a:gd name="T11" fmla="*/ 4 h 16"/>
                    <a:gd name="T12" fmla="*/ 0 w 78"/>
                    <a:gd name="T13" fmla="*/ 8 h 16"/>
                    <a:gd name="T14" fmla="*/ 3 w 78"/>
                    <a:gd name="T15" fmla="*/ 6 h 16"/>
                    <a:gd name="T16" fmla="*/ 6 w 78"/>
                    <a:gd name="T17" fmla="*/ 5 h 16"/>
                    <a:gd name="T18" fmla="*/ 11 w 78"/>
                    <a:gd name="T19" fmla="*/ 3 h 16"/>
                    <a:gd name="T20" fmla="*/ 24 w 78"/>
                    <a:gd name="T21" fmla="*/ 0 h 16"/>
                    <a:gd name="T22" fmla="*/ 40 w 78"/>
                    <a:gd name="T23" fmla="*/ 0 h 16"/>
                    <a:gd name="T24" fmla="*/ 56 w 78"/>
                    <a:gd name="T25" fmla="*/ 4 h 16"/>
                    <a:gd name="T26" fmla="*/ 68 w 78"/>
                    <a:gd name="T27" fmla="*/ 9 h 16"/>
                    <a:gd name="T28" fmla="*/ 72 w 78"/>
                    <a:gd name="T29" fmla="*/ 11 h 16"/>
                    <a:gd name="T30" fmla="*/ 75 w 78"/>
                    <a:gd name="T31" fmla="*/ 14 h 16"/>
                    <a:gd name="T32" fmla="*/ 78 w 78"/>
                    <a:gd name="T33"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 h="16">
                      <a:moveTo>
                        <a:pt x="78" y="16"/>
                      </a:moveTo>
                      <a:cubicBezTo>
                        <a:pt x="77" y="16"/>
                        <a:pt x="74" y="13"/>
                        <a:pt x="67" y="10"/>
                      </a:cubicBezTo>
                      <a:cubicBezTo>
                        <a:pt x="64" y="9"/>
                        <a:pt x="60" y="7"/>
                        <a:pt x="55" y="6"/>
                      </a:cubicBezTo>
                      <a:cubicBezTo>
                        <a:pt x="50" y="4"/>
                        <a:pt x="45" y="3"/>
                        <a:pt x="40" y="3"/>
                      </a:cubicBezTo>
                      <a:cubicBezTo>
                        <a:pt x="34" y="2"/>
                        <a:pt x="29" y="2"/>
                        <a:pt x="24" y="2"/>
                      </a:cubicBezTo>
                      <a:cubicBezTo>
                        <a:pt x="19" y="3"/>
                        <a:pt x="15" y="3"/>
                        <a:pt x="11" y="4"/>
                      </a:cubicBezTo>
                      <a:cubicBezTo>
                        <a:pt x="4" y="6"/>
                        <a:pt x="0" y="9"/>
                        <a:pt x="0" y="8"/>
                      </a:cubicBezTo>
                      <a:cubicBezTo>
                        <a:pt x="0" y="8"/>
                        <a:pt x="1" y="7"/>
                        <a:pt x="3" y="6"/>
                      </a:cubicBezTo>
                      <a:cubicBezTo>
                        <a:pt x="3" y="6"/>
                        <a:pt x="5" y="5"/>
                        <a:pt x="6" y="5"/>
                      </a:cubicBezTo>
                      <a:cubicBezTo>
                        <a:pt x="7" y="4"/>
                        <a:pt x="9" y="3"/>
                        <a:pt x="11" y="3"/>
                      </a:cubicBezTo>
                      <a:cubicBezTo>
                        <a:pt x="14" y="2"/>
                        <a:pt x="19" y="1"/>
                        <a:pt x="24" y="0"/>
                      </a:cubicBezTo>
                      <a:cubicBezTo>
                        <a:pt x="29" y="0"/>
                        <a:pt x="34" y="0"/>
                        <a:pt x="40" y="0"/>
                      </a:cubicBezTo>
                      <a:cubicBezTo>
                        <a:pt x="46" y="1"/>
                        <a:pt x="51" y="2"/>
                        <a:pt x="56" y="4"/>
                      </a:cubicBezTo>
                      <a:cubicBezTo>
                        <a:pt x="60" y="5"/>
                        <a:pt x="65" y="7"/>
                        <a:pt x="68" y="9"/>
                      </a:cubicBezTo>
                      <a:cubicBezTo>
                        <a:pt x="70" y="10"/>
                        <a:pt x="71" y="11"/>
                        <a:pt x="72" y="11"/>
                      </a:cubicBezTo>
                      <a:cubicBezTo>
                        <a:pt x="73" y="12"/>
                        <a:pt x="75" y="13"/>
                        <a:pt x="75" y="14"/>
                      </a:cubicBezTo>
                      <a:cubicBezTo>
                        <a:pt x="77" y="15"/>
                        <a:pt x="78" y="16"/>
                        <a:pt x="78" y="16"/>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9" name="任意多边形 974"/>
                <p:cNvSpPr/>
                <p:nvPr/>
              </p:nvSpPr>
              <p:spPr bwMode="auto">
                <a:xfrm>
                  <a:off x="15095541" y="2940052"/>
                  <a:ext cx="211138" cy="44450"/>
                </a:xfrm>
                <a:custGeom>
                  <a:avLst/>
                  <a:gdLst>
                    <a:gd name="T0" fmla="*/ 78 w 78"/>
                    <a:gd name="T1" fmla="*/ 15 h 16"/>
                    <a:gd name="T2" fmla="*/ 67 w 78"/>
                    <a:gd name="T3" fmla="*/ 10 h 16"/>
                    <a:gd name="T4" fmla="*/ 55 w 78"/>
                    <a:gd name="T5" fmla="*/ 5 h 16"/>
                    <a:gd name="T6" fmla="*/ 40 w 78"/>
                    <a:gd name="T7" fmla="*/ 3 h 16"/>
                    <a:gd name="T8" fmla="*/ 24 w 78"/>
                    <a:gd name="T9" fmla="*/ 3 h 16"/>
                    <a:gd name="T10" fmla="*/ 11 w 78"/>
                    <a:gd name="T11" fmla="*/ 5 h 16"/>
                    <a:gd name="T12" fmla="*/ 0 w 78"/>
                    <a:gd name="T13" fmla="*/ 9 h 16"/>
                    <a:gd name="T14" fmla="*/ 2 w 78"/>
                    <a:gd name="T15" fmla="*/ 7 h 16"/>
                    <a:gd name="T16" fmla="*/ 6 w 78"/>
                    <a:gd name="T17" fmla="*/ 6 h 16"/>
                    <a:gd name="T18" fmla="*/ 11 w 78"/>
                    <a:gd name="T19" fmla="*/ 4 h 16"/>
                    <a:gd name="T20" fmla="*/ 24 w 78"/>
                    <a:gd name="T21" fmla="*/ 1 h 16"/>
                    <a:gd name="T22" fmla="*/ 40 w 78"/>
                    <a:gd name="T23" fmla="*/ 1 h 16"/>
                    <a:gd name="T24" fmla="*/ 56 w 78"/>
                    <a:gd name="T25" fmla="*/ 3 h 16"/>
                    <a:gd name="T26" fmla="*/ 68 w 78"/>
                    <a:gd name="T27" fmla="*/ 8 h 16"/>
                    <a:gd name="T28" fmla="*/ 73 w 78"/>
                    <a:gd name="T29" fmla="*/ 11 h 16"/>
                    <a:gd name="T30" fmla="*/ 76 w 78"/>
                    <a:gd name="T31" fmla="*/ 13 h 16"/>
                    <a:gd name="T32" fmla="*/ 78 w 78"/>
                    <a:gd name="T33"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 h="16">
                      <a:moveTo>
                        <a:pt x="78" y="15"/>
                      </a:moveTo>
                      <a:cubicBezTo>
                        <a:pt x="78" y="16"/>
                        <a:pt x="74" y="13"/>
                        <a:pt x="67" y="10"/>
                      </a:cubicBezTo>
                      <a:cubicBezTo>
                        <a:pt x="64" y="8"/>
                        <a:pt x="60" y="7"/>
                        <a:pt x="55" y="5"/>
                      </a:cubicBezTo>
                      <a:cubicBezTo>
                        <a:pt x="51" y="4"/>
                        <a:pt x="45" y="3"/>
                        <a:pt x="40" y="3"/>
                      </a:cubicBezTo>
                      <a:cubicBezTo>
                        <a:pt x="34" y="2"/>
                        <a:pt x="29" y="3"/>
                        <a:pt x="24" y="3"/>
                      </a:cubicBezTo>
                      <a:cubicBezTo>
                        <a:pt x="19" y="4"/>
                        <a:pt x="15" y="4"/>
                        <a:pt x="11" y="5"/>
                      </a:cubicBezTo>
                      <a:cubicBezTo>
                        <a:pt x="4" y="7"/>
                        <a:pt x="0" y="10"/>
                        <a:pt x="0" y="9"/>
                      </a:cubicBezTo>
                      <a:cubicBezTo>
                        <a:pt x="0" y="9"/>
                        <a:pt x="1" y="8"/>
                        <a:pt x="2" y="7"/>
                      </a:cubicBezTo>
                      <a:cubicBezTo>
                        <a:pt x="3" y="7"/>
                        <a:pt x="5" y="6"/>
                        <a:pt x="6" y="6"/>
                      </a:cubicBezTo>
                      <a:cubicBezTo>
                        <a:pt x="7" y="5"/>
                        <a:pt x="9" y="4"/>
                        <a:pt x="11" y="4"/>
                      </a:cubicBezTo>
                      <a:cubicBezTo>
                        <a:pt x="14" y="3"/>
                        <a:pt x="19" y="2"/>
                        <a:pt x="24" y="1"/>
                      </a:cubicBezTo>
                      <a:cubicBezTo>
                        <a:pt x="29" y="0"/>
                        <a:pt x="34" y="0"/>
                        <a:pt x="40" y="1"/>
                      </a:cubicBezTo>
                      <a:cubicBezTo>
                        <a:pt x="46" y="1"/>
                        <a:pt x="51" y="2"/>
                        <a:pt x="56" y="3"/>
                      </a:cubicBezTo>
                      <a:cubicBezTo>
                        <a:pt x="61" y="5"/>
                        <a:pt x="65" y="6"/>
                        <a:pt x="68" y="8"/>
                      </a:cubicBezTo>
                      <a:cubicBezTo>
                        <a:pt x="70" y="9"/>
                        <a:pt x="71" y="10"/>
                        <a:pt x="73" y="11"/>
                      </a:cubicBezTo>
                      <a:cubicBezTo>
                        <a:pt x="74" y="12"/>
                        <a:pt x="75" y="12"/>
                        <a:pt x="76" y="13"/>
                      </a:cubicBezTo>
                      <a:cubicBezTo>
                        <a:pt x="77" y="14"/>
                        <a:pt x="78" y="15"/>
                        <a:pt x="78" y="15"/>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0" name="任意多边形 975"/>
                <p:cNvSpPr/>
                <p:nvPr/>
              </p:nvSpPr>
              <p:spPr bwMode="auto">
                <a:xfrm>
                  <a:off x="14863766" y="2781302"/>
                  <a:ext cx="161925" cy="138112"/>
                </a:xfrm>
                <a:custGeom>
                  <a:avLst/>
                  <a:gdLst>
                    <a:gd name="T0" fmla="*/ 60 w 60"/>
                    <a:gd name="T1" fmla="*/ 51 h 51"/>
                    <a:gd name="T2" fmla="*/ 56 w 60"/>
                    <a:gd name="T3" fmla="*/ 39 h 51"/>
                    <a:gd name="T4" fmla="*/ 39 w 60"/>
                    <a:gd name="T5" fmla="*/ 16 h 51"/>
                    <a:gd name="T6" fmla="*/ 12 w 60"/>
                    <a:gd name="T7" fmla="*/ 2 h 51"/>
                    <a:gd name="T8" fmla="*/ 0 w 60"/>
                    <a:gd name="T9" fmla="*/ 0 h 51"/>
                    <a:gd name="T10" fmla="*/ 4 w 60"/>
                    <a:gd name="T11" fmla="*/ 0 h 51"/>
                    <a:gd name="T12" fmla="*/ 13 w 60"/>
                    <a:gd name="T13" fmla="*/ 1 h 51"/>
                    <a:gd name="T14" fmla="*/ 40 w 60"/>
                    <a:gd name="T15" fmla="*/ 14 h 51"/>
                    <a:gd name="T16" fmla="*/ 57 w 60"/>
                    <a:gd name="T17" fmla="*/ 39 h 51"/>
                    <a:gd name="T18" fmla="*/ 60 w 60"/>
                    <a:gd name="T19" fmla="*/ 47 h 51"/>
                    <a:gd name="T20" fmla="*/ 60 w 60"/>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1">
                      <a:moveTo>
                        <a:pt x="60" y="51"/>
                      </a:moveTo>
                      <a:cubicBezTo>
                        <a:pt x="60" y="51"/>
                        <a:pt x="59" y="46"/>
                        <a:pt x="56" y="39"/>
                      </a:cubicBezTo>
                      <a:cubicBezTo>
                        <a:pt x="53" y="32"/>
                        <a:pt x="47" y="23"/>
                        <a:pt x="39" y="16"/>
                      </a:cubicBezTo>
                      <a:cubicBezTo>
                        <a:pt x="30" y="8"/>
                        <a:pt x="20" y="4"/>
                        <a:pt x="12" y="2"/>
                      </a:cubicBezTo>
                      <a:cubicBezTo>
                        <a:pt x="5" y="1"/>
                        <a:pt x="0" y="1"/>
                        <a:pt x="0" y="0"/>
                      </a:cubicBezTo>
                      <a:cubicBezTo>
                        <a:pt x="0" y="0"/>
                        <a:pt x="1" y="0"/>
                        <a:pt x="4" y="0"/>
                      </a:cubicBezTo>
                      <a:cubicBezTo>
                        <a:pt x="6" y="0"/>
                        <a:pt x="9" y="0"/>
                        <a:pt x="13" y="1"/>
                      </a:cubicBezTo>
                      <a:cubicBezTo>
                        <a:pt x="20" y="2"/>
                        <a:pt x="31" y="6"/>
                        <a:pt x="40" y="14"/>
                      </a:cubicBezTo>
                      <a:cubicBezTo>
                        <a:pt x="49" y="22"/>
                        <a:pt x="55" y="31"/>
                        <a:pt x="57" y="39"/>
                      </a:cubicBezTo>
                      <a:cubicBezTo>
                        <a:pt x="59" y="42"/>
                        <a:pt x="59" y="45"/>
                        <a:pt x="60" y="47"/>
                      </a:cubicBezTo>
                      <a:cubicBezTo>
                        <a:pt x="60" y="50"/>
                        <a:pt x="60" y="51"/>
                        <a:pt x="60" y="51"/>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1" name="任意多边形 976"/>
                <p:cNvSpPr/>
                <p:nvPr/>
              </p:nvSpPr>
              <p:spPr bwMode="auto">
                <a:xfrm>
                  <a:off x="14882816" y="2738440"/>
                  <a:ext cx="161925" cy="138112"/>
                </a:xfrm>
                <a:custGeom>
                  <a:avLst/>
                  <a:gdLst>
                    <a:gd name="T0" fmla="*/ 60 w 60"/>
                    <a:gd name="T1" fmla="*/ 51 h 51"/>
                    <a:gd name="T2" fmla="*/ 56 w 60"/>
                    <a:gd name="T3" fmla="*/ 39 h 51"/>
                    <a:gd name="T4" fmla="*/ 39 w 60"/>
                    <a:gd name="T5" fmla="*/ 16 h 51"/>
                    <a:gd name="T6" fmla="*/ 13 w 60"/>
                    <a:gd name="T7" fmla="*/ 2 h 51"/>
                    <a:gd name="T8" fmla="*/ 0 w 60"/>
                    <a:gd name="T9" fmla="*/ 0 h 51"/>
                    <a:gd name="T10" fmla="*/ 4 w 60"/>
                    <a:gd name="T11" fmla="*/ 0 h 51"/>
                    <a:gd name="T12" fmla="*/ 13 w 60"/>
                    <a:gd name="T13" fmla="*/ 1 h 51"/>
                    <a:gd name="T14" fmla="*/ 40 w 60"/>
                    <a:gd name="T15" fmla="*/ 14 h 51"/>
                    <a:gd name="T16" fmla="*/ 57 w 60"/>
                    <a:gd name="T17" fmla="*/ 39 h 51"/>
                    <a:gd name="T18" fmla="*/ 60 w 60"/>
                    <a:gd name="T19" fmla="*/ 47 h 51"/>
                    <a:gd name="T20" fmla="*/ 60 w 60"/>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1">
                      <a:moveTo>
                        <a:pt x="60" y="51"/>
                      </a:moveTo>
                      <a:cubicBezTo>
                        <a:pt x="60" y="51"/>
                        <a:pt x="59" y="46"/>
                        <a:pt x="56" y="39"/>
                      </a:cubicBezTo>
                      <a:cubicBezTo>
                        <a:pt x="53" y="32"/>
                        <a:pt x="48" y="23"/>
                        <a:pt x="39" y="16"/>
                      </a:cubicBezTo>
                      <a:cubicBezTo>
                        <a:pt x="30" y="8"/>
                        <a:pt x="20" y="4"/>
                        <a:pt x="13" y="2"/>
                      </a:cubicBezTo>
                      <a:cubicBezTo>
                        <a:pt x="5" y="1"/>
                        <a:pt x="0" y="1"/>
                        <a:pt x="0" y="0"/>
                      </a:cubicBezTo>
                      <a:cubicBezTo>
                        <a:pt x="0" y="0"/>
                        <a:pt x="2" y="0"/>
                        <a:pt x="4" y="0"/>
                      </a:cubicBezTo>
                      <a:cubicBezTo>
                        <a:pt x="6" y="0"/>
                        <a:pt x="9" y="0"/>
                        <a:pt x="13" y="1"/>
                      </a:cubicBezTo>
                      <a:cubicBezTo>
                        <a:pt x="20" y="2"/>
                        <a:pt x="31" y="6"/>
                        <a:pt x="40" y="14"/>
                      </a:cubicBezTo>
                      <a:cubicBezTo>
                        <a:pt x="49" y="22"/>
                        <a:pt x="55" y="31"/>
                        <a:pt x="57" y="39"/>
                      </a:cubicBezTo>
                      <a:cubicBezTo>
                        <a:pt x="59" y="42"/>
                        <a:pt x="59" y="45"/>
                        <a:pt x="60" y="47"/>
                      </a:cubicBezTo>
                      <a:cubicBezTo>
                        <a:pt x="60" y="50"/>
                        <a:pt x="60" y="51"/>
                        <a:pt x="60" y="51"/>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2" name="任意多边形 977"/>
                <p:cNvSpPr/>
                <p:nvPr/>
              </p:nvSpPr>
              <p:spPr bwMode="auto">
                <a:xfrm>
                  <a:off x="14901866" y="2695577"/>
                  <a:ext cx="161925" cy="138112"/>
                </a:xfrm>
                <a:custGeom>
                  <a:avLst/>
                  <a:gdLst>
                    <a:gd name="T0" fmla="*/ 60 w 60"/>
                    <a:gd name="T1" fmla="*/ 51 h 51"/>
                    <a:gd name="T2" fmla="*/ 56 w 60"/>
                    <a:gd name="T3" fmla="*/ 39 h 51"/>
                    <a:gd name="T4" fmla="*/ 39 w 60"/>
                    <a:gd name="T5" fmla="*/ 16 h 51"/>
                    <a:gd name="T6" fmla="*/ 13 w 60"/>
                    <a:gd name="T7" fmla="*/ 2 h 51"/>
                    <a:gd name="T8" fmla="*/ 0 w 60"/>
                    <a:gd name="T9" fmla="*/ 0 h 51"/>
                    <a:gd name="T10" fmla="*/ 4 w 60"/>
                    <a:gd name="T11" fmla="*/ 0 h 51"/>
                    <a:gd name="T12" fmla="*/ 13 w 60"/>
                    <a:gd name="T13" fmla="*/ 1 h 51"/>
                    <a:gd name="T14" fmla="*/ 40 w 60"/>
                    <a:gd name="T15" fmla="*/ 14 h 51"/>
                    <a:gd name="T16" fmla="*/ 57 w 60"/>
                    <a:gd name="T17" fmla="*/ 39 h 51"/>
                    <a:gd name="T18" fmla="*/ 60 w 60"/>
                    <a:gd name="T19" fmla="*/ 48 h 51"/>
                    <a:gd name="T20" fmla="*/ 60 w 60"/>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1">
                      <a:moveTo>
                        <a:pt x="60" y="51"/>
                      </a:moveTo>
                      <a:cubicBezTo>
                        <a:pt x="60" y="51"/>
                        <a:pt x="59" y="46"/>
                        <a:pt x="56" y="39"/>
                      </a:cubicBezTo>
                      <a:cubicBezTo>
                        <a:pt x="53" y="32"/>
                        <a:pt x="48" y="23"/>
                        <a:pt x="39" y="16"/>
                      </a:cubicBezTo>
                      <a:cubicBezTo>
                        <a:pt x="30" y="8"/>
                        <a:pt x="20" y="4"/>
                        <a:pt x="13" y="2"/>
                      </a:cubicBezTo>
                      <a:cubicBezTo>
                        <a:pt x="5" y="1"/>
                        <a:pt x="0" y="1"/>
                        <a:pt x="0" y="0"/>
                      </a:cubicBezTo>
                      <a:cubicBezTo>
                        <a:pt x="0" y="0"/>
                        <a:pt x="2" y="0"/>
                        <a:pt x="4" y="0"/>
                      </a:cubicBezTo>
                      <a:cubicBezTo>
                        <a:pt x="6" y="0"/>
                        <a:pt x="9" y="0"/>
                        <a:pt x="13" y="1"/>
                      </a:cubicBezTo>
                      <a:cubicBezTo>
                        <a:pt x="20" y="2"/>
                        <a:pt x="31" y="6"/>
                        <a:pt x="40" y="14"/>
                      </a:cubicBezTo>
                      <a:cubicBezTo>
                        <a:pt x="49" y="22"/>
                        <a:pt x="55" y="31"/>
                        <a:pt x="57" y="39"/>
                      </a:cubicBezTo>
                      <a:cubicBezTo>
                        <a:pt x="59" y="42"/>
                        <a:pt x="59" y="45"/>
                        <a:pt x="60" y="48"/>
                      </a:cubicBezTo>
                      <a:cubicBezTo>
                        <a:pt x="60" y="50"/>
                        <a:pt x="60" y="51"/>
                        <a:pt x="60" y="51"/>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3" name="任意多边形 978"/>
                <p:cNvSpPr/>
                <p:nvPr/>
              </p:nvSpPr>
              <p:spPr bwMode="auto">
                <a:xfrm>
                  <a:off x="14920916" y="2652715"/>
                  <a:ext cx="161925" cy="136525"/>
                </a:xfrm>
                <a:custGeom>
                  <a:avLst/>
                  <a:gdLst>
                    <a:gd name="T0" fmla="*/ 60 w 60"/>
                    <a:gd name="T1" fmla="*/ 51 h 51"/>
                    <a:gd name="T2" fmla="*/ 56 w 60"/>
                    <a:gd name="T3" fmla="*/ 39 h 51"/>
                    <a:gd name="T4" fmla="*/ 39 w 60"/>
                    <a:gd name="T5" fmla="*/ 16 h 51"/>
                    <a:gd name="T6" fmla="*/ 13 w 60"/>
                    <a:gd name="T7" fmla="*/ 3 h 51"/>
                    <a:gd name="T8" fmla="*/ 0 w 60"/>
                    <a:gd name="T9" fmla="*/ 0 h 51"/>
                    <a:gd name="T10" fmla="*/ 4 w 60"/>
                    <a:gd name="T11" fmla="*/ 0 h 51"/>
                    <a:gd name="T12" fmla="*/ 13 w 60"/>
                    <a:gd name="T13" fmla="*/ 1 h 51"/>
                    <a:gd name="T14" fmla="*/ 40 w 60"/>
                    <a:gd name="T15" fmla="*/ 14 h 51"/>
                    <a:gd name="T16" fmla="*/ 57 w 60"/>
                    <a:gd name="T17" fmla="*/ 39 h 51"/>
                    <a:gd name="T18" fmla="*/ 60 w 60"/>
                    <a:gd name="T19" fmla="*/ 48 h 51"/>
                    <a:gd name="T20" fmla="*/ 60 w 60"/>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1">
                      <a:moveTo>
                        <a:pt x="60" y="51"/>
                      </a:moveTo>
                      <a:cubicBezTo>
                        <a:pt x="60" y="51"/>
                        <a:pt x="59" y="46"/>
                        <a:pt x="56" y="39"/>
                      </a:cubicBezTo>
                      <a:cubicBezTo>
                        <a:pt x="53" y="32"/>
                        <a:pt x="48" y="23"/>
                        <a:pt x="39" y="16"/>
                      </a:cubicBezTo>
                      <a:cubicBezTo>
                        <a:pt x="30" y="8"/>
                        <a:pt x="20" y="4"/>
                        <a:pt x="13" y="3"/>
                      </a:cubicBezTo>
                      <a:cubicBezTo>
                        <a:pt x="5" y="1"/>
                        <a:pt x="0" y="1"/>
                        <a:pt x="0" y="0"/>
                      </a:cubicBezTo>
                      <a:cubicBezTo>
                        <a:pt x="0" y="0"/>
                        <a:pt x="2" y="0"/>
                        <a:pt x="4" y="0"/>
                      </a:cubicBezTo>
                      <a:cubicBezTo>
                        <a:pt x="6" y="0"/>
                        <a:pt x="9" y="0"/>
                        <a:pt x="13" y="1"/>
                      </a:cubicBezTo>
                      <a:cubicBezTo>
                        <a:pt x="20" y="2"/>
                        <a:pt x="31" y="6"/>
                        <a:pt x="40" y="14"/>
                      </a:cubicBezTo>
                      <a:cubicBezTo>
                        <a:pt x="49" y="22"/>
                        <a:pt x="55" y="31"/>
                        <a:pt x="57" y="39"/>
                      </a:cubicBezTo>
                      <a:cubicBezTo>
                        <a:pt x="59" y="42"/>
                        <a:pt x="59" y="45"/>
                        <a:pt x="60" y="48"/>
                      </a:cubicBezTo>
                      <a:cubicBezTo>
                        <a:pt x="60" y="50"/>
                        <a:pt x="60" y="51"/>
                        <a:pt x="60" y="51"/>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4" name="任意多边形 979"/>
                <p:cNvSpPr/>
                <p:nvPr/>
              </p:nvSpPr>
              <p:spPr bwMode="auto">
                <a:xfrm>
                  <a:off x="14939966" y="2608265"/>
                  <a:ext cx="160338" cy="138112"/>
                </a:xfrm>
                <a:custGeom>
                  <a:avLst/>
                  <a:gdLst>
                    <a:gd name="T0" fmla="*/ 60 w 60"/>
                    <a:gd name="T1" fmla="*/ 51 h 51"/>
                    <a:gd name="T2" fmla="*/ 56 w 60"/>
                    <a:gd name="T3" fmla="*/ 39 h 51"/>
                    <a:gd name="T4" fmla="*/ 39 w 60"/>
                    <a:gd name="T5" fmla="*/ 16 h 51"/>
                    <a:gd name="T6" fmla="*/ 13 w 60"/>
                    <a:gd name="T7" fmla="*/ 3 h 51"/>
                    <a:gd name="T8" fmla="*/ 0 w 60"/>
                    <a:gd name="T9" fmla="*/ 0 h 51"/>
                    <a:gd name="T10" fmla="*/ 4 w 60"/>
                    <a:gd name="T11" fmla="*/ 0 h 51"/>
                    <a:gd name="T12" fmla="*/ 13 w 60"/>
                    <a:gd name="T13" fmla="*/ 1 h 51"/>
                    <a:gd name="T14" fmla="*/ 40 w 60"/>
                    <a:gd name="T15" fmla="*/ 14 h 51"/>
                    <a:gd name="T16" fmla="*/ 57 w 60"/>
                    <a:gd name="T17" fmla="*/ 39 h 51"/>
                    <a:gd name="T18" fmla="*/ 60 w 60"/>
                    <a:gd name="T19" fmla="*/ 48 h 51"/>
                    <a:gd name="T20" fmla="*/ 60 w 60"/>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1">
                      <a:moveTo>
                        <a:pt x="60" y="51"/>
                      </a:moveTo>
                      <a:cubicBezTo>
                        <a:pt x="60" y="51"/>
                        <a:pt x="59" y="46"/>
                        <a:pt x="56" y="39"/>
                      </a:cubicBezTo>
                      <a:cubicBezTo>
                        <a:pt x="53" y="32"/>
                        <a:pt x="48" y="23"/>
                        <a:pt x="39" y="16"/>
                      </a:cubicBezTo>
                      <a:cubicBezTo>
                        <a:pt x="30" y="8"/>
                        <a:pt x="20" y="4"/>
                        <a:pt x="13" y="3"/>
                      </a:cubicBezTo>
                      <a:cubicBezTo>
                        <a:pt x="5" y="1"/>
                        <a:pt x="0" y="1"/>
                        <a:pt x="0" y="0"/>
                      </a:cubicBezTo>
                      <a:cubicBezTo>
                        <a:pt x="0" y="0"/>
                        <a:pt x="2" y="0"/>
                        <a:pt x="4" y="0"/>
                      </a:cubicBezTo>
                      <a:cubicBezTo>
                        <a:pt x="6" y="0"/>
                        <a:pt x="9" y="0"/>
                        <a:pt x="13" y="1"/>
                      </a:cubicBezTo>
                      <a:cubicBezTo>
                        <a:pt x="21" y="2"/>
                        <a:pt x="31" y="6"/>
                        <a:pt x="40" y="14"/>
                      </a:cubicBezTo>
                      <a:cubicBezTo>
                        <a:pt x="49" y="22"/>
                        <a:pt x="55" y="31"/>
                        <a:pt x="57" y="39"/>
                      </a:cubicBezTo>
                      <a:cubicBezTo>
                        <a:pt x="59" y="42"/>
                        <a:pt x="60" y="45"/>
                        <a:pt x="60" y="48"/>
                      </a:cubicBezTo>
                      <a:cubicBezTo>
                        <a:pt x="60" y="50"/>
                        <a:pt x="60" y="51"/>
                        <a:pt x="60" y="51"/>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5" name="任意多边形 980"/>
                <p:cNvSpPr/>
                <p:nvPr/>
              </p:nvSpPr>
              <p:spPr bwMode="auto">
                <a:xfrm>
                  <a:off x="14957428" y="2565402"/>
                  <a:ext cx="161925" cy="138112"/>
                </a:xfrm>
                <a:custGeom>
                  <a:avLst/>
                  <a:gdLst>
                    <a:gd name="T0" fmla="*/ 60 w 60"/>
                    <a:gd name="T1" fmla="*/ 51 h 51"/>
                    <a:gd name="T2" fmla="*/ 56 w 60"/>
                    <a:gd name="T3" fmla="*/ 39 h 51"/>
                    <a:gd name="T4" fmla="*/ 39 w 60"/>
                    <a:gd name="T5" fmla="*/ 16 h 51"/>
                    <a:gd name="T6" fmla="*/ 13 w 60"/>
                    <a:gd name="T7" fmla="*/ 3 h 51"/>
                    <a:gd name="T8" fmla="*/ 0 w 60"/>
                    <a:gd name="T9" fmla="*/ 0 h 51"/>
                    <a:gd name="T10" fmla="*/ 4 w 60"/>
                    <a:gd name="T11" fmla="*/ 0 h 51"/>
                    <a:gd name="T12" fmla="*/ 13 w 60"/>
                    <a:gd name="T13" fmla="*/ 1 h 51"/>
                    <a:gd name="T14" fmla="*/ 40 w 60"/>
                    <a:gd name="T15" fmla="*/ 14 h 51"/>
                    <a:gd name="T16" fmla="*/ 57 w 60"/>
                    <a:gd name="T17" fmla="*/ 39 h 51"/>
                    <a:gd name="T18" fmla="*/ 60 w 60"/>
                    <a:gd name="T19" fmla="*/ 48 h 51"/>
                    <a:gd name="T20" fmla="*/ 60 w 60"/>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1">
                      <a:moveTo>
                        <a:pt x="60" y="51"/>
                      </a:moveTo>
                      <a:cubicBezTo>
                        <a:pt x="60" y="51"/>
                        <a:pt x="59" y="46"/>
                        <a:pt x="56" y="39"/>
                      </a:cubicBezTo>
                      <a:cubicBezTo>
                        <a:pt x="53" y="32"/>
                        <a:pt x="48" y="23"/>
                        <a:pt x="39" y="16"/>
                      </a:cubicBezTo>
                      <a:cubicBezTo>
                        <a:pt x="30" y="8"/>
                        <a:pt x="20" y="4"/>
                        <a:pt x="13" y="3"/>
                      </a:cubicBezTo>
                      <a:cubicBezTo>
                        <a:pt x="5" y="1"/>
                        <a:pt x="0" y="1"/>
                        <a:pt x="0" y="0"/>
                      </a:cubicBezTo>
                      <a:cubicBezTo>
                        <a:pt x="0" y="0"/>
                        <a:pt x="2" y="0"/>
                        <a:pt x="4" y="0"/>
                      </a:cubicBezTo>
                      <a:cubicBezTo>
                        <a:pt x="6" y="0"/>
                        <a:pt x="9" y="0"/>
                        <a:pt x="13" y="1"/>
                      </a:cubicBezTo>
                      <a:cubicBezTo>
                        <a:pt x="21" y="2"/>
                        <a:pt x="31" y="6"/>
                        <a:pt x="40" y="14"/>
                      </a:cubicBezTo>
                      <a:cubicBezTo>
                        <a:pt x="49" y="22"/>
                        <a:pt x="55" y="31"/>
                        <a:pt x="57" y="39"/>
                      </a:cubicBezTo>
                      <a:cubicBezTo>
                        <a:pt x="59" y="42"/>
                        <a:pt x="60" y="45"/>
                        <a:pt x="60" y="48"/>
                      </a:cubicBezTo>
                      <a:cubicBezTo>
                        <a:pt x="60" y="50"/>
                        <a:pt x="60" y="51"/>
                        <a:pt x="60" y="51"/>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24" name="组合 423"/>
              <p:cNvGrpSpPr/>
              <p:nvPr/>
            </p:nvGrpSpPr>
            <p:grpSpPr>
              <a:xfrm>
                <a:off x="8126556" y="2028826"/>
                <a:ext cx="482600" cy="539750"/>
                <a:chOff x="16082966" y="2587627"/>
                <a:chExt cx="482600" cy="539750"/>
              </a:xfrm>
            </p:grpSpPr>
            <p:sp>
              <p:nvSpPr>
                <p:cNvPr id="751" name="任意多边形 1090"/>
                <p:cNvSpPr/>
                <p:nvPr/>
              </p:nvSpPr>
              <p:spPr bwMode="auto">
                <a:xfrm>
                  <a:off x="16082966" y="2587627"/>
                  <a:ext cx="479425" cy="539750"/>
                </a:xfrm>
                <a:custGeom>
                  <a:avLst/>
                  <a:gdLst>
                    <a:gd name="T0" fmla="*/ 124 w 178"/>
                    <a:gd name="T1" fmla="*/ 0 h 200"/>
                    <a:gd name="T2" fmla="*/ 126 w 178"/>
                    <a:gd name="T3" fmla="*/ 14 h 200"/>
                    <a:gd name="T4" fmla="*/ 119 w 178"/>
                    <a:gd name="T5" fmla="*/ 29 h 200"/>
                    <a:gd name="T6" fmla="*/ 13 w 178"/>
                    <a:gd name="T7" fmla="*/ 109 h 200"/>
                    <a:gd name="T8" fmla="*/ 12 w 178"/>
                    <a:gd name="T9" fmla="*/ 147 h 200"/>
                    <a:gd name="T10" fmla="*/ 69 w 178"/>
                    <a:gd name="T11" fmla="*/ 190 h 200"/>
                    <a:gd name="T12" fmla="*/ 108 w 178"/>
                    <a:gd name="T13" fmla="*/ 178 h 200"/>
                    <a:gd name="T14" fmla="*/ 153 w 178"/>
                    <a:gd name="T15" fmla="*/ 53 h 200"/>
                    <a:gd name="T16" fmla="*/ 166 w 178"/>
                    <a:gd name="T17" fmla="*/ 43 h 200"/>
                    <a:gd name="T18" fmla="*/ 178 w 178"/>
                    <a:gd name="T19" fmla="*/ 41 h 200"/>
                    <a:gd name="T20" fmla="*/ 124 w 178"/>
                    <a:gd name="T21"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8" h="200">
                      <a:moveTo>
                        <a:pt x="124" y="0"/>
                      </a:moveTo>
                      <a:cubicBezTo>
                        <a:pt x="126" y="14"/>
                        <a:pt x="126" y="14"/>
                        <a:pt x="126" y="14"/>
                      </a:cubicBezTo>
                      <a:cubicBezTo>
                        <a:pt x="126" y="20"/>
                        <a:pt x="124" y="26"/>
                        <a:pt x="119" y="29"/>
                      </a:cubicBezTo>
                      <a:cubicBezTo>
                        <a:pt x="13" y="109"/>
                        <a:pt x="13" y="109"/>
                        <a:pt x="13" y="109"/>
                      </a:cubicBezTo>
                      <a:cubicBezTo>
                        <a:pt x="0" y="118"/>
                        <a:pt x="0" y="138"/>
                        <a:pt x="12" y="147"/>
                      </a:cubicBezTo>
                      <a:cubicBezTo>
                        <a:pt x="69" y="190"/>
                        <a:pt x="69" y="190"/>
                        <a:pt x="69" y="190"/>
                      </a:cubicBezTo>
                      <a:cubicBezTo>
                        <a:pt x="83" y="200"/>
                        <a:pt x="102" y="194"/>
                        <a:pt x="108" y="178"/>
                      </a:cubicBezTo>
                      <a:cubicBezTo>
                        <a:pt x="153" y="53"/>
                        <a:pt x="153" y="53"/>
                        <a:pt x="153" y="53"/>
                      </a:cubicBezTo>
                      <a:cubicBezTo>
                        <a:pt x="155" y="48"/>
                        <a:pt x="160" y="43"/>
                        <a:pt x="166" y="43"/>
                      </a:cubicBezTo>
                      <a:cubicBezTo>
                        <a:pt x="178" y="41"/>
                        <a:pt x="178" y="41"/>
                        <a:pt x="178" y="41"/>
                      </a:cubicBezTo>
                      <a:cubicBezTo>
                        <a:pt x="124" y="0"/>
                        <a:pt x="124" y="0"/>
                        <a:pt x="124" y="0"/>
                      </a:cubicBezTo>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2" name="任意多边形 1091"/>
                <p:cNvSpPr/>
                <p:nvPr/>
              </p:nvSpPr>
              <p:spPr bwMode="auto">
                <a:xfrm>
                  <a:off x="16084553" y="2587627"/>
                  <a:ext cx="481013" cy="525462"/>
                </a:xfrm>
                <a:custGeom>
                  <a:avLst/>
                  <a:gdLst>
                    <a:gd name="T0" fmla="*/ 178 w 178"/>
                    <a:gd name="T1" fmla="*/ 40 h 195"/>
                    <a:gd name="T2" fmla="*/ 178 w 178"/>
                    <a:gd name="T3" fmla="*/ 41 h 195"/>
                    <a:gd name="T4" fmla="*/ 163 w 178"/>
                    <a:gd name="T5" fmla="*/ 43 h 195"/>
                    <a:gd name="T6" fmla="*/ 152 w 178"/>
                    <a:gd name="T7" fmla="*/ 54 h 195"/>
                    <a:gd name="T8" fmla="*/ 131 w 178"/>
                    <a:gd name="T9" fmla="*/ 112 h 195"/>
                    <a:gd name="T10" fmla="*/ 110 w 178"/>
                    <a:gd name="T11" fmla="*/ 172 h 195"/>
                    <a:gd name="T12" fmla="*/ 107 w 178"/>
                    <a:gd name="T13" fmla="*/ 180 h 195"/>
                    <a:gd name="T14" fmla="*/ 101 w 178"/>
                    <a:gd name="T15" fmla="*/ 188 h 195"/>
                    <a:gd name="T16" fmla="*/ 100 w 178"/>
                    <a:gd name="T17" fmla="*/ 189 h 195"/>
                    <a:gd name="T18" fmla="*/ 97 w 178"/>
                    <a:gd name="T19" fmla="*/ 191 h 195"/>
                    <a:gd name="T20" fmla="*/ 67 w 178"/>
                    <a:gd name="T21" fmla="*/ 190 h 195"/>
                    <a:gd name="T22" fmla="*/ 11 w 178"/>
                    <a:gd name="T23" fmla="*/ 148 h 195"/>
                    <a:gd name="T24" fmla="*/ 7 w 178"/>
                    <a:gd name="T25" fmla="*/ 112 h 195"/>
                    <a:gd name="T26" fmla="*/ 11 w 178"/>
                    <a:gd name="T27" fmla="*/ 108 h 195"/>
                    <a:gd name="T28" fmla="*/ 26 w 178"/>
                    <a:gd name="T29" fmla="*/ 97 h 195"/>
                    <a:gd name="T30" fmla="*/ 78 w 178"/>
                    <a:gd name="T31" fmla="*/ 59 h 195"/>
                    <a:gd name="T32" fmla="*/ 116 w 178"/>
                    <a:gd name="T33" fmla="*/ 30 h 195"/>
                    <a:gd name="T34" fmla="*/ 121 w 178"/>
                    <a:gd name="T35" fmla="*/ 26 h 195"/>
                    <a:gd name="T36" fmla="*/ 124 w 178"/>
                    <a:gd name="T37" fmla="*/ 17 h 195"/>
                    <a:gd name="T38" fmla="*/ 124 w 178"/>
                    <a:gd name="T39" fmla="*/ 5 h 195"/>
                    <a:gd name="T40" fmla="*/ 124 w 178"/>
                    <a:gd name="T41" fmla="*/ 5 h 195"/>
                    <a:gd name="T42" fmla="*/ 125 w 178"/>
                    <a:gd name="T43" fmla="*/ 17 h 195"/>
                    <a:gd name="T44" fmla="*/ 121 w 178"/>
                    <a:gd name="T45" fmla="*/ 26 h 195"/>
                    <a:gd name="T46" fmla="*/ 117 w 178"/>
                    <a:gd name="T47" fmla="*/ 31 h 195"/>
                    <a:gd name="T48" fmla="*/ 78 w 178"/>
                    <a:gd name="T49" fmla="*/ 59 h 195"/>
                    <a:gd name="T50" fmla="*/ 26 w 178"/>
                    <a:gd name="T51" fmla="*/ 98 h 195"/>
                    <a:gd name="T52" fmla="*/ 7 w 178"/>
                    <a:gd name="T53" fmla="*/ 113 h 195"/>
                    <a:gd name="T54" fmla="*/ 12 w 178"/>
                    <a:gd name="T55" fmla="*/ 147 h 195"/>
                    <a:gd name="T56" fmla="*/ 68 w 178"/>
                    <a:gd name="T57" fmla="*/ 189 h 195"/>
                    <a:gd name="T58" fmla="*/ 96 w 178"/>
                    <a:gd name="T59" fmla="*/ 190 h 195"/>
                    <a:gd name="T60" fmla="*/ 99 w 178"/>
                    <a:gd name="T61" fmla="*/ 188 h 195"/>
                    <a:gd name="T62" fmla="*/ 101 w 178"/>
                    <a:gd name="T63" fmla="*/ 187 h 195"/>
                    <a:gd name="T64" fmla="*/ 106 w 178"/>
                    <a:gd name="T65" fmla="*/ 179 h 195"/>
                    <a:gd name="T66" fmla="*/ 109 w 178"/>
                    <a:gd name="T67" fmla="*/ 172 h 195"/>
                    <a:gd name="T68" fmla="*/ 130 w 178"/>
                    <a:gd name="T69" fmla="*/ 112 h 195"/>
                    <a:gd name="T70" fmla="*/ 151 w 178"/>
                    <a:gd name="T71" fmla="*/ 54 h 195"/>
                    <a:gd name="T72" fmla="*/ 163 w 178"/>
                    <a:gd name="T73" fmla="*/ 43 h 195"/>
                    <a:gd name="T74" fmla="*/ 177 w 178"/>
                    <a:gd name="T75" fmla="*/ 40 h 195"/>
                    <a:gd name="T76" fmla="*/ 123 w 178"/>
                    <a:gd name="T7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8" h="195">
                      <a:moveTo>
                        <a:pt x="123" y="0"/>
                      </a:moveTo>
                      <a:cubicBezTo>
                        <a:pt x="125" y="1"/>
                        <a:pt x="144" y="15"/>
                        <a:pt x="178" y="40"/>
                      </a:cubicBezTo>
                      <a:cubicBezTo>
                        <a:pt x="178" y="41"/>
                        <a:pt x="178" y="41"/>
                        <a:pt x="178" y="41"/>
                      </a:cubicBezTo>
                      <a:cubicBezTo>
                        <a:pt x="178" y="41"/>
                        <a:pt x="178" y="41"/>
                        <a:pt x="178" y="41"/>
                      </a:cubicBezTo>
                      <a:cubicBezTo>
                        <a:pt x="174" y="41"/>
                        <a:pt x="171" y="42"/>
                        <a:pt x="168" y="42"/>
                      </a:cubicBezTo>
                      <a:cubicBezTo>
                        <a:pt x="166" y="43"/>
                        <a:pt x="165" y="43"/>
                        <a:pt x="163" y="43"/>
                      </a:cubicBezTo>
                      <a:cubicBezTo>
                        <a:pt x="161" y="44"/>
                        <a:pt x="160" y="44"/>
                        <a:pt x="158" y="45"/>
                      </a:cubicBezTo>
                      <a:cubicBezTo>
                        <a:pt x="155" y="47"/>
                        <a:pt x="153" y="50"/>
                        <a:pt x="152" y="54"/>
                      </a:cubicBezTo>
                      <a:cubicBezTo>
                        <a:pt x="151" y="57"/>
                        <a:pt x="149" y="61"/>
                        <a:pt x="148" y="65"/>
                      </a:cubicBezTo>
                      <a:cubicBezTo>
                        <a:pt x="143" y="79"/>
                        <a:pt x="137" y="95"/>
                        <a:pt x="131" y="112"/>
                      </a:cubicBezTo>
                      <a:cubicBezTo>
                        <a:pt x="125" y="129"/>
                        <a:pt x="119" y="147"/>
                        <a:pt x="112" y="165"/>
                      </a:cubicBezTo>
                      <a:cubicBezTo>
                        <a:pt x="111" y="168"/>
                        <a:pt x="110" y="170"/>
                        <a:pt x="110" y="172"/>
                      </a:cubicBezTo>
                      <a:cubicBezTo>
                        <a:pt x="109" y="174"/>
                        <a:pt x="109" y="175"/>
                        <a:pt x="108" y="176"/>
                      </a:cubicBezTo>
                      <a:cubicBezTo>
                        <a:pt x="108" y="177"/>
                        <a:pt x="107" y="178"/>
                        <a:pt x="107" y="180"/>
                      </a:cubicBezTo>
                      <a:cubicBezTo>
                        <a:pt x="106" y="182"/>
                        <a:pt x="104" y="184"/>
                        <a:pt x="103" y="186"/>
                      </a:cubicBezTo>
                      <a:cubicBezTo>
                        <a:pt x="101" y="188"/>
                        <a:pt x="101" y="188"/>
                        <a:pt x="101" y="188"/>
                      </a:cubicBezTo>
                      <a:cubicBezTo>
                        <a:pt x="101" y="188"/>
                        <a:pt x="101" y="188"/>
                        <a:pt x="101" y="188"/>
                      </a:cubicBezTo>
                      <a:cubicBezTo>
                        <a:pt x="100" y="189"/>
                        <a:pt x="100" y="189"/>
                        <a:pt x="100" y="189"/>
                      </a:cubicBezTo>
                      <a:cubicBezTo>
                        <a:pt x="99" y="190"/>
                        <a:pt x="99" y="190"/>
                        <a:pt x="99" y="190"/>
                      </a:cubicBezTo>
                      <a:cubicBezTo>
                        <a:pt x="97" y="191"/>
                        <a:pt x="97" y="191"/>
                        <a:pt x="97" y="191"/>
                      </a:cubicBezTo>
                      <a:cubicBezTo>
                        <a:pt x="92" y="194"/>
                        <a:pt x="87" y="195"/>
                        <a:pt x="82" y="195"/>
                      </a:cubicBezTo>
                      <a:cubicBezTo>
                        <a:pt x="76" y="195"/>
                        <a:pt x="71" y="193"/>
                        <a:pt x="67" y="190"/>
                      </a:cubicBezTo>
                      <a:cubicBezTo>
                        <a:pt x="52" y="178"/>
                        <a:pt x="37" y="167"/>
                        <a:pt x="22" y="156"/>
                      </a:cubicBezTo>
                      <a:cubicBezTo>
                        <a:pt x="18" y="153"/>
                        <a:pt x="15" y="150"/>
                        <a:pt x="11" y="148"/>
                      </a:cubicBezTo>
                      <a:cubicBezTo>
                        <a:pt x="8" y="145"/>
                        <a:pt x="5" y="141"/>
                        <a:pt x="3" y="137"/>
                      </a:cubicBezTo>
                      <a:cubicBezTo>
                        <a:pt x="0" y="129"/>
                        <a:pt x="2" y="119"/>
                        <a:pt x="7" y="112"/>
                      </a:cubicBezTo>
                      <a:cubicBezTo>
                        <a:pt x="8" y="112"/>
                        <a:pt x="8" y="111"/>
                        <a:pt x="9" y="110"/>
                      </a:cubicBezTo>
                      <a:cubicBezTo>
                        <a:pt x="10" y="109"/>
                        <a:pt x="11" y="109"/>
                        <a:pt x="11" y="108"/>
                      </a:cubicBezTo>
                      <a:cubicBezTo>
                        <a:pt x="13" y="107"/>
                        <a:pt x="15" y="106"/>
                        <a:pt x="16" y="104"/>
                      </a:cubicBezTo>
                      <a:cubicBezTo>
                        <a:pt x="20" y="102"/>
                        <a:pt x="23" y="100"/>
                        <a:pt x="26" y="97"/>
                      </a:cubicBezTo>
                      <a:cubicBezTo>
                        <a:pt x="32" y="93"/>
                        <a:pt x="39" y="88"/>
                        <a:pt x="45" y="84"/>
                      </a:cubicBezTo>
                      <a:cubicBezTo>
                        <a:pt x="56" y="75"/>
                        <a:pt x="68" y="66"/>
                        <a:pt x="78" y="59"/>
                      </a:cubicBezTo>
                      <a:cubicBezTo>
                        <a:pt x="88" y="51"/>
                        <a:pt x="97" y="45"/>
                        <a:pt x="105" y="39"/>
                      </a:cubicBezTo>
                      <a:cubicBezTo>
                        <a:pt x="109" y="36"/>
                        <a:pt x="113" y="33"/>
                        <a:pt x="116" y="30"/>
                      </a:cubicBezTo>
                      <a:cubicBezTo>
                        <a:pt x="117" y="30"/>
                        <a:pt x="118" y="29"/>
                        <a:pt x="119" y="28"/>
                      </a:cubicBezTo>
                      <a:cubicBezTo>
                        <a:pt x="120" y="28"/>
                        <a:pt x="120" y="27"/>
                        <a:pt x="121" y="26"/>
                      </a:cubicBezTo>
                      <a:cubicBezTo>
                        <a:pt x="122" y="25"/>
                        <a:pt x="123" y="23"/>
                        <a:pt x="124" y="21"/>
                      </a:cubicBezTo>
                      <a:cubicBezTo>
                        <a:pt x="124" y="20"/>
                        <a:pt x="124" y="18"/>
                        <a:pt x="124" y="17"/>
                      </a:cubicBezTo>
                      <a:cubicBezTo>
                        <a:pt x="125" y="15"/>
                        <a:pt x="124" y="14"/>
                        <a:pt x="124" y="12"/>
                      </a:cubicBezTo>
                      <a:cubicBezTo>
                        <a:pt x="124" y="10"/>
                        <a:pt x="124" y="7"/>
                        <a:pt x="124" y="5"/>
                      </a:cubicBezTo>
                      <a:cubicBezTo>
                        <a:pt x="123" y="2"/>
                        <a:pt x="123" y="0"/>
                        <a:pt x="123" y="0"/>
                      </a:cubicBezTo>
                      <a:cubicBezTo>
                        <a:pt x="123" y="0"/>
                        <a:pt x="123" y="2"/>
                        <a:pt x="124" y="5"/>
                      </a:cubicBezTo>
                      <a:cubicBezTo>
                        <a:pt x="124" y="7"/>
                        <a:pt x="124" y="10"/>
                        <a:pt x="124" y="12"/>
                      </a:cubicBezTo>
                      <a:cubicBezTo>
                        <a:pt x="125" y="14"/>
                        <a:pt x="125" y="15"/>
                        <a:pt x="125" y="17"/>
                      </a:cubicBezTo>
                      <a:cubicBezTo>
                        <a:pt x="125" y="18"/>
                        <a:pt x="124" y="20"/>
                        <a:pt x="124" y="22"/>
                      </a:cubicBezTo>
                      <a:cubicBezTo>
                        <a:pt x="123" y="23"/>
                        <a:pt x="122" y="25"/>
                        <a:pt x="121" y="26"/>
                      </a:cubicBezTo>
                      <a:cubicBezTo>
                        <a:pt x="120" y="27"/>
                        <a:pt x="120" y="28"/>
                        <a:pt x="119" y="29"/>
                      </a:cubicBezTo>
                      <a:cubicBezTo>
                        <a:pt x="118" y="29"/>
                        <a:pt x="117" y="30"/>
                        <a:pt x="117" y="31"/>
                      </a:cubicBezTo>
                      <a:cubicBezTo>
                        <a:pt x="113" y="33"/>
                        <a:pt x="109" y="36"/>
                        <a:pt x="105" y="39"/>
                      </a:cubicBezTo>
                      <a:cubicBezTo>
                        <a:pt x="97" y="45"/>
                        <a:pt x="88" y="52"/>
                        <a:pt x="78" y="59"/>
                      </a:cubicBezTo>
                      <a:cubicBezTo>
                        <a:pt x="68" y="67"/>
                        <a:pt x="57" y="75"/>
                        <a:pt x="45" y="84"/>
                      </a:cubicBezTo>
                      <a:cubicBezTo>
                        <a:pt x="39" y="89"/>
                        <a:pt x="33" y="93"/>
                        <a:pt x="26" y="98"/>
                      </a:cubicBezTo>
                      <a:cubicBezTo>
                        <a:pt x="23" y="100"/>
                        <a:pt x="20" y="103"/>
                        <a:pt x="17" y="105"/>
                      </a:cubicBezTo>
                      <a:cubicBezTo>
                        <a:pt x="14" y="108"/>
                        <a:pt x="10" y="110"/>
                        <a:pt x="7" y="113"/>
                      </a:cubicBezTo>
                      <a:cubicBezTo>
                        <a:pt x="2" y="119"/>
                        <a:pt x="1" y="129"/>
                        <a:pt x="4" y="137"/>
                      </a:cubicBezTo>
                      <a:cubicBezTo>
                        <a:pt x="6" y="141"/>
                        <a:pt x="8" y="144"/>
                        <a:pt x="12" y="147"/>
                      </a:cubicBezTo>
                      <a:cubicBezTo>
                        <a:pt x="15" y="150"/>
                        <a:pt x="19" y="152"/>
                        <a:pt x="23" y="155"/>
                      </a:cubicBezTo>
                      <a:cubicBezTo>
                        <a:pt x="37" y="166"/>
                        <a:pt x="52" y="177"/>
                        <a:pt x="68" y="189"/>
                      </a:cubicBezTo>
                      <a:cubicBezTo>
                        <a:pt x="72" y="192"/>
                        <a:pt x="77" y="194"/>
                        <a:pt x="82" y="194"/>
                      </a:cubicBezTo>
                      <a:cubicBezTo>
                        <a:pt x="87" y="194"/>
                        <a:pt x="92" y="193"/>
                        <a:pt x="96" y="190"/>
                      </a:cubicBezTo>
                      <a:cubicBezTo>
                        <a:pt x="98" y="189"/>
                        <a:pt x="98" y="189"/>
                        <a:pt x="98" y="189"/>
                      </a:cubicBezTo>
                      <a:cubicBezTo>
                        <a:pt x="99" y="188"/>
                        <a:pt x="99" y="188"/>
                        <a:pt x="99" y="188"/>
                      </a:cubicBezTo>
                      <a:cubicBezTo>
                        <a:pt x="100" y="188"/>
                        <a:pt x="100" y="188"/>
                        <a:pt x="100" y="188"/>
                      </a:cubicBezTo>
                      <a:cubicBezTo>
                        <a:pt x="101" y="187"/>
                        <a:pt x="101" y="187"/>
                        <a:pt x="101" y="187"/>
                      </a:cubicBezTo>
                      <a:cubicBezTo>
                        <a:pt x="102" y="186"/>
                        <a:pt x="102" y="186"/>
                        <a:pt x="102" y="186"/>
                      </a:cubicBezTo>
                      <a:cubicBezTo>
                        <a:pt x="104" y="184"/>
                        <a:pt x="105" y="182"/>
                        <a:pt x="106" y="179"/>
                      </a:cubicBezTo>
                      <a:cubicBezTo>
                        <a:pt x="107" y="178"/>
                        <a:pt x="107" y="177"/>
                        <a:pt x="107" y="176"/>
                      </a:cubicBezTo>
                      <a:cubicBezTo>
                        <a:pt x="108" y="175"/>
                        <a:pt x="108" y="173"/>
                        <a:pt x="109" y="172"/>
                      </a:cubicBezTo>
                      <a:cubicBezTo>
                        <a:pt x="110" y="170"/>
                        <a:pt x="110" y="167"/>
                        <a:pt x="111" y="165"/>
                      </a:cubicBezTo>
                      <a:cubicBezTo>
                        <a:pt x="118" y="146"/>
                        <a:pt x="124" y="129"/>
                        <a:pt x="130" y="112"/>
                      </a:cubicBezTo>
                      <a:cubicBezTo>
                        <a:pt x="137" y="95"/>
                        <a:pt x="142" y="79"/>
                        <a:pt x="148" y="64"/>
                      </a:cubicBezTo>
                      <a:cubicBezTo>
                        <a:pt x="149" y="61"/>
                        <a:pt x="150" y="57"/>
                        <a:pt x="151" y="54"/>
                      </a:cubicBezTo>
                      <a:cubicBezTo>
                        <a:pt x="153" y="50"/>
                        <a:pt x="155" y="47"/>
                        <a:pt x="158" y="45"/>
                      </a:cubicBezTo>
                      <a:cubicBezTo>
                        <a:pt x="159" y="44"/>
                        <a:pt x="161" y="43"/>
                        <a:pt x="163" y="43"/>
                      </a:cubicBezTo>
                      <a:cubicBezTo>
                        <a:pt x="164" y="42"/>
                        <a:pt x="166" y="42"/>
                        <a:pt x="168" y="42"/>
                      </a:cubicBezTo>
                      <a:cubicBezTo>
                        <a:pt x="171" y="41"/>
                        <a:pt x="174" y="41"/>
                        <a:pt x="177" y="40"/>
                      </a:cubicBezTo>
                      <a:cubicBezTo>
                        <a:pt x="177" y="41"/>
                        <a:pt x="177" y="41"/>
                        <a:pt x="177" y="41"/>
                      </a:cubicBezTo>
                      <a:cubicBezTo>
                        <a:pt x="143" y="15"/>
                        <a:pt x="125" y="1"/>
                        <a:pt x="123"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3" name="任意多边形 1092"/>
                <p:cNvSpPr/>
                <p:nvPr/>
              </p:nvSpPr>
              <p:spPr bwMode="auto">
                <a:xfrm>
                  <a:off x="16106778" y="2749552"/>
                  <a:ext cx="327025" cy="350837"/>
                </a:xfrm>
                <a:custGeom>
                  <a:avLst/>
                  <a:gdLst>
                    <a:gd name="T0" fmla="*/ 121 w 121"/>
                    <a:gd name="T1" fmla="*/ 43 h 130"/>
                    <a:gd name="T2" fmla="*/ 105 w 121"/>
                    <a:gd name="T3" fmla="*/ 30 h 130"/>
                    <a:gd name="T4" fmla="*/ 94 w 121"/>
                    <a:gd name="T5" fmla="*/ 12 h 130"/>
                    <a:gd name="T6" fmla="*/ 78 w 121"/>
                    <a:gd name="T7" fmla="*/ 0 h 130"/>
                    <a:gd name="T8" fmla="*/ 11 w 121"/>
                    <a:gd name="T9" fmla="*/ 52 h 130"/>
                    <a:gd name="T10" fmla="*/ 11 w 121"/>
                    <a:gd name="T11" fmla="*/ 84 h 130"/>
                    <a:gd name="T12" fmla="*/ 62 w 121"/>
                    <a:gd name="T13" fmla="*/ 122 h 130"/>
                    <a:gd name="T14" fmla="*/ 93 w 121"/>
                    <a:gd name="T15" fmla="*/ 113 h 130"/>
                    <a:gd name="T16" fmla="*/ 121 w 121"/>
                    <a:gd name="T17" fmla="*/ 43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30">
                      <a:moveTo>
                        <a:pt x="121" y="43"/>
                      </a:moveTo>
                      <a:cubicBezTo>
                        <a:pt x="115" y="40"/>
                        <a:pt x="109" y="35"/>
                        <a:pt x="105" y="30"/>
                      </a:cubicBezTo>
                      <a:cubicBezTo>
                        <a:pt x="100" y="24"/>
                        <a:pt x="98" y="18"/>
                        <a:pt x="94" y="12"/>
                      </a:cubicBezTo>
                      <a:cubicBezTo>
                        <a:pt x="90" y="6"/>
                        <a:pt x="84" y="1"/>
                        <a:pt x="78" y="0"/>
                      </a:cubicBezTo>
                      <a:cubicBezTo>
                        <a:pt x="11" y="52"/>
                        <a:pt x="11" y="52"/>
                        <a:pt x="11" y="52"/>
                      </a:cubicBezTo>
                      <a:cubicBezTo>
                        <a:pt x="0" y="60"/>
                        <a:pt x="0" y="76"/>
                        <a:pt x="11" y="84"/>
                      </a:cubicBezTo>
                      <a:cubicBezTo>
                        <a:pt x="62" y="122"/>
                        <a:pt x="62" y="122"/>
                        <a:pt x="62" y="122"/>
                      </a:cubicBezTo>
                      <a:cubicBezTo>
                        <a:pt x="72" y="130"/>
                        <a:pt x="88" y="126"/>
                        <a:pt x="93" y="113"/>
                      </a:cubicBezTo>
                      <a:cubicBezTo>
                        <a:pt x="121" y="43"/>
                        <a:pt x="121" y="43"/>
                        <a:pt x="121" y="43"/>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4" name="任意多边形 1093"/>
                <p:cNvSpPr/>
                <p:nvPr/>
              </p:nvSpPr>
              <p:spPr bwMode="auto">
                <a:xfrm>
                  <a:off x="16416341" y="2587627"/>
                  <a:ext cx="142875" cy="111125"/>
                </a:xfrm>
                <a:custGeom>
                  <a:avLst/>
                  <a:gdLst>
                    <a:gd name="T0" fmla="*/ 53 w 53"/>
                    <a:gd name="T1" fmla="*/ 41 h 41"/>
                    <a:gd name="T2" fmla="*/ 50 w 53"/>
                    <a:gd name="T3" fmla="*/ 41 h 41"/>
                    <a:gd name="T4" fmla="*/ 47 w 53"/>
                    <a:gd name="T5" fmla="*/ 40 h 41"/>
                    <a:gd name="T6" fmla="*/ 43 w 53"/>
                    <a:gd name="T7" fmla="*/ 39 h 41"/>
                    <a:gd name="T8" fmla="*/ 38 w 53"/>
                    <a:gd name="T9" fmla="*/ 37 h 41"/>
                    <a:gd name="T10" fmla="*/ 33 w 53"/>
                    <a:gd name="T11" fmla="*/ 34 h 41"/>
                    <a:gd name="T12" fmla="*/ 21 w 53"/>
                    <a:gd name="T13" fmla="*/ 27 h 41"/>
                    <a:gd name="T14" fmla="*/ 12 w 53"/>
                    <a:gd name="T15" fmla="*/ 18 h 41"/>
                    <a:gd name="T16" fmla="*/ 8 w 53"/>
                    <a:gd name="T17" fmla="*/ 13 h 41"/>
                    <a:gd name="T18" fmla="*/ 5 w 53"/>
                    <a:gd name="T19" fmla="*/ 9 h 41"/>
                    <a:gd name="T20" fmla="*/ 3 w 53"/>
                    <a:gd name="T21" fmla="*/ 6 h 41"/>
                    <a:gd name="T22" fmla="*/ 1 w 53"/>
                    <a:gd name="T23" fmla="*/ 3 h 41"/>
                    <a:gd name="T24" fmla="*/ 0 w 53"/>
                    <a:gd name="T25" fmla="*/ 0 h 41"/>
                    <a:gd name="T26" fmla="*/ 1 w 53"/>
                    <a:gd name="T27" fmla="*/ 3 h 41"/>
                    <a:gd name="T28" fmla="*/ 3 w 53"/>
                    <a:gd name="T29" fmla="*/ 5 h 41"/>
                    <a:gd name="T30" fmla="*/ 5 w 53"/>
                    <a:gd name="T31" fmla="*/ 9 h 41"/>
                    <a:gd name="T32" fmla="*/ 8 w 53"/>
                    <a:gd name="T33" fmla="*/ 13 h 41"/>
                    <a:gd name="T34" fmla="*/ 12 w 53"/>
                    <a:gd name="T35" fmla="*/ 17 h 41"/>
                    <a:gd name="T36" fmla="*/ 22 w 53"/>
                    <a:gd name="T37" fmla="*/ 26 h 41"/>
                    <a:gd name="T38" fmla="*/ 33 w 53"/>
                    <a:gd name="T39" fmla="*/ 34 h 41"/>
                    <a:gd name="T40" fmla="*/ 38 w 53"/>
                    <a:gd name="T41" fmla="*/ 36 h 41"/>
                    <a:gd name="T42" fmla="*/ 43 w 53"/>
                    <a:gd name="T43" fmla="*/ 38 h 41"/>
                    <a:gd name="T44" fmla="*/ 47 w 53"/>
                    <a:gd name="T45" fmla="*/ 39 h 41"/>
                    <a:gd name="T46" fmla="*/ 50 w 53"/>
                    <a:gd name="T47" fmla="*/ 40 h 41"/>
                    <a:gd name="T48" fmla="*/ 53 w 53"/>
                    <a:gd name="T4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3" h="41">
                      <a:moveTo>
                        <a:pt x="53" y="41"/>
                      </a:moveTo>
                      <a:cubicBezTo>
                        <a:pt x="53" y="41"/>
                        <a:pt x="52" y="41"/>
                        <a:pt x="50" y="41"/>
                      </a:cubicBezTo>
                      <a:cubicBezTo>
                        <a:pt x="49" y="40"/>
                        <a:pt x="48" y="40"/>
                        <a:pt x="47" y="40"/>
                      </a:cubicBezTo>
                      <a:cubicBezTo>
                        <a:pt x="46" y="39"/>
                        <a:pt x="44" y="39"/>
                        <a:pt x="43" y="39"/>
                      </a:cubicBezTo>
                      <a:cubicBezTo>
                        <a:pt x="41" y="38"/>
                        <a:pt x="40" y="38"/>
                        <a:pt x="38" y="37"/>
                      </a:cubicBezTo>
                      <a:cubicBezTo>
                        <a:pt x="36" y="36"/>
                        <a:pt x="35" y="35"/>
                        <a:pt x="33" y="34"/>
                      </a:cubicBezTo>
                      <a:cubicBezTo>
                        <a:pt x="29" y="32"/>
                        <a:pt x="25" y="30"/>
                        <a:pt x="21" y="27"/>
                      </a:cubicBezTo>
                      <a:cubicBezTo>
                        <a:pt x="18" y="24"/>
                        <a:pt x="14" y="21"/>
                        <a:pt x="12" y="18"/>
                      </a:cubicBezTo>
                      <a:cubicBezTo>
                        <a:pt x="10" y="16"/>
                        <a:pt x="9" y="15"/>
                        <a:pt x="8" y="13"/>
                      </a:cubicBezTo>
                      <a:cubicBezTo>
                        <a:pt x="7" y="12"/>
                        <a:pt x="6" y="11"/>
                        <a:pt x="5" y="9"/>
                      </a:cubicBezTo>
                      <a:cubicBezTo>
                        <a:pt x="4" y="8"/>
                        <a:pt x="3" y="7"/>
                        <a:pt x="3" y="6"/>
                      </a:cubicBezTo>
                      <a:cubicBezTo>
                        <a:pt x="2" y="5"/>
                        <a:pt x="2" y="4"/>
                        <a:pt x="1" y="3"/>
                      </a:cubicBezTo>
                      <a:cubicBezTo>
                        <a:pt x="0" y="1"/>
                        <a:pt x="0" y="0"/>
                        <a:pt x="0" y="0"/>
                      </a:cubicBezTo>
                      <a:cubicBezTo>
                        <a:pt x="0" y="0"/>
                        <a:pt x="1" y="1"/>
                        <a:pt x="1" y="3"/>
                      </a:cubicBezTo>
                      <a:cubicBezTo>
                        <a:pt x="2" y="3"/>
                        <a:pt x="2" y="4"/>
                        <a:pt x="3" y="5"/>
                      </a:cubicBezTo>
                      <a:cubicBezTo>
                        <a:pt x="4" y="6"/>
                        <a:pt x="4" y="8"/>
                        <a:pt x="5" y="9"/>
                      </a:cubicBezTo>
                      <a:cubicBezTo>
                        <a:pt x="6" y="10"/>
                        <a:pt x="7" y="12"/>
                        <a:pt x="8" y="13"/>
                      </a:cubicBezTo>
                      <a:cubicBezTo>
                        <a:pt x="9" y="14"/>
                        <a:pt x="11" y="16"/>
                        <a:pt x="12" y="17"/>
                      </a:cubicBezTo>
                      <a:cubicBezTo>
                        <a:pt x="15" y="20"/>
                        <a:pt x="18" y="23"/>
                        <a:pt x="22" y="26"/>
                      </a:cubicBezTo>
                      <a:cubicBezTo>
                        <a:pt x="26" y="29"/>
                        <a:pt x="30" y="32"/>
                        <a:pt x="33" y="34"/>
                      </a:cubicBezTo>
                      <a:cubicBezTo>
                        <a:pt x="35" y="35"/>
                        <a:pt x="37" y="35"/>
                        <a:pt x="38" y="36"/>
                      </a:cubicBezTo>
                      <a:cubicBezTo>
                        <a:pt x="40" y="37"/>
                        <a:pt x="42" y="37"/>
                        <a:pt x="43" y="38"/>
                      </a:cubicBezTo>
                      <a:cubicBezTo>
                        <a:pt x="45" y="39"/>
                        <a:pt x="46" y="39"/>
                        <a:pt x="47" y="39"/>
                      </a:cubicBezTo>
                      <a:cubicBezTo>
                        <a:pt x="48" y="40"/>
                        <a:pt x="49" y="40"/>
                        <a:pt x="50" y="40"/>
                      </a:cubicBezTo>
                      <a:cubicBezTo>
                        <a:pt x="52" y="41"/>
                        <a:pt x="53" y="41"/>
                        <a:pt x="53" y="4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5" name="任意多边形 1094"/>
                <p:cNvSpPr/>
                <p:nvPr/>
              </p:nvSpPr>
              <p:spPr bwMode="auto">
                <a:xfrm>
                  <a:off x="16152816" y="2781302"/>
                  <a:ext cx="166688" cy="192087"/>
                </a:xfrm>
                <a:custGeom>
                  <a:avLst/>
                  <a:gdLst>
                    <a:gd name="T0" fmla="*/ 62 w 62"/>
                    <a:gd name="T1" fmla="*/ 0 h 71"/>
                    <a:gd name="T2" fmla="*/ 22 w 62"/>
                    <a:gd name="T3" fmla="*/ 30 h 71"/>
                    <a:gd name="T4" fmla="*/ 7 w 62"/>
                    <a:gd name="T5" fmla="*/ 42 h 71"/>
                    <a:gd name="T6" fmla="*/ 2 w 62"/>
                    <a:gd name="T7" fmla="*/ 50 h 71"/>
                    <a:gd name="T8" fmla="*/ 0 w 62"/>
                    <a:gd name="T9" fmla="*/ 57 h 71"/>
                    <a:gd name="T10" fmla="*/ 2 w 62"/>
                    <a:gd name="T11" fmla="*/ 68 h 71"/>
                    <a:gd name="T12" fmla="*/ 5 w 62"/>
                    <a:gd name="T13" fmla="*/ 71 h 71"/>
                    <a:gd name="T14" fmla="*/ 5 w 62"/>
                    <a:gd name="T15" fmla="*/ 71 h 71"/>
                    <a:gd name="T16" fmla="*/ 4 w 62"/>
                    <a:gd name="T17" fmla="*/ 67 h 71"/>
                    <a:gd name="T18" fmla="*/ 3 w 62"/>
                    <a:gd name="T19" fmla="*/ 58 h 71"/>
                    <a:gd name="T20" fmla="*/ 6 w 62"/>
                    <a:gd name="T21" fmla="*/ 51 h 71"/>
                    <a:gd name="T22" fmla="*/ 10 w 62"/>
                    <a:gd name="T23" fmla="*/ 45 h 71"/>
                    <a:gd name="T24" fmla="*/ 25 w 62"/>
                    <a:gd name="T25" fmla="*/ 33 h 71"/>
                    <a:gd name="T26" fmla="*/ 62 w 62"/>
                    <a:gd name="T27" fmla="*/ 0 h 71"/>
                    <a:gd name="T28" fmla="*/ 62 w 62"/>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2" h="71">
                      <a:moveTo>
                        <a:pt x="62" y="0"/>
                      </a:moveTo>
                      <a:cubicBezTo>
                        <a:pt x="60" y="0"/>
                        <a:pt x="43" y="13"/>
                        <a:pt x="22" y="30"/>
                      </a:cubicBezTo>
                      <a:cubicBezTo>
                        <a:pt x="17" y="34"/>
                        <a:pt x="12" y="38"/>
                        <a:pt x="7" y="42"/>
                      </a:cubicBezTo>
                      <a:cubicBezTo>
                        <a:pt x="5" y="45"/>
                        <a:pt x="4" y="47"/>
                        <a:pt x="2" y="50"/>
                      </a:cubicBezTo>
                      <a:cubicBezTo>
                        <a:pt x="1" y="52"/>
                        <a:pt x="1" y="55"/>
                        <a:pt x="0" y="57"/>
                      </a:cubicBezTo>
                      <a:cubicBezTo>
                        <a:pt x="0" y="62"/>
                        <a:pt x="1" y="66"/>
                        <a:pt x="2" y="68"/>
                      </a:cubicBezTo>
                      <a:cubicBezTo>
                        <a:pt x="4" y="70"/>
                        <a:pt x="5" y="71"/>
                        <a:pt x="5" y="71"/>
                      </a:cubicBezTo>
                      <a:cubicBezTo>
                        <a:pt x="5" y="71"/>
                        <a:pt x="5" y="71"/>
                        <a:pt x="5" y="71"/>
                      </a:cubicBezTo>
                      <a:cubicBezTo>
                        <a:pt x="6" y="71"/>
                        <a:pt x="5" y="70"/>
                        <a:pt x="4" y="67"/>
                      </a:cubicBezTo>
                      <a:cubicBezTo>
                        <a:pt x="3" y="65"/>
                        <a:pt x="2" y="62"/>
                        <a:pt x="3" y="58"/>
                      </a:cubicBezTo>
                      <a:cubicBezTo>
                        <a:pt x="4" y="56"/>
                        <a:pt x="4" y="53"/>
                        <a:pt x="6" y="51"/>
                      </a:cubicBezTo>
                      <a:cubicBezTo>
                        <a:pt x="7" y="49"/>
                        <a:pt x="8" y="47"/>
                        <a:pt x="10" y="45"/>
                      </a:cubicBezTo>
                      <a:cubicBezTo>
                        <a:pt x="14" y="41"/>
                        <a:pt x="20" y="37"/>
                        <a:pt x="25" y="33"/>
                      </a:cubicBezTo>
                      <a:cubicBezTo>
                        <a:pt x="46" y="16"/>
                        <a:pt x="62" y="1"/>
                        <a:pt x="62" y="0"/>
                      </a:cubicBezTo>
                      <a:cubicBezTo>
                        <a:pt x="62" y="0"/>
                        <a:pt x="62" y="0"/>
                        <a:pt x="62" y="0"/>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6" name="任意多边形 1095"/>
                <p:cNvSpPr/>
                <p:nvPr/>
              </p:nvSpPr>
              <p:spPr bwMode="auto">
                <a:xfrm>
                  <a:off x="16292516" y="2787652"/>
                  <a:ext cx="115888" cy="98425"/>
                </a:xfrm>
                <a:custGeom>
                  <a:avLst/>
                  <a:gdLst>
                    <a:gd name="T0" fmla="*/ 43 w 43"/>
                    <a:gd name="T1" fmla="*/ 37 h 37"/>
                    <a:gd name="T2" fmla="*/ 41 w 43"/>
                    <a:gd name="T3" fmla="*/ 36 h 37"/>
                    <a:gd name="T4" fmla="*/ 35 w 43"/>
                    <a:gd name="T5" fmla="*/ 34 h 37"/>
                    <a:gd name="T6" fmla="*/ 26 w 43"/>
                    <a:gd name="T7" fmla="*/ 30 h 37"/>
                    <a:gd name="T8" fmla="*/ 22 w 43"/>
                    <a:gd name="T9" fmla="*/ 27 h 37"/>
                    <a:gd name="T10" fmla="*/ 19 w 43"/>
                    <a:gd name="T11" fmla="*/ 22 h 37"/>
                    <a:gd name="T12" fmla="*/ 13 w 43"/>
                    <a:gd name="T13" fmla="*/ 11 h 37"/>
                    <a:gd name="T14" fmla="*/ 7 w 43"/>
                    <a:gd name="T15" fmla="*/ 4 h 37"/>
                    <a:gd name="T16" fmla="*/ 2 w 43"/>
                    <a:gd name="T17" fmla="*/ 1 h 37"/>
                    <a:gd name="T18" fmla="*/ 0 w 43"/>
                    <a:gd name="T19" fmla="*/ 0 h 37"/>
                    <a:gd name="T20" fmla="*/ 1 w 43"/>
                    <a:gd name="T21" fmla="*/ 0 h 37"/>
                    <a:gd name="T22" fmla="*/ 2 w 43"/>
                    <a:gd name="T23" fmla="*/ 0 h 37"/>
                    <a:gd name="T24" fmla="*/ 8 w 43"/>
                    <a:gd name="T25" fmla="*/ 4 h 37"/>
                    <a:gd name="T26" fmla="*/ 14 w 43"/>
                    <a:gd name="T27" fmla="*/ 11 h 37"/>
                    <a:gd name="T28" fmla="*/ 19 w 43"/>
                    <a:gd name="T29" fmla="*/ 21 h 37"/>
                    <a:gd name="T30" fmla="*/ 23 w 43"/>
                    <a:gd name="T31" fmla="*/ 26 h 37"/>
                    <a:gd name="T32" fmla="*/ 27 w 43"/>
                    <a:gd name="T33" fmla="*/ 30 h 37"/>
                    <a:gd name="T34" fmla="*/ 35 w 43"/>
                    <a:gd name="T35" fmla="*/ 34 h 37"/>
                    <a:gd name="T36" fmla="*/ 41 w 43"/>
                    <a:gd name="T37" fmla="*/ 36 h 37"/>
                    <a:gd name="T38" fmla="*/ 43 w 43"/>
                    <a:gd name="T3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37">
                      <a:moveTo>
                        <a:pt x="43" y="37"/>
                      </a:moveTo>
                      <a:cubicBezTo>
                        <a:pt x="43" y="37"/>
                        <a:pt x="43" y="37"/>
                        <a:pt x="41" y="36"/>
                      </a:cubicBezTo>
                      <a:cubicBezTo>
                        <a:pt x="40" y="36"/>
                        <a:pt x="38" y="35"/>
                        <a:pt x="35" y="34"/>
                      </a:cubicBezTo>
                      <a:cubicBezTo>
                        <a:pt x="32" y="34"/>
                        <a:pt x="29" y="32"/>
                        <a:pt x="26" y="30"/>
                      </a:cubicBezTo>
                      <a:cubicBezTo>
                        <a:pt x="25" y="29"/>
                        <a:pt x="23" y="28"/>
                        <a:pt x="22" y="27"/>
                      </a:cubicBezTo>
                      <a:cubicBezTo>
                        <a:pt x="21" y="25"/>
                        <a:pt x="20" y="24"/>
                        <a:pt x="19" y="22"/>
                      </a:cubicBezTo>
                      <a:cubicBezTo>
                        <a:pt x="16" y="18"/>
                        <a:pt x="15" y="15"/>
                        <a:pt x="13" y="11"/>
                      </a:cubicBezTo>
                      <a:cubicBezTo>
                        <a:pt x="11" y="8"/>
                        <a:pt x="9" y="6"/>
                        <a:pt x="7" y="4"/>
                      </a:cubicBezTo>
                      <a:cubicBezTo>
                        <a:pt x="6" y="2"/>
                        <a:pt x="4" y="1"/>
                        <a:pt x="2" y="1"/>
                      </a:cubicBezTo>
                      <a:cubicBezTo>
                        <a:pt x="1" y="0"/>
                        <a:pt x="0" y="0"/>
                        <a:pt x="0" y="0"/>
                      </a:cubicBezTo>
                      <a:cubicBezTo>
                        <a:pt x="0" y="0"/>
                        <a:pt x="0" y="0"/>
                        <a:pt x="1" y="0"/>
                      </a:cubicBezTo>
                      <a:cubicBezTo>
                        <a:pt x="1" y="0"/>
                        <a:pt x="2" y="0"/>
                        <a:pt x="2" y="0"/>
                      </a:cubicBezTo>
                      <a:cubicBezTo>
                        <a:pt x="4" y="1"/>
                        <a:pt x="6" y="2"/>
                        <a:pt x="8" y="4"/>
                      </a:cubicBezTo>
                      <a:cubicBezTo>
                        <a:pt x="10" y="5"/>
                        <a:pt x="12" y="8"/>
                        <a:pt x="14" y="11"/>
                      </a:cubicBezTo>
                      <a:cubicBezTo>
                        <a:pt x="16" y="14"/>
                        <a:pt x="17" y="18"/>
                        <a:pt x="19" y="21"/>
                      </a:cubicBezTo>
                      <a:cubicBezTo>
                        <a:pt x="20" y="23"/>
                        <a:pt x="21" y="25"/>
                        <a:pt x="23" y="26"/>
                      </a:cubicBezTo>
                      <a:cubicBezTo>
                        <a:pt x="24" y="28"/>
                        <a:pt x="25" y="29"/>
                        <a:pt x="27" y="30"/>
                      </a:cubicBezTo>
                      <a:cubicBezTo>
                        <a:pt x="30" y="32"/>
                        <a:pt x="33" y="33"/>
                        <a:pt x="35" y="34"/>
                      </a:cubicBezTo>
                      <a:cubicBezTo>
                        <a:pt x="38" y="35"/>
                        <a:pt x="40" y="35"/>
                        <a:pt x="41" y="36"/>
                      </a:cubicBezTo>
                      <a:cubicBezTo>
                        <a:pt x="43" y="36"/>
                        <a:pt x="43" y="37"/>
                        <a:pt x="43" y="37"/>
                      </a:cubicBez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25" name="组合 424"/>
              <p:cNvGrpSpPr/>
              <p:nvPr/>
            </p:nvGrpSpPr>
            <p:grpSpPr>
              <a:xfrm>
                <a:off x="4882235" y="3716340"/>
                <a:ext cx="401638" cy="360362"/>
                <a:chOff x="4882235" y="3716340"/>
                <a:chExt cx="401638" cy="360362"/>
              </a:xfrm>
            </p:grpSpPr>
            <p:sp>
              <p:nvSpPr>
                <p:cNvPr id="742" name="任意多边形 1772"/>
                <p:cNvSpPr/>
                <p:nvPr/>
              </p:nvSpPr>
              <p:spPr bwMode="auto">
                <a:xfrm flipH="1">
                  <a:off x="5047335" y="3784602"/>
                  <a:ext cx="236538" cy="236537"/>
                </a:xfrm>
                <a:custGeom>
                  <a:avLst/>
                  <a:gdLst>
                    <a:gd name="T0" fmla="*/ 71 w 91"/>
                    <a:gd name="T1" fmla="*/ 81 h 91"/>
                    <a:gd name="T2" fmla="*/ 70 w 91"/>
                    <a:gd name="T3" fmla="*/ 80 h 91"/>
                    <a:gd name="T4" fmla="*/ 46 w 91"/>
                    <a:gd name="T5" fmla="*/ 87 h 91"/>
                    <a:gd name="T6" fmla="*/ 12 w 91"/>
                    <a:gd name="T7" fmla="*/ 70 h 91"/>
                    <a:gd name="T8" fmla="*/ 4 w 91"/>
                    <a:gd name="T9" fmla="*/ 46 h 91"/>
                    <a:gd name="T10" fmla="*/ 21 w 91"/>
                    <a:gd name="T11" fmla="*/ 12 h 91"/>
                    <a:gd name="T12" fmla="*/ 45 w 91"/>
                    <a:gd name="T13" fmla="*/ 4 h 91"/>
                    <a:gd name="T14" fmla="*/ 79 w 91"/>
                    <a:gd name="T15" fmla="*/ 22 h 91"/>
                    <a:gd name="T16" fmla="*/ 87 w 91"/>
                    <a:gd name="T17" fmla="*/ 46 h 91"/>
                    <a:gd name="T18" fmla="*/ 70 w 91"/>
                    <a:gd name="T19" fmla="*/ 80 h 91"/>
                    <a:gd name="T20" fmla="*/ 71 w 91"/>
                    <a:gd name="T21" fmla="*/ 81 h 91"/>
                    <a:gd name="T22" fmla="*/ 72 w 91"/>
                    <a:gd name="T23" fmla="*/ 83 h 91"/>
                    <a:gd name="T24" fmla="*/ 91 w 91"/>
                    <a:gd name="T25" fmla="*/ 46 h 91"/>
                    <a:gd name="T26" fmla="*/ 83 w 91"/>
                    <a:gd name="T27" fmla="*/ 19 h 91"/>
                    <a:gd name="T28" fmla="*/ 45 w 91"/>
                    <a:gd name="T29" fmla="*/ 0 h 91"/>
                    <a:gd name="T30" fmla="*/ 19 w 91"/>
                    <a:gd name="T31" fmla="*/ 9 h 91"/>
                    <a:gd name="T32" fmla="*/ 0 w 91"/>
                    <a:gd name="T33" fmla="*/ 46 h 91"/>
                    <a:gd name="T34" fmla="*/ 8 w 91"/>
                    <a:gd name="T35" fmla="*/ 72 h 91"/>
                    <a:gd name="T36" fmla="*/ 46 w 91"/>
                    <a:gd name="T37" fmla="*/ 91 h 91"/>
                    <a:gd name="T38" fmla="*/ 72 w 91"/>
                    <a:gd name="T39" fmla="*/ 83 h 91"/>
                    <a:gd name="T40" fmla="*/ 71 w 91"/>
                    <a:gd name="T41" fmla="*/ 8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91">
                      <a:moveTo>
                        <a:pt x="71" y="81"/>
                      </a:moveTo>
                      <a:cubicBezTo>
                        <a:pt x="70" y="80"/>
                        <a:pt x="70" y="80"/>
                        <a:pt x="70" y="80"/>
                      </a:cubicBezTo>
                      <a:cubicBezTo>
                        <a:pt x="62" y="85"/>
                        <a:pt x="54" y="87"/>
                        <a:pt x="46" y="87"/>
                      </a:cubicBezTo>
                      <a:cubicBezTo>
                        <a:pt x="33" y="87"/>
                        <a:pt x="20" y="81"/>
                        <a:pt x="12" y="70"/>
                      </a:cubicBezTo>
                      <a:cubicBezTo>
                        <a:pt x="6" y="63"/>
                        <a:pt x="4" y="54"/>
                        <a:pt x="4" y="46"/>
                      </a:cubicBezTo>
                      <a:cubicBezTo>
                        <a:pt x="4" y="33"/>
                        <a:pt x="10" y="20"/>
                        <a:pt x="21" y="12"/>
                      </a:cubicBezTo>
                      <a:cubicBezTo>
                        <a:pt x="29" y="7"/>
                        <a:pt x="37" y="4"/>
                        <a:pt x="45" y="4"/>
                      </a:cubicBezTo>
                      <a:cubicBezTo>
                        <a:pt x="58" y="4"/>
                        <a:pt x="71" y="10"/>
                        <a:pt x="79" y="22"/>
                      </a:cubicBezTo>
                      <a:cubicBezTo>
                        <a:pt x="85" y="29"/>
                        <a:pt x="87" y="37"/>
                        <a:pt x="87" y="46"/>
                      </a:cubicBezTo>
                      <a:cubicBezTo>
                        <a:pt x="87" y="59"/>
                        <a:pt x="81" y="71"/>
                        <a:pt x="70" y="80"/>
                      </a:cubicBezTo>
                      <a:cubicBezTo>
                        <a:pt x="71" y="81"/>
                        <a:pt x="71" y="81"/>
                        <a:pt x="71" y="81"/>
                      </a:cubicBezTo>
                      <a:cubicBezTo>
                        <a:pt x="72" y="83"/>
                        <a:pt x="72" y="83"/>
                        <a:pt x="72" y="83"/>
                      </a:cubicBezTo>
                      <a:cubicBezTo>
                        <a:pt x="85" y="74"/>
                        <a:pt x="91" y="60"/>
                        <a:pt x="91" y="46"/>
                      </a:cubicBezTo>
                      <a:cubicBezTo>
                        <a:pt x="91" y="37"/>
                        <a:pt x="88" y="27"/>
                        <a:pt x="83" y="19"/>
                      </a:cubicBezTo>
                      <a:cubicBezTo>
                        <a:pt x="74" y="7"/>
                        <a:pt x="60" y="0"/>
                        <a:pt x="45" y="0"/>
                      </a:cubicBezTo>
                      <a:cubicBezTo>
                        <a:pt x="36" y="0"/>
                        <a:pt x="27" y="3"/>
                        <a:pt x="19" y="9"/>
                      </a:cubicBezTo>
                      <a:cubicBezTo>
                        <a:pt x="7" y="18"/>
                        <a:pt x="0" y="32"/>
                        <a:pt x="0" y="46"/>
                      </a:cubicBezTo>
                      <a:cubicBezTo>
                        <a:pt x="0" y="55"/>
                        <a:pt x="3" y="64"/>
                        <a:pt x="8" y="72"/>
                      </a:cubicBezTo>
                      <a:cubicBezTo>
                        <a:pt x="17" y="85"/>
                        <a:pt x="31" y="91"/>
                        <a:pt x="46" y="91"/>
                      </a:cubicBezTo>
                      <a:cubicBezTo>
                        <a:pt x="55" y="91"/>
                        <a:pt x="64" y="89"/>
                        <a:pt x="72" y="83"/>
                      </a:cubicBezTo>
                      <a:lnTo>
                        <a:pt x="71" y="81"/>
                      </a:ln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3" name="任意多边形 1773"/>
                <p:cNvSpPr/>
                <p:nvPr/>
              </p:nvSpPr>
              <p:spPr bwMode="auto">
                <a:xfrm flipH="1">
                  <a:off x="4882235" y="3814765"/>
                  <a:ext cx="261938" cy="261937"/>
                </a:xfrm>
                <a:custGeom>
                  <a:avLst/>
                  <a:gdLst>
                    <a:gd name="T0" fmla="*/ 79 w 101"/>
                    <a:gd name="T1" fmla="*/ 90 h 101"/>
                    <a:gd name="T2" fmla="*/ 78 w 101"/>
                    <a:gd name="T3" fmla="*/ 89 h 101"/>
                    <a:gd name="T4" fmla="*/ 51 w 101"/>
                    <a:gd name="T5" fmla="*/ 97 h 101"/>
                    <a:gd name="T6" fmla="*/ 13 w 101"/>
                    <a:gd name="T7" fmla="*/ 78 h 101"/>
                    <a:gd name="T8" fmla="*/ 4 w 101"/>
                    <a:gd name="T9" fmla="*/ 51 h 101"/>
                    <a:gd name="T10" fmla="*/ 24 w 101"/>
                    <a:gd name="T11" fmla="*/ 13 h 101"/>
                    <a:gd name="T12" fmla="*/ 51 w 101"/>
                    <a:gd name="T13" fmla="*/ 4 h 101"/>
                    <a:gd name="T14" fmla="*/ 89 w 101"/>
                    <a:gd name="T15" fmla="*/ 24 h 101"/>
                    <a:gd name="T16" fmla="*/ 97 w 101"/>
                    <a:gd name="T17" fmla="*/ 51 h 101"/>
                    <a:gd name="T18" fmla="*/ 78 w 101"/>
                    <a:gd name="T19" fmla="*/ 89 h 101"/>
                    <a:gd name="T20" fmla="*/ 79 w 101"/>
                    <a:gd name="T21" fmla="*/ 90 h 101"/>
                    <a:gd name="T22" fmla="*/ 80 w 101"/>
                    <a:gd name="T23" fmla="*/ 92 h 101"/>
                    <a:gd name="T24" fmla="*/ 101 w 101"/>
                    <a:gd name="T25" fmla="*/ 51 h 101"/>
                    <a:gd name="T26" fmla="*/ 92 w 101"/>
                    <a:gd name="T27" fmla="*/ 21 h 101"/>
                    <a:gd name="T28" fmla="*/ 51 w 101"/>
                    <a:gd name="T29" fmla="*/ 0 h 101"/>
                    <a:gd name="T30" fmla="*/ 21 w 101"/>
                    <a:gd name="T31" fmla="*/ 10 h 101"/>
                    <a:gd name="T32" fmla="*/ 0 w 101"/>
                    <a:gd name="T33" fmla="*/ 51 h 101"/>
                    <a:gd name="T34" fmla="*/ 10 w 101"/>
                    <a:gd name="T35" fmla="*/ 80 h 101"/>
                    <a:gd name="T36" fmla="*/ 51 w 101"/>
                    <a:gd name="T37" fmla="*/ 101 h 101"/>
                    <a:gd name="T38" fmla="*/ 80 w 101"/>
                    <a:gd name="T39" fmla="*/ 92 h 101"/>
                    <a:gd name="T40" fmla="*/ 79 w 101"/>
                    <a:gd name="T41" fmla="*/ 9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101">
                      <a:moveTo>
                        <a:pt x="79" y="90"/>
                      </a:moveTo>
                      <a:cubicBezTo>
                        <a:pt x="78" y="89"/>
                        <a:pt x="78" y="89"/>
                        <a:pt x="78" y="89"/>
                      </a:cubicBezTo>
                      <a:cubicBezTo>
                        <a:pt x="70" y="94"/>
                        <a:pt x="60" y="97"/>
                        <a:pt x="51" y="97"/>
                      </a:cubicBezTo>
                      <a:cubicBezTo>
                        <a:pt x="36" y="97"/>
                        <a:pt x="22" y="91"/>
                        <a:pt x="13" y="78"/>
                      </a:cubicBezTo>
                      <a:cubicBezTo>
                        <a:pt x="7" y="70"/>
                        <a:pt x="4" y="60"/>
                        <a:pt x="4" y="51"/>
                      </a:cubicBezTo>
                      <a:cubicBezTo>
                        <a:pt x="4" y="36"/>
                        <a:pt x="11" y="22"/>
                        <a:pt x="24" y="13"/>
                      </a:cubicBezTo>
                      <a:cubicBezTo>
                        <a:pt x="32" y="7"/>
                        <a:pt x="41" y="4"/>
                        <a:pt x="51" y="4"/>
                      </a:cubicBezTo>
                      <a:cubicBezTo>
                        <a:pt x="65" y="4"/>
                        <a:pt x="79" y="11"/>
                        <a:pt x="89" y="24"/>
                      </a:cubicBezTo>
                      <a:cubicBezTo>
                        <a:pt x="94" y="32"/>
                        <a:pt x="97" y="41"/>
                        <a:pt x="97" y="51"/>
                      </a:cubicBezTo>
                      <a:cubicBezTo>
                        <a:pt x="97" y="65"/>
                        <a:pt x="91" y="80"/>
                        <a:pt x="78" y="89"/>
                      </a:cubicBezTo>
                      <a:cubicBezTo>
                        <a:pt x="79" y="90"/>
                        <a:pt x="79" y="90"/>
                        <a:pt x="79" y="90"/>
                      </a:cubicBezTo>
                      <a:cubicBezTo>
                        <a:pt x="80" y="92"/>
                        <a:pt x="80" y="92"/>
                        <a:pt x="80" y="92"/>
                      </a:cubicBezTo>
                      <a:cubicBezTo>
                        <a:pt x="94" y="82"/>
                        <a:pt x="101" y="67"/>
                        <a:pt x="101" y="51"/>
                      </a:cubicBezTo>
                      <a:cubicBezTo>
                        <a:pt x="101" y="41"/>
                        <a:pt x="98" y="30"/>
                        <a:pt x="92" y="21"/>
                      </a:cubicBezTo>
                      <a:cubicBezTo>
                        <a:pt x="82" y="8"/>
                        <a:pt x="66" y="0"/>
                        <a:pt x="51" y="0"/>
                      </a:cubicBezTo>
                      <a:cubicBezTo>
                        <a:pt x="41" y="0"/>
                        <a:pt x="30" y="4"/>
                        <a:pt x="21" y="10"/>
                      </a:cubicBezTo>
                      <a:cubicBezTo>
                        <a:pt x="8" y="20"/>
                        <a:pt x="0" y="35"/>
                        <a:pt x="0" y="51"/>
                      </a:cubicBezTo>
                      <a:cubicBezTo>
                        <a:pt x="0" y="61"/>
                        <a:pt x="3" y="71"/>
                        <a:pt x="10" y="80"/>
                      </a:cubicBezTo>
                      <a:cubicBezTo>
                        <a:pt x="20" y="94"/>
                        <a:pt x="35" y="101"/>
                        <a:pt x="51" y="101"/>
                      </a:cubicBezTo>
                      <a:cubicBezTo>
                        <a:pt x="61" y="101"/>
                        <a:pt x="71" y="98"/>
                        <a:pt x="80" y="92"/>
                      </a:cubicBezTo>
                      <a:lnTo>
                        <a:pt x="79" y="90"/>
                      </a:ln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4" name="任意多边形 1774"/>
                <p:cNvSpPr/>
                <p:nvPr/>
              </p:nvSpPr>
              <p:spPr bwMode="auto">
                <a:xfrm flipH="1">
                  <a:off x="5055273" y="3851277"/>
                  <a:ext cx="65088" cy="28575"/>
                </a:xfrm>
                <a:custGeom>
                  <a:avLst/>
                  <a:gdLst>
                    <a:gd name="T0" fmla="*/ 22 w 25"/>
                    <a:gd name="T1" fmla="*/ 0 h 11"/>
                    <a:gd name="T2" fmla="*/ 2 w 25"/>
                    <a:gd name="T3" fmla="*/ 7 h 11"/>
                    <a:gd name="T4" fmla="*/ 0 w 25"/>
                    <a:gd name="T5" fmla="*/ 10 h 11"/>
                    <a:gd name="T6" fmla="*/ 3 w 25"/>
                    <a:gd name="T7" fmla="*/ 11 h 11"/>
                    <a:gd name="T8" fmla="*/ 23 w 25"/>
                    <a:gd name="T9" fmla="*/ 4 h 11"/>
                    <a:gd name="T10" fmla="*/ 24 w 25"/>
                    <a:gd name="T11" fmla="*/ 1 h 11"/>
                    <a:gd name="T12" fmla="*/ 22 w 25"/>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25" h="11">
                      <a:moveTo>
                        <a:pt x="22" y="0"/>
                      </a:moveTo>
                      <a:cubicBezTo>
                        <a:pt x="2" y="7"/>
                        <a:pt x="2" y="7"/>
                        <a:pt x="2" y="7"/>
                      </a:cubicBezTo>
                      <a:cubicBezTo>
                        <a:pt x="0" y="8"/>
                        <a:pt x="0" y="9"/>
                        <a:pt x="0" y="10"/>
                      </a:cubicBezTo>
                      <a:cubicBezTo>
                        <a:pt x="1" y="11"/>
                        <a:pt x="2" y="11"/>
                        <a:pt x="3" y="11"/>
                      </a:cubicBezTo>
                      <a:cubicBezTo>
                        <a:pt x="23" y="4"/>
                        <a:pt x="23" y="4"/>
                        <a:pt x="23" y="4"/>
                      </a:cubicBezTo>
                      <a:cubicBezTo>
                        <a:pt x="24" y="3"/>
                        <a:pt x="25" y="2"/>
                        <a:pt x="24" y="1"/>
                      </a:cubicBezTo>
                      <a:cubicBezTo>
                        <a:pt x="24" y="0"/>
                        <a:pt x="23" y="0"/>
                        <a:pt x="22" y="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5" name="任意多边形 1775"/>
                <p:cNvSpPr/>
                <p:nvPr/>
              </p:nvSpPr>
              <p:spPr bwMode="auto">
                <a:xfrm flipH="1">
                  <a:off x="5050511" y="3871915"/>
                  <a:ext cx="85725" cy="39687"/>
                </a:xfrm>
                <a:custGeom>
                  <a:avLst/>
                  <a:gdLst>
                    <a:gd name="T0" fmla="*/ 30 w 33"/>
                    <a:gd name="T1" fmla="*/ 0 h 15"/>
                    <a:gd name="T2" fmla="*/ 2 w 33"/>
                    <a:gd name="T3" fmla="*/ 11 h 15"/>
                    <a:gd name="T4" fmla="*/ 0 w 33"/>
                    <a:gd name="T5" fmla="*/ 13 h 15"/>
                    <a:gd name="T6" fmla="*/ 3 w 33"/>
                    <a:gd name="T7" fmla="*/ 14 h 15"/>
                    <a:gd name="T8" fmla="*/ 32 w 33"/>
                    <a:gd name="T9" fmla="*/ 4 h 15"/>
                    <a:gd name="T10" fmla="*/ 33 w 33"/>
                    <a:gd name="T11" fmla="*/ 1 h 15"/>
                    <a:gd name="T12" fmla="*/ 30 w 3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33" h="15">
                      <a:moveTo>
                        <a:pt x="30" y="0"/>
                      </a:moveTo>
                      <a:cubicBezTo>
                        <a:pt x="2" y="11"/>
                        <a:pt x="2" y="11"/>
                        <a:pt x="2" y="11"/>
                      </a:cubicBezTo>
                      <a:cubicBezTo>
                        <a:pt x="0" y="11"/>
                        <a:pt x="0" y="12"/>
                        <a:pt x="0" y="13"/>
                      </a:cubicBezTo>
                      <a:cubicBezTo>
                        <a:pt x="1" y="14"/>
                        <a:pt x="2" y="15"/>
                        <a:pt x="3" y="14"/>
                      </a:cubicBezTo>
                      <a:cubicBezTo>
                        <a:pt x="32" y="4"/>
                        <a:pt x="32" y="4"/>
                        <a:pt x="32" y="4"/>
                      </a:cubicBezTo>
                      <a:cubicBezTo>
                        <a:pt x="33" y="4"/>
                        <a:pt x="33" y="2"/>
                        <a:pt x="33" y="1"/>
                      </a:cubicBezTo>
                      <a:cubicBezTo>
                        <a:pt x="33" y="0"/>
                        <a:pt x="31" y="0"/>
                        <a:pt x="30" y="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6" name="任意多边形 1776"/>
                <p:cNvSpPr/>
                <p:nvPr/>
              </p:nvSpPr>
              <p:spPr bwMode="auto">
                <a:xfrm flipH="1">
                  <a:off x="5047335" y="3898902"/>
                  <a:ext cx="93663" cy="42862"/>
                </a:xfrm>
                <a:custGeom>
                  <a:avLst/>
                  <a:gdLst>
                    <a:gd name="T0" fmla="*/ 33 w 36"/>
                    <a:gd name="T1" fmla="*/ 0 h 17"/>
                    <a:gd name="T2" fmla="*/ 1 w 36"/>
                    <a:gd name="T3" fmla="*/ 13 h 17"/>
                    <a:gd name="T4" fmla="*/ 0 w 36"/>
                    <a:gd name="T5" fmla="*/ 15 h 17"/>
                    <a:gd name="T6" fmla="*/ 3 w 36"/>
                    <a:gd name="T7" fmla="*/ 16 h 17"/>
                    <a:gd name="T8" fmla="*/ 35 w 36"/>
                    <a:gd name="T9" fmla="*/ 4 h 17"/>
                    <a:gd name="T10" fmla="*/ 36 w 36"/>
                    <a:gd name="T11" fmla="*/ 1 h 17"/>
                    <a:gd name="T12" fmla="*/ 33 w 36"/>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36" h="17">
                      <a:moveTo>
                        <a:pt x="33" y="0"/>
                      </a:moveTo>
                      <a:cubicBezTo>
                        <a:pt x="1" y="13"/>
                        <a:pt x="1" y="13"/>
                        <a:pt x="1" y="13"/>
                      </a:cubicBezTo>
                      <a:cubicBezTo>
                        <a:pt x="0" y="13"/>
                        <a:pt x="0" y="14"/>
                        <a:pt x="0" y="15"/>
                      </a:cubicBezTo>
                      <a:cubicBezTo>
                        <a:pt x="0" y="16"/>
                        <a:pt x="2" y="17"/>
                        <a:pt x="3" y="16"/>
                      </a:cubicBezTo>
                      <a:cubicBezTo>
                        <a:pt x="35" y="4"/>
                        <a:pt x="35" y="4"/>
                        <a:pt x="35" y="4"/>
                      </a:cubicBezTo>
                      <a:cubicBezTo>
                        <a:pt x="36" y="4"/>
                        <a:pt x="36" y="2"/>
                        <a:pt x="36" y="1"/>
                      </a:cubicBezTo>
                      <a:cubicBezTo>
                        <a:pt x="36" y="0"/>
                        <a:pt x="34" y="0"/>
                        <a:pt x="33" y="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7" name="任意多边形 1777"/>
                <p:cNvSpPr/>
                <p:nvPr/>
              </p:nvSpPr>
              <p:spPr bwMode="auto">
                <a:xfrm flipH="1">
                  <a:off x="5053685" y="3932240"/>
                  <a:ext cx="87313" cy="46037"/>
                </a:xfrm>
                <a:custGeom>
                  <a:avLst/>
                  <a:gdLst>
                    <a:gd name="T0" fmla="*/ 31 w 34"/>
                    <a:gd name="T1" fmla="*/ 1 h 18"/>
                    <a:gd name="T2" fmla="*/ 2 w 34"/>
                    <a:gd name="T3" fmla="*/ 14 h 18"/>
                    <a:gd name="T4" fmla="*/ 1 w 34"/>
                    <a:gd name="T5" fmla="*/ 17 h 18"/>
                    <a:gd name="T6" fmla="*/ 3 w 34"/>
                    <a:gd name="T7" fmla="*/ 18 h 18"/>
                    <a:gd name="T8" fmla="*/ 33 w 34"/>
                    <a:gd name="T9" fmla="*/ 5 h 18"/>
                    <a:gd name="T10" fmla="*/ 34 w 34"/>
                    <a:gd name="T11" fmla="*/ 2 h 18"/>
                    <a:gd name="T12" fmla="*/ 31 w 34"/>
                    <a:gd name="T13" fmla="*/ 1 h 18"/>
                  </a:gdLst>
                  <a:ahLst/>
                  <a:cxnLst>
                    <a:cxn ang="0">
                      <a:pos x="T0" y="T1"/>
                    </a:cxn>
                    <a:cxn ang="0">
                      <a:pos x="T2" y="T3"/>
                    </a:cxn>
                    <a:cxn ang="0">
                      <a:pos x="T4" y="T5"/>
                    </a:cxn>
                    <a:cxn ang="0">
                      <a:pos x="T6" y="T7"/>
                    </a:cxn>
                    <a:cxn ang="0">
                      <a:pos x="T8" y="T9"/>
                    </a:cxn>
                    <a:cxn ang="0">
                      <a:pos x="T10" y="T11"/>
                    </a:cxn>
                    <a:cxn ang="0">
                      <a:pos x="T12" y="T13"/>
                    </a:cxn>
                  </a:cxnLst>
                  <a:rect l="0" t="0" r="r" b="b"/>
                  <a:pathLst>
                    <a:path w="34" h="18">
                      <a:moveTo>
                        <a:pt x="31" y="1"/>
                      </a:moveTo>
                      <a:cubicBezTo>
                        <a:pt x="2" y="14"/>
                        <a:pt x="2" y="14"/>
                        <a:pt x="2" y="14"/>
                      </a:cubicBezTo>
                      <a:cubicBezTo>
                        <a:pt x="1" y="15"/>
                        <a:pt x="0" y="16"/>
                        <a:pt x="1" y="17"/>
                      </a:cubicBezTo>
                      <a:cubicBezTo>
                        <a:pt x="1" y="18"/>
                        <a:pt x="2" y="18"/>
                        <a:pt x="3" y="18"/>
                      </a:cubicBezTo>
                      <a:cubicBezTo>
                        <a:pt x="33" y="5"/>
                        <a:pt x="33" y="5"/>
                        <a:pt x="33" y="5"/>
                      </a:cubicBezTo>
                      <a:cubicBezTo>
                        <a:pt x="34" y="4"/>
                        <a:pt x="34" y="3"/>
                        <a:pt x="34" y="2"/>
                      </a:cubicBezTo>
                      <a:cubicBezTo>
                        <a:pt x="33" y="1"/>
                        <a:pt x="32" y="0"/>
                        <a:pt x="31" y="1"/>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8" name="任意多边形 1778"/>
                <p:cNvSpPr/>
                <p:nvPr/>
              </p:nvSpPr>
              <p:spPr bwMode="auto">
                <a:xfrm flipH="1">
                  <a:off x="5066386" y="3960815"/>
                  <a:ext cx="69850" cy="36512"/>
                </a:xfrm>
                <a:custGeom>
                  <a:avLst/>
                  <a:gdLst>
                    <a:gd name="T0" fmla="*/ 24 w 27"/>
                    <a:gd name="T1" fmla="*/ 0 h 14"/>
                    <a:gd name="T2" fmla="*/ 2 w 27"/>
                    <a:gd name="T3" fmla="*/ 10 h 14"/>
                    <a:gd name="T4" fmla="*/ 0 w 27"/>
                    <a:gd name="T5" fmla="*/ 12 h 14"/>
                    <a:gd name="T6" fmla="*/ 3 w 27"/>
                    <a:gd name="T7" fmla="*/ 13 h 14"/>
                    <a:gd name="T8" fmla="*/ 25 w 27"/>
                    <a:gd name="T9" fmla="*/ 4 h 14"/>
                    <a:gd name="T10" fmla="*/ 27 w 27"/>
                    <a:gd name="T11" fmla="*/ 1 h 14"/>
                    <a:gd name="T12" fmla="*/ 24 w 27"/>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7" h="14">
                      <a:moveTo>
                        <a:pt x="24" y="0"/>
                      </a:moveTo>
                      <a:cubicBezTo>
                        <a:pt x="2" y="10"/>
                        <a:pt x="2" y="10"/>
                        <a:pt x="2" y="10"/>
                      </a:cubicBezTo>
                      <a:cubicBezTo>
                        <a:pt x="1" y="10"/>
                        <a:pt x="0" y="11"/>
                        <a:pt x="0" y="12"/>
                      </a:cubicBezTo>
                      <a:cubicBezTo>
                        <a:pt x="1" y="13"/>
                        <a:pt x="2" y="14"/>
                        <a:pt x="3" y="13"/>
                      </a:cubicBezTo>
                      <a:cubicBezTo>
                        <a:pt x="25" y="4"/>
                        <a:pt x="25" y="4"/>
                        <a:pt x="25" y="4"/>
                      </a:cubicBezTo>
                      <a:cubicBezTo>
                        <a:pt x="26" y="4"/>
                        <a:pt x="27" y="3"/>
                        <a:pt x="27" y="1"/>
                      </a:cubicBezTo>
                      <a:cubicBezTo>
                        <a:pt x="26" y="0"/>
                        <a:pt x="25" y="0"/>
                        <a:pt x="24" y="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9" name="任意多边形 1779"/>
                <p:cNvSpPr/>
                <p:nvPr/>
              </p:nvSpPr>
              <p:spPr bwMode="auto">
                <a:xfrm flipH="1">
                  <a:off x="5098135" y="3716340"/>
                  <a:ext cx="61913" cy="55562"/>
                </a:xfrm>
                <a:custGeom>
                  <a:avLst/>
                  <a:gdLst>
                    <a:gd name="T0" fmla="*/ 21 w 24"/>
                    <a:gd name="T1" fmla="*/ 5 h 21"/>
                    <a:gd name="T2" fmla="*/ 19 w 24"/>
                    <a:gd name="T3" fmla="*/ 3 h 21"/>
                    <a:gd name="T4" fmla="*/ 11 w 24"/>
                    <a:gd name="T5" fmla="*/ 0 h 21"/>
                    <a:gd name="T6" fmla="*/ 4 w 24"/>
                    <a:gd name="T7" fmla="*/ 2 h 21"/>
                    <a:gd name="T8" fmla="*/ 1 w 24"/>
                    <a:gd name="T9" fmla="*/ 9 h 21"/>
                    <a:gd name="T10" fmla="*/ 0 w 24"/>
                    <a:gd name="T11" fmla="*/ 10 h 21"/>
                    <a:gd name="T12" fmla="*/ 2 w 24"/>
                    <a:gd name="T13" fmla="*/ 15 h 21"/>
                    <a:gd name="T14" fmla="*/ 6 w 24"/>
                    <a:gd name="T15" fmla="*/ 16 h 21"/>
                    <a:gd name="T16" fmla="*/ 16 w 24"/>
                    <a:gd name="T17" fmla="*/ 13 h 21"/>
                    <a:gd name="T18" fmla="*/ 23 w 24"/>
                    <a:gd name="T19" fmla="*/ 7 h 21"/>
                    <a:gd name="T20" fmla="*/ 22 w 24"/>
                    <a:gd name="T21" fmla="*/ 6 h 21"/>
                    <a:gd name="T22" fmla="*/ 20 w 24"/>
                    <a:gd name="T23" fmla="*/ 4 h 21"/>
                    <a:gd name="T24" fmla="*/ 17 w 24"/>
                    <a:gd name="T25" fmla="*/ 9 h 21"/>
                    <a:gd name="T26" fmla="*/ 15 w 24"/>
                    <a:gd name="T27" fmla="*/ 13 h 21"/>
                    <a:gd name="T28" fmla="*/ 14 w 24"/>
                    <a:gd name="T29" fmla="*/ 17 h 21"/>
                    <a:gd name="T30" fmla="*/ 15 w 24"/>
                    <a:gd name="T31" fmla="*/ 19 h 21"/>
                    <a:gd name="T32" fmla="*/ 16 w 24"/>
                    <a:gd name="T33" fmla="*/ 20 h 21"/>
                    <a:gd name="T34" fmla="*/ 19 w 24"/>
                    <a:gd name="T35" fmla="*/ 20 h 21"/>
                    <a:gd name="T36" fmla="*/ 18 w 24"/>
                    <a:gd name="T37" fmla="*/ 17 h 21"/>
                    <a:gd name="T38" fmla="*/ 18 w 24"/>
                    <a:gd name="T39" fmla="*/ 17 h 21"/>
                    <a:gd name="T40" fmla="*/ 18 w 24"/>
                    <a:gd name="T41" fmla="*/ 17 h 21"/>
                    <a:gd name="T42" fmla="*/ 18 w 24"/>
                    <a:gd name="T43" fmla="*/ 17 h 21"/>
                    <a:gd name="T44" fmla="*/ 18 w 24"/>
                    <a:gd name="T45" fmla="*/ 17 h 21"/>
                    <a:gd name="T46" fmla="*/ 18 w 24"/>
                    <a:gd name="T47" fmla="*/ 17 h 21"/>
                    <a:gd name="T48" fmla="*/ 18 w 24"/>
                    <a:gd name="T49" fmla="*/ 17 h 21"/>
                    <a:gd name="T50" fmla="*/ 18 w 24"/>
                    <a:gd name="T51" fmla="*/ 17 h 21"/>
                    <a:gd name="T52" fmla="*/ 19 w 24"/>
                    <a:gd name="T53" fmla="*/ 14 h 21"/>
                    <a:gd name="T54" fmla="*/ 22 w 24"/>
                    <a:gd name="T55" fmla="*/ 9 h 21"/>
                    <a:gd name="T56" fmla="*/ 23 w 24"/>
                    <a:gd name="T57" fmla="*/ 7 h 21"/>
                    <a:gd name="T58" fmla="*/ 23 w 24"/>
                    <a:gd name="T59" fmla="*/ 7 h 21"/>
                    <a:gd name="T60" fmla="*/ 23 w 24"/>
                    <a:gd name="T61" fmla="*/ 4 h 21"/>
                    <a:gd name="T62" fmla="*/ 20 w 24"/>
                    <a:gd name="T63" fmla="*/ 4 h 21"/>
                    <a:gd name="T64" fmla="*/ 14 w 24"/>
                    <a:gd name="T65" fmla="*/ 10 h 21"/>
                    <a:gd name="T66" fmla="*/ 6 w 24"/>
                    <a:gd name="T67" fmla="*/ 12 h 21"/>
                    <a:gd name="T68" fmla="*/ 5 w 24"/>
                    <a:gd name="T69" fmla="*/ 12 h 21"/>
                    <a:gd name="T70" fmla="*/ 4 w 24"/>
                    <a:gd name="T71" fmla="*/ 10 h 21"/>
                    <a:gd name="T72" fmla="*/ 5 w 24"/>
                    <a:gd name="T73" fmla="*/ 9 h 21"/>
                    <a:gd name="T74" fmla="*/ 7 w 24"/>
                    <a:gd name="T75" fmla="*/ 5 h 21"/>
                    <a:gd name="T76" fmla="*/ 11 w 24"/>
                    <a:gd name="T77" fmla="*/ 4 h 21"/>
                    <a:gd name="T78" fmla="*/ 15 w 24"/>
                    <a:gd name="T79" fmla="*/ 5 h 21"/>
                    <a:gd name="T80" fmla="*/ 16 w 24"/>
                    <a:gd name="T81" fmla="*/ 6 h 21"/>
                    <a:gd name="T82" fmla="*/ 17 w 24"/>
                    <a:gd name="T83" fmla="*/ 6 h 21"/>
                    <a:gd name="T84" fmla="*/ 17 w 24"/>
                    <a:gd name="T85" fmla="*/ 6 h 21"/>
                    <a:gd name="T86" fmla="*/ 19 w 24"/>
                    <a:gd name="T87" fmla="*/ 7 h 21"/>
                    <a:gd name="T88" fmla="*/ 21 w 24"/>
                    <a:gd name="T89"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 h="21">
                      <a:moveTo>
                        <a:pt x="21" y="5"/>
                      </a:moveTo>
                      <a:cubicBezTo>
                        <a:pt x="20" y="4"/>
                        <a:pt x="20" y="3"/>
                        <a:pt x="19" y="3"/>
                      </a:cubicBezTo>
                      <a:cubicBezTo>
                        <a:pt x="17" y="1"/>
                        <a:pt x="14" y="0"/>
                        <a:pt x="11" y="0"/>
                      </a:cubicBezTo>
                      <a:cubicBezTo>
                        <a:pt x="9" y="0"/>
                        <a:pt x="6" y="1"/>
                        <a:pt x="4" y="2"/>
                      </a:cubicBezTo>
                      <a:cubicBezTo>
                        <a:pt x="2" y="3"/>
                        <a:pt x="1" y="6"/>
                        <a:pt x="1" y="9"/>
                      </a:cubicBezTo>
                      <a:cubicBezTo>
                        <a:pt x="0" y="10"/>
                        <a:pt x="0" y="10"/>
                        <a:pt x="0" y="10"/>
                      </a:cubicBezTo>
                      <a:cubicBezTo>
                        <a:pt x="0" y="12"/>
                        <a:pt x="1" y="14"/>
                        <a:pt x="2" y="15"/>
                      </a:cubicBezTo>
                      <a:cubicBezTo>
                        <a:pt x="3" y="16"/>
                        <a:pt x="5" y="16"/>
                        <a:pt x="6" y="16"/>
                      </a:cubicBezTo>
                      <a:cubicBezTo>
                        <a:pt x="9" y="16"/>
                        <a:pt x="13" y="15"/>
                        <a:pt x="16" y="13"/>
                      </a:cubicBezTo>
                      <a:cubicBezTo>
                        <a:pt x="19" y="11"/>
                        <a:pt x="22" y="9"/>
                        <a:pt x="23" y="7"/>
                      </a:cubicBezTo>
                      <a:cubicBezTo>
                        <a:pt x="22" y="6"/>
                        <a:pt x="22" y="6"/>
                        <a:pt x="22" y="6"/>
                      </a:cubicBezTo>
                      <a:cubicBezTo>
                        <a:pt x="20" y="4"/>
                        <a:pt x="20" y="4"/>
                        <a:pt x="20" y="4"/>
                      </a:cubicBezTo>
                      <a:cubicBezTo>
                        <a:pt x="20" y="4"/>
                        <a:pt x="19" y="6"/>
                        <a:pt x="17" y="9"/>
                      </a:cubicBezTo>
                      <a:cubicBezTo>
                        <a:pt x="17" y="10"/>
                        <a:pt x="16" y="11"/>
                        <a:pt x="15" y="13"/>
                      </a:cubicBezTo>
                      <a:cubicBezTo>
                        <a:pt x="15" y="14"/>
                        <a:pt x="14" y="15"/>
                        <a:pt x="14" y="17"/>
                      </a:cubicBezTo>
                      <a:cubicBezTo>
                        <a:pt x="14" y="17"/>
                        <a:pt x="14" y="18"/>
                        <a:pt x="15" y="19"/>
                      </a:cubicBezTo>
                      <a:cubicBezTo>
                        <a:pt x="15" y="19"/>
                        <a:pt x="16" y="20"/>
                        <a:pt x="16" y="20"/>
                      </a:cubicBezTo>
                      <a:cubicBezTo>
                        <a:pt x="17" y="21"/>
                        <a:pt x="18" y="20"/>
                        <a:pt x="19" y="20"/>
                      </a:cubicBezTo>
                      <a:cubicBezTo>
                        <a:pt x="19" y="19"/>
                        <a:pt x="19" y="17"/>
                        <a:pt x="18" y="17"/>
                      </a:cubicBezTo>
                      <a:cubicBezTo>
                        <a:pt x="18" y="17"/>
                        <a:pt x="18" y="17"/>
                        <a:pt x="18" y="17"/>
                      </a:cubicBezTo>
                      <a:cubicBezTo>
                        <a:pt x="18" y="17"/>
                        <a:pt x="18" y="17"/>
                        <a:pt x="18" y="17"/>
                      </a:cubicBezTo>
                      <a:cubicBezTo>
                        <a:pt x="18" y="17"/>
                        <a:pt x="18" y="17"/>
                        <a:pt x="18" y="17"/>
                      </a:cubicBezTo>
                      <a:cubicBezTo>
                        <a:pt x="18" y="17"/>
                        <a:pt x="18" y="17"/>
                        <a:pt x="18" y="17"/>
                      </a:cubicBezTo>
                      <a:cubicBezTo>
                        <a:pt x="18" y="17"/>
                        <a:pt x="18" y="17"/>
                        <a:pt x="18" y="17"/>
                      </a:cubicBezTo>
                      <a:cubicBezTo>
                        <a:pt x="18" y="17"/>
                        <a:pt x="18" y="17"/>
                        <a:pt x="18" y="17"/>
                      </a:cubicBezTo>
                      <a:cubicBezTo>
                        <a:pt x="18" y="17"/>
                        <a:pt x="18" y="17"/>
                        <a:pt x="18" y="17"/>
                      </a:cubicBezTo>
                      <a:cubicBezTo>
                        <a:pt x="18" y="16"/>
                        <a:pt x="19" y="15"/>
                        <a:pt x="19" y="14"/>
                      </a:cubicBezTo>
                      <a:cubicBezTo>
                        <a:pt x="20" y="12"/>
                        <a:pt x="21" y="11"/>
                        <a:pt x="22" y="9"/>
                      </a:cubicBezTo>
                      <a:cubicBezTo>
                        <a:pt x="22" y="8"/>
                        <a:pt x="23" y="8"/>
                        <a:pt x="23" y="7"/>
                      </a:cubicBezTo>
                      <a:cubicBezTo>
                        <a:pt x="23" y="7"/>
                        <a:pt x="23" y="7"/>
                        <a:pt x="23" y="7"/>
                      </a:cubicBezTo>
                      <a:cubicBezTo>
                        <a:pt x="24" y="6"/>
                        <a:pt x="24" y="5"/>
                        <a:pt x="23" y="4"/>
                      </a:cubicBezTo>
                      <a:cubicBezTo>
                        <a:pt x="22" y="3"/>
                        <a:pt x="21" y="3"/>
                        <a:pt x="20" y="4"/>
                      </a:cubicBezTo>
                      <a:cubicBezTo>
                        <a:pt x="19" y="6"/>
                        <a:pt x="17" y="8"/>
                        <a:pt x="14" y="10"/>
                      </a:cubicBezTo>
                      <a:cubicBezTo>
                        <a:pt x="11" y="11"/>
                        <a:pt x="8" y="12"/>
                        <a:pt x="6" y="12"/>
                      </a:cubicBezTo>
                      <a:cubicBezTo>
                        <a:pt x="6" y="12"/>
                        <a:pt x="5" y="12"/>
                        <a:pt x="5" y="12"/>
                      </a:cubicBezTo>
                      <a:cubicBezTo>
                        <a:pt x="5" y="12"/>
                        <a:pt x="5" y="11"/>
                        <a:pt x="4" y="10"/>
                      </a:cubicBezTo>
                      <a:cubicBezTo>
                        <a:pt x="5" y="9"/>
                        <a:pt x="5" y="9"/>
                        <a:pt x="5" y="9"/>
                      </a:cubicBezTo>
                      <a:cubicBezTo>
                        <a:pt x="5" y="7"/>
                        <a:pt x="5" y="6"/>
                        <a:pt x="7" y="5"/>
                      </a:cubicBezTo>
                      <a:cubicBezTo>
                        <a:pt x="8" y="4"/>
                        <a:pt x="9" y="4"/>
                        <a:pt x="11" y="4"/>
                      </a:cubicBezTo>
                      <a:cubicBezTo>
                        <a:pt x="12" y="4"/>
                        <a:pt x="14" y="4"/>
                        <a:pt x="15" y="5"/>
                      </a:cubicBezTo>
                      <a:cubicBezTo>
                        <a:pt x="16" y="5"/>
                        <a:pt x="16" y="5"/>
                        <a:pt x="16" y="6"/>
                      </a:cubicBezTo>
                      <a:cubicBezTo>
                        <a:pt x="17" y="6"/>
                        <a:pt x="17" y="6"/>
                        <a:pt x="17" y="6"/>
                      </a:cubicBezTo>
                      <a:cubicBezTo>
                        <a:pt x="17" y="6"/>
                        <a:pt x="17" y="6"/>
                        <a:pt x="17" y="6"/>
                      </a:cubicBezTo>
                      <a:cubicBezTo>
                        <a:pt x="17" y="7"/>
                        <a:pt x="18" y="8"/>
                        <a:pt x="19" y="7"/>
                      </a:cubicBezTo>
                      <a:cubicBezTo>
                        <a:pt x="20" y="7"/>
                        <a:pt x="21" y="6"/>
                        <a:pt x="21" y="5"/>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50" name="任意多边形 1780"/>
                <p:cNvSpPr/>
                <p:nvPr/>
              </p:nvSpPr>
              <p:spPr bwMode="auto">
                <a:xfrm flipH="1">
                  <a:off x="4891760" y="3757615"/>
                  <a:ext cx="55563" cy="80962"/>
                </a:xfrm>
                <a:custGeom>
                  <a:avLst/>
                  <a:gdLst>
                    <a:gd name="T0" fmla="*/ 13 w 21"/>
                    <a:gd name="T1" fmla="*/ 2 h 31"/>
                    <a:gd name="T2" fmla="*/ 1 w 21"/>
                    <a:gd name="T3" fmla="*/ 28 h 31"/>
                    <a:gd name="T4" fmla="*/ 2 w 21"/>
                    <a:gd name="T5" fmla="*/ 30 h 31"/>
                    <a:gd name="T6" fmla="*/ 4 w 21"/>
                    <a:gd name="T7" fmla="*/ 29 h 31"/>
                    <a:gd name="T8" fmla="*/ 4 w 21"/>
                    <a:gd name="T9" fmla="*/ 29 h 31"/>
                    <a:gd name="T10" fmla="*/ 8 w 21"/>
                    <a:gd name="T11" fmla="*/ 23 h 31"/>
                    <a:gd name="T12" fmla="*/ 12 w 21"/>
                    <a:gd name="T13" fmla="*/ 20 h 31"/>
                    <a:gd name="T14" fmla="*/ 15 w 21"/>
                    <a:gd name="T15" fmla="*/ 19 h 31"/>
                    <a:gd name="T16" fmla="*/ 15 w 21"/>
                    <a:gd name="T17" fmla="*/ 19 h 31"/>
                    <a:gd name="T18" fmla="*/ 17 w 21"/>
                    <a:gd name="T19" fmla="*/ 20 h 31"/>
                    <a:gd name="T20" fmla="*/ 17 w 21"/>
                    <a:gd name="T21" fmla="*/ 21 h 31"/>
                    <a:gd name="T22" fmla="*/ 16 w 21"/>
                    <a:gd name="T23" fmla="*/ 24 h 31"/>
                    <a:gd name="T24" fmla="*/ 12 w 21"/>
                    <a:gd name="T25" fmla="*/ 26 h 31"/>
                    <a:gd name="T26" fmla="*/ 9 w 21"/>
                    <a:gd name="T27" fmla="*/ 25 h 31"/>
                    <a:gd name="T28" fmla="*/ 6 w 21"/>
                    <a:gd name="T29" fmla="*/ 26 h 31"/>
                    <a:gd name="T30" fmla="*/ 7 w 21"/>
                    <a:gd name="T31" fmla="*/ 28 h 31"/>
                    <a:gd name="T32" fmla="*/ 12 w 21"/>
                    <a:gd name="T33" fmla="*/ 30 h 31"/>
                    <a:gd name="T34" fmla="*/ 19 w 21"/>
                    <a:gd name="T35" fmla="*/ 27 h 31"/>
                    <a:gd name="T36" fmla="*/ 21 w 21"/>
                    <a:gd name="T37" fmla="*/ 21 h 31"/>
                    <a:gd name="T38" fmla="*/ 20 w 21"/>
                    <a:gd name="T39" fmla="*/ 17 h 31"/>
                    <a:gd name="T40" fmla="*/ 16 w 21"/>
                    <a:gd name="T41" fmla="*/ 15 h 31"/>
                    <a:gd name="T42" fmla="*/ 15 w 21"/>
                    <a:gd name="T43" fmla="*/ 15 h 31"/>
                    <a:gd name="T44" fmla="*/ 9 w 21"/>
                    <a:gd name="T45" fmla="*/ 17 h 31"/>
                    <a:gd name="T46" fmla="*/ 3 w 21"/>
                    <a:gd name="T47" fmla="*/ 24 h 31"/>
                    <a:gd name="T48" fmla="*/ 1 w 21"/>
                    <a:gd name="T49" fmla="*/ 28 h 31"/>
                    <a:gd name="T50" fmla="*/ 0 w 21"/>
                    <a:gd name="T51" fmla="*/ 29 h 31"/>
                    <a:gd name="T52" fmla="*/ 2 w 21"/>
                    <a:gd name="T53" fmla="*/ 30 h 31"/>
                    <a:gd name="T54" fmla="*/ 3 w 21"/>
                    <a:gd name="T55" fmla="*/ 30 h 31"/>
                    <a:gd name="T56" fmla="*/ 4 w 21"/>
                    <a:gd name="T57" fmla="*/ 29 h 31"/>
                    <a:gd name="T58" fmla="*/ 17 w 21"/>
                    <a:gd name="T59" fmla="*/ 3 h 31"/>
                    <a:gd name="T60" fmla="*/ 16 w 21"/>
                    <a:gd name="T61" fmla="*/ 1 h 31"/>
                    <a:gd name="T62" fmla="*/ 13 w 21"/>
                    <a:gd name="T63"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 h="31">
                      <a:moveTo>
                        <a:pt x="13" y="2"/>
                      </a:moveTo>
                      <a:cubicBezTo>
                        <a:pt x="1" y="28"/>
                        <a:pt x="1" y="28"/>
                        <a:pt x="1" y="28"/>
                      </a:cubicBezTo>
                      <a:cubicBezTo>
                        <a:pt x="0" y="29"/>
                        <a:pt x="1" y="30"/>
                        <a:pt x="2" y="30"/>
                      </a:cubicBezTo>
                      <a:cubicBezTo>
                        <a:pt x="3" y="31"/>
                        <a:pt x="4" y="30"/>
                        <a:pt x="4" y="29"/>
                      </a:cubicBezTo>
                      <a:cubicBezTo>
                        <a:pt x="4" y="29"/>
                        <a:pt x="4" y="29"/>
                        <a:pt x="4" y="29"/>
                      </a:cubicBezTo>
                      <a:cubicBezTo>
                        <a:pt x="5" y="28"/>
                        <a:pt x="6" y="25"/>
                        <a:pt x="8" y="23"/>
                      </a:cubicBezTo>
                      <a:cubicBezTo>
                        <a:pt x="9" y="22"/>
                        <a:pt x="11" y="20"/>
                        <a:pt x="12" y="20"/>
                      </a:cubicBezTo>
                      <a:cubicBezTo>
                        <a:pt x="13" y="19"/>
                        <a:pt x="14" y="19"/>
                        <a:pt x="15" y="19"/>
                      </a:cubicBezTo>
                      <a:cubicBezTo>
                        <a:pt x="15" y="19"/>
                        <a:pt x="15" y="19"/>
                        <a:pt x="15" y="19"/>
                      </a:cubicBezTo>
                      <a:cubicBezTo>
                        <a:pt x="16" y="19"/>
                        <a:pt x="17" y="19"/>
                        <a:pt x="17" y="20"/>
                      </a:cubicBezTo>
                      <a:cubicBezTo>
                        <a:pt x="17" y="20"/>
                        <a:pt x="17" y="20"/>
                        <a:pt x="17" y="21"/>
                      </a:cubicBezTo>
                      <a:cubicBezTo>
                        <a:pt x="17" y="22"/>
                        <a:pt x="17" y="23"/>
                        <a:pt x="16" y="24"/>
                      </a:cubicBezTo>
                      <a:cubicBezTo>
                        <a:pt x="15" y="25"/>
                        <a:pt x="14" y="26"/>
                        <a:pt x="12" y="26"/>
                      </a:cubicBezTo>
                      <a:cubicBezTo>
                        <a:pt x="11" y="26"/>
                        <a:pt x="10" y="26"/>
                        <a:pt x="9" y="25"/>
                      </a:cubicBezTo>
                      <a:cubicBezTo>
                        <a:pt x="8" y="24"/>
                        <a:pt x="7" y="25"/>
                        <a:pt x="6" y="26"/>
                      </a:cubicBezTo>
                      <a:cubicBezTo>
                        <a:pt x="6" y="27"/>
                        <a:pt x="6" y="28"/>
                        <a:pt x="7" y="28"/>
                      </a:cubicBezTo>
                      <a:cubicBezTo>
                        <a:pt x="9" y="29"/>
                        <a:pt x="11" y="30"/>
                        <a:pt x="12" y="30"/>
                      </a:cubicBezTo>
                      <a:cubicBezTo>
                        <a:pt x="15" y="30"/>
                        <a:pt x="17" y="29"/>
                        <a:pt x="19" y="27"/>
                      </a:cubicBezTo>
                      <a:cubicBezTo>
                        <a:pt x="21" y="25"/>
                        <a:pt x="21" y="23"/>
                        <a:pt x="21" y="21"/>
                      </a:cubicBezTo>
                      <a:cubicBezTo>
                        <a:pt x="21" y="20"/>
                        <a:pt x="21" y="18"/>
                        <a:pt x="20" y="17"/>
                      </a:cubicBezTo>
                      <a:cubicBezTo>
                        <a:pt x="19" y="16"/>
                        <a:pt x="18" y="15"/>
                        <a:pt x="16" y="15"/>
                      </a:cubicBezTo>
                      <a:cubicBezTo>
                        <a:pt x="15" y="15"/>
                        <a:pt x="15" y="15"/>
                        <a:pt x="15" y="15"/>
                      </a:cubicBezTo>
                      <a:cubicBezTo>
                        <a:pt x="12" y="15"/>
                        <a:pt x="10" y="16"/>
                        <a:pt x="9" y="17"/>
                      </a:cubicBezTo>
                      <a:cubicBezTo>
                        <a:pt x="6" y="19"/>
                        <a:pt x="4" y="21"/>
                        <a:pt x="3" y="24"/>
                      </a:cubicBezTo>
                      <a:cubicBezTo>
                        <a:pt x="1" y="26"/>
                        <a:pt x="1" y="28"/>
                        <a:pt x="1" y="28"/>
                      </a:cubicBezTo>
                      <a:cubicBezTo>
                        <a:pt x="0" y="28"/>
                        <a:pt x="0" y="29"/>
                        <a:pt x="0" y="29"/>
                      </a:cubicBezTo>
                      <a:cubicBezTo>
                        <a:pt x="1" y="30"/>
                        <a:pt x="1" y="30"/>
                        <a:pt x="2" y="30"/>
                      </a:cubicBezTo>
                      <a:cubicBezTo>
                        <a:pt x="2" y="31"/>
                        <a:pt x="3" y="31"/>
                        <a:pt x="3" y="30"/>
                      </a:cubicBezTo>
                      <a:cubicBezTo>
                        <a:pt x="4" y="30"/>
                        <a:pt x="4" y="30"/>
                        <a:pt x="4" y="29"/>
                      </a:cubicBezTo>
                      <a:cubicBezTo>
                        <a:pt x="17" y="3"/>
                        <a:pt x="17" y="3"/>
                        <a:pt x="17" y="3"/>
                      </a:cubicBezTo>
                      <a:cubicBezTo>
                        <a:pt x="17" y="2"/>
                        <a:pt x="17" y="1"/>
                        <a:pt x="16" y="1"/>
                      </a:cubicBezTo>
                      <a:cubicBezTo>
                        <a:pt x="15" y="0"/>
                        <a:pt x="14" y="1"/>
                        <a:pt x="13" y="2"/>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grpSp>
          <p:grpSp>
            <p:nvGrpSpPr>
              <p:cNvPr id="426" name="组合 425"/>
              <p:cNvGrpSpPr/>
              <p:nvPr/>
            </p:nvGrpSpPr>
            <p:grpSpPr>
              <a:xfrm>
                <a:off x="8795945" y="2826883"/>
                <a:ext cx="503504" cy="366258"/>
                <a:chOff x="8795945" y="2826883"/>
                <a:chExt cx="503504" cy="366258"/>
              </a:xfrm>
            </p:grpSpPr>
            <p:sp>
              <p:nvSpPr>
                <p:cNvPr id="427" name="任意多边形 1797"/>
                <p:cNvSpPr/>
                <p:nvPr/>
              </p:nvSpPr>
              <p:spPr bwMode="auto">
                <a:xfrm rot="16926750" flipH="1">
                  <a:off x="8880082" y="2841758"/>
                  <a:ext cx="227013" cy="395287"/>
                </a:xfrm>
                <a:custGeom>
                  <a:avLst/>
                  <a:gdLst>
                    <a:gd name="T0" fmla="*/ 7 w 88"/>
                    <a:gd name="T1" fmla="*/ 4 h 152"/>
                    <a:gd name="T2" fmla="*/ 17 w 88"/>
                    <a:gd name="T3" fmla="*/ 14 h 152"/>
                    <a:gd name="T4" fmla="*/ 20 w 88"/>
                    <a:gd name="T5" fmla="*/ 27 h 152"/>
                    <a:gd name="T6" fmla="*/ 10 w 88"/>
                    <a:gd name="T7" fmla="*/ 63 h 152"/>
                    <a:gd name="T8" fmla="*/ 1 w 88"/>
                    <a:gd name="T9" fmla="*/ 98 h 152"/>
                    <a:gd name="T10" fmla="*/ 8 w 88"/>
                    <a:gd name="T11" fmla="*/ 115 h 152"/>
                    <a:gd name="T12" fmla="*/ 34 w 88"/>
                    <a:gd name="T13" fmla="*/ 125 h 152"/>
                    <a:gd name="T14" fmla="*/ 62 w 88"/>
                    <a:gd name="T15" fmla="*/ 132 h 152"/>
                    <a:gd name="T16" fmla="*/ 63 w 88"/>
                    <a:gd name="T17" fmla="*/ 132 h 152"/>
                    <a:gd name="T18" fmla="*/ 76 w 88"/>
                    <a:gd name="T19" fmla="*/ 134 h 152"/>
                    <a:gd name="T20" fmla="*/ 82 w 88"/>
                    <a:gd name="T21" fmla="*/ 139 h 152"/>
                    <a:gd name="T22" fmla="*/ 84 w 88"/>
                    <a:gd name="T23" fmla="*/ 149 h 152"/>
                    <a:gd name="T24" fmla="*/ 84 w 88"/>
                    <a:gd name="T25" fmla="*/ 150 h 152"/>
                    <a:gd name="T26" fmla="*/ 86 w 88"/>
                    <a:gd name="T27" fmla="*/ 152 h 152"/>
                    <a:gd name="T28" fmla="*/ 88 w 88"/>
                    <a:gd name="T29" fmla="*/ 150 h 152"/>
                    <a:gd name="T30" fmla="*/ 88 w 88"/>
                    <a:gd name="T31" fmla="*/ 149 h 152"/>
                    <a:gd name="T32" fmla="*/ 85 w 88"/>
                    <a:gd name="T33" fmla="*/ 137 h 152"/>
                    <a:gd name="T34" fmla="*/ 74 w 88"/>
                    <a:gd name="T35" fmla="*/ 129 h 152"/>
                    <a:gd name="T36" fmla="*/ 63 w 88"/>
                    <a:gd name="T37" fmla="*/ 128 h 152"/>
                    <a:gd name="T38" fmla="*/ 63 w 88"/>
                    <a:gd name="T39" fmla="*/ 130 h 152"/>
                    <a:gd name="T40" fmla="*/ 63 w 88"/>
                    <a:gd name="T41" fmla="*/ 128 h 152"/>
                    <a:gd name="T42" fmla="*/ 45 w 88"/>
                    <a:gd name="T43" fmla="*/ 123 h 152"/>
                    <a:gd name="T44" fmla="*/ 17 w 88"/>
                    <a:gd name="T45" fmla="*/ 116 h 152"/>
                    <a:gd name="T46" fmla="*/ 8 w 88"/>
                    <a:gd name="T47" fmla="*/ 109 h 152"/>
                    <a:gd name="T48" fmla="*/ 5 w 88"/>
                    <a:gd name="T49" fmla="*/ 98 h 152"/>
                    <a:gd name="T50" fmla="*/ 14 w 88"/>
                    <a:gd name="T51" fmla="*/ 64 h 152"/>
                    <a:gd name="T52" fmla="*/ 24 w 88"/>
                    <a:gd name="T53" fmla="*/ 27 h 152"/>
                    <a:gd name="T54" fmla="*/ 20 w 88"/>
                    <a:gd name="T55" fmla="*/ 12 h 152"/>
                    <a:gd name="T56" fmla="*/ 9 w 88"/>
                    <a:gd name="T57" fmla="*/ 0 h 152"/>
                    <a:gd name="T58" fmla="*/ 6 w 88"/>
                    <a:gd name="T59" fmla="*/ 1 h 152"/>
                    <a:gd name="T60" fmla="*/ 7 w 88"/>
                    <a:gd name="T61" fmla="*/ 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52">
                      <a:moveTo>
                        <a:pt x="7" y="4"/>
                      </a:moveTo>
                      <a:cubicBezTo>
                        <a:pt x="12" y="7"/>
                        <a:pt x="15" y="10"/>
                        <a:pt x="17" y="14"/>
                      </a:cubicBezTo>
                      <a:cubicBezTo>
                        <a:pt x="19" y="18"/>
                        <a:pt x="20" y="22"/>
                        <a:pt x="20" y="27"/>
                      </a:cubicBezTo>
                      <a:cubicBezTo>
                        <a:pt x="20" y="37"/>
                        <a:pt x="15" y="50"/>
                        <a:pt x="10" y="63"/>
                      </a:cubicBezTo>
                      <a:cubicBezTo>
                        <a:pt x="6" y="75"/>
                        <a:pt x="1" y="87"/>
                        <a:pt x="1" y="98"/>
                      </a:cubicBezTo>
                      <a:cubicBezTo>
                        <a:pt x="0" y="105"/>
                        <a:pt x="3" y="111"/>
                        <a:pt x="8" y="115"/>
                      </a:cubicBezTo>
                      <a:cubicBezTo>
                        <a:pt x="14" y="121"/>
                        <a:pt x="24" y="123"/>
                        <a:pt x="34" y="125"/>
                      </a:cubicBezTo>
                      <a:cubicBezTo>
                        <a:pt x="44" y="127"/>
                        <a:pt x="55" y="129"/>
                        <a:pt x="62" y="132"/>
                      </a:cubicBezTo>
                      <a:cubicBezTo>
                        <a:pt x="63" y="132"/>
                        <a:pt x="63" y="132"/>
                        <a:pt x="63" y="132"/>
                      </a:cubicBezTo>
                      <a:cubicBezTo>
                        <a:pt x="66" y="132"/>
                        <a:pt x="72" y="132"/>
                        <a:pt x="76" y="134"/>
                      </a:cubicBezTo>
                      <a:cubicBezTo>
                        <a:pt x="79" y="135"/>
                        <a:pt x="80" y="137"/>
                        <a:pt x="82" y="139"/>
                      </a:cubicBezTo>
                      <a:cubicBezTo>
                        <a:pt x="83" y="141"/>
                        <a:pt x="84" y="145"/>
                        <a:pt x="84" y="149"/>
                      </a:cubicBezTo>
                      <a:cubicBezTo>
                        <a:pt x="84" y="150"/>
                        <a:pt x="84" y="150"/>
                        <a:pt x="84" y="150"/>
                      </a:cubicBezTo>
                      <a:cubicBezTo>
                        <a:pt x="84" y="151"/>
                        <a:pt x="85" y="152"/>
                        <a:pt x="86" y="152"/>
                      </a:cubicBezTo>
                      <a:cubicBezTo>
                        <a:pt x="87" y="152"/>
                        <a:pt x="88" y="151"/>
                        <a:pt x="88" y="150"/>
                      </a:cubicBezTo>
                      <a:cubicBezTo>
                        <a:pt x="88" y="149"/>
                        <a:pt x="88" y="149"/>
                        <a:pt x="88" y="149"/>
                      </a:cubicBezTo>
                      <a:cubicBezTo>
                        <a:pt x="88" y="144"/>
                        <a:pt x="87" y="140"/>
                        <a:pt x="85" y="137"/>
                      </a:cubicBezTo>
                      <a:cubicBezTo>
                        <a:pt x="83" y="132"/>
                        <a:pt x="78" y="130"/>
                        <a:pt x="74" y="129"/>
                      </a:cubicBezTo>
                      <a:cubicBezTo>
                        <a:pt x="70" y="128"/>
                        <a:pt x="65" y="128"/>
                        <a:pt x="63" y="128"/>
                      </a:cubicBezTo>
                      <a:cubicBezTo>
                        <a:pt x="63" y="130"/>
                        <a:pt x="63" y="130"/>
                        <a:pt x="63" y="130"/>
                      </a:cubicBezTo>
                      <a:cubicBezTo>
                        <a:pt x="63" y="128"/>
                        <a:pt x="63" y="128"/>
                        <a:pt x="63" y="128"/>
                      </a:cubicBezTo>
                      <a:cubicBezTo>
                        <a:pt x="58" y="126"/>
                        <a:pt x="52" y="125"/>
                        <a:pt x="45" y="123"/>
                      </a:cubicBezTo>
                      <a:cubicBezTo>
                        <a:pt x="35" y="122"/>
                        <a:pt x="25" y="120"/>
                        <a:pt x="17" y="116"/>
                      </a:cubicBezTo>
                      <a:cubicBezTo>
                        <a:pt x="13" y="114"/>
                        <a:pt x="10" y="112"/>
                        <a:pt x="8" y="109"/>
                      </a:cubicBezTo>
                      <a:cubicBezTo>
                        <a:pt x="6" y="106"/>
                        <a:pt x="5" y="103"/>
                        <a:pt x="5" y="98"/>
                      </a:cubicBezTo>
                      <a:cubicBezTo>
                        <a:pt x="4" y="89"/>
                        <a:pt x="9" y="77"/>
                        <a:pt x="14" y="64"/>
                      </a:cubicBezTo>
                      <a:cubicBezTo>
                        <a:pt x="19" y="51"/>
                        <a:pt x="24" y="38"/>
                        <a:pt x="24" y="27"/>
                      </a:cubicBezTo>
                      <a:cubicBezTo>
                        <a:pt x="24" y="21"/>
                        <a:pt x="23" y="16"/>
                        <a:pt x="20" y="12"/>
                      </a:cubicBezTo>
                      <a:cubicBezTo>
                        <a:pt x="18" y="7"/>
                        <a:pt x="14" y="4"/>
                        <a:pt x="9" y="0"/>
                      </a:cubicBezTo>
                      <a:cubicBezTo>
                        <a:pt x="8" y="0"/>
                        <a:pt x="6" y="0"/>
                        <a:pt x="6" y="1"/>
                      </a:cubicBezTo>
                      <a:cubicBezTo>
                        <a:pt x="5" y="2"/>
                        <a:pt x="6" y="3"/>
                        <a:pt x="7" y="4"/>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428" name="任意多边形 1798"/>
                <p:cNvSpPr/>
                <p:nvPr/>
              </p:nvSpPr>
              <p:spPr bwMode="auto">
                <a:xfrm rot="16926750" flipH="1">
                  <a:off x="8966074" y="2768070"/>
                  <a:ext cx="242888" cy="423862"/>
                </a:xfrm>
                <a:custGeom>
                  <a:avLst/>
                  <a:gdLst>
                    <a:gd name="T0" fmla="*/ 0 w 94"/>
                    <a:gd name="T1" fmla="*/ 3 h 163"/>
                    <a:gd name="T2" fmla="*/ 10 w 94"/>
                    <a:gd name="T3" fmla="*/ 21 h 163"/>
                    <a:gd name="T4" fmla="*/ 39 w 94"/>
                    <a:gd name="T5" fmla="*/ 30 h 163"/>
                    <a:gd name="T6" fmla="*/ 68 w 94"/>
                    <a:gd name="T7" fmla="*/ 33 h 163"/>
                    <a:gd name="T8" fmla="*/ 85 w 94"/>
                    <a:gd name="T9" fmla="*/ 44 h 163"/>
                    <a:gd name="T10" fmla="*/ 90 w 94"/>
                    <a:gd name="T11" fmla="*/ 60 h 163"/>
                    <a:gd name="T12" fmla="*/ 84 w 94"/>
                    <a:gd name="T13" fmla="*/ 86 h 163"/>
                    <a:gd name="T14" fmla="*/ 73 w 94"/>
                    <a:gd name="T15" fmla="*/ 110 h 163"/>
                    <a:gd name="T16" fmla="*/ 64 w 94"/>
                    <a:gd name="T17" fmla="*/ 141 h 163"/>
                    <a:gd name="T18" fmla="*/ 72 w 94"/>
                    <a:gd name="T19" fmla="*/ 162 h 163"/>
                    <a:gd name="T20" fmla="*/ 75 w 94"/>
                    <a:gd name="T21" fmla="*/ 162 h 163"/>
                    <a:gd name="T22" fmla="*/ 75 w 94"/>
                    <a:gd name="T23" fmla="*/ 159 h 163"/>
                    <a:gd name="T24" fmla="*/ 68 w 94"/>
                    <a:gd name="T25" fmla="*/ 141 h 163"/>
                    <a:gd name="T26" fmla="*/ 77 w 94"/>
                    <a:gd name="T27" fmla="*/ 111 h 163"/>
                    <a:gd name="T28" fmla="*/ 88 w 94"/>
                    <a:gd name="T29" fmla="*/ 87 h 163"/>
                    <a:gd name="T30" fmla="*/ 94 w 94"/>
                    <a:gd name="T31" fmla="*/ 60 h 163"/>
                    <a:gd name="T32" fmla="*/ 88 w 94"/>
                    <a:gd name="T33" fmla="*/ 42 h 163"/>
                    <a:gd name="T34" fmla="*/ 70 w 94"/>
                    <a:gd name="T35" fmla="*/ 29 h 163"/>
                    <a:gd name="T36" fmla="*/ 29 w 94"/>
                    <a:gd name="T37" fmla="*/ 25 h 163"/>
                    <a:gd name="T38" fmla="*/ 13 w 94"/>
                    <a:gd name="T39" fmla="*/ 18 h 163"/>
                    <a:gd name="T40" fmla="*/ 4 w 94"/>
                    <a:gd name="T41" fmla="*/ 2 h 163"/>
                    <a:gd name="T42" fmla="*/ 1 w 94"/>
                    <a:gd name="T43" fmla="*/ 1 h 163"/>
                    <a:gd name="T44" fmla="*/ 0 w 94"/>
                    <a:gd name="T45"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4" h="163">
                      <a:moveTo>
                        <a:pt x="0" y="3"/>
                      </a:moveTo>
                      <a:cubicBezTo>
                        <a:pt x="1" y="11"/>
                        <a:pt x="5" y="18"/>
                        <a:pt x="10" y="21"/>
                      </a:cubicBezTo>
                      <a:cubicBezTo>
                        <a:pt x="18" y="27"/>
                        <a:pt x="28" y="29"/>
                        <a:pt x="39" y="30"/>
                      </a:cubicBezTo>
                      <a:cubicBezTo>
                        <a:pt x="49" y="30"/>
                        <a:pt x="60" y="31"/>
                        <a:pt x="68" y="33"/>
                      </a:cubicBezTo>
                      <a:cubicBezTo>
                        <a:pt x="77" y="36"/>
                        <a:pt x="82" y="40"/>
                        <a:pt x="85" y="44"/>
                      </a:cubicBezTo>
                      <a:cubicBezTo>
                        <a:pt x="88" y="49"/>
                        <a:pt x="90" y="54"/>
                        <a:pt x="90" y="60"/>
                      </a:cubicBezTo>
                      <a:cubicBezTo>
                        <a:pt x="90" y="68"/>
                        <a:pt x="87" y="77"/>
                        <a:pt x="84" y="86"/>
                      </a:cubicBezTo>
                      <a:cubicBezTo>
                        <a:pt x="81" y="94"/>
                        <a:pt x="76" y="103"/>
                        <a:pt x="73" y="110"/>
                      </a:cubicBezTo>
                      <a:cubicBezTo>
                        <a:pt x="69" y="119"/>
                        <a:pt x="64" y="130"/>
                        <a:pt x="64" y="141"/>
                      </a:cubicBezTo>
                      <a:cubicBezTo>
                        <a:pt x="64" y="148"/>
                        <a:pt x="66" y="156"/>
                        <a:pt x="72" y="162"/>
                      </a:cubicBezTo>
                      <a:cubicBezTo>
                        <a:pt x="73" y="163"/>
                        <a:pt x="74" y="163"/>
                        <a:pt x="75" y="162"/>
                      </a:cubicBezTo>
                      <a:cubicBezTo>
                        <a:pt x="75" y="161"/>
                        <a:pt x="76" y="160"/>
                        <a:pt x="75" y="159"/>
                      </a:cubicBezTo>
                      <a:cubicBezTo>
                        <a:pt x="70" y="154"/>
                        <a:pt x="68" y="148"/>
                        <a:pt x="68" y="141"/>
                      </a:cubicBezTo>
                      <a:cubicBezTo>
                        <a:pt x="68" y="131"/>
                        <a:pt x="72" y="120"/>
                        <a:pt x="77" y="111"/>
                      </a:cubicBezTo>
                      <a:cubicBezTo>
                        <a:pt x="80" y="104"/>
                        <a:pt x="84" y="96"/>
                        <a:pt x="88" y="87"/>
                      </a:cubicBezTo>
                      <a:cubicBezTo>
                        <a:pt x="91" y="78"/>
                        <a:pt x="94" y="69"/>
                        <a:pt x="94" y="60"/>
                      </a:cubicBezTo>
                      <a:cubicBezTo>
                        <a:pt x="94" y="54"/>
                        <a:pt x="92" y="47"/>
                        <a:pt x="88" y="42"/>
                      </a:cubicBezTo>
                      <a:cubicBezTo>
                        <a:pt x="85" y="37"/>
                        <a:pt x="78" y="32"/>
                        <a:pt x="70" y="29"/>
                      </a:cubicBezTo>
                      <a:cubicBezTo>
                        <a:pt x="57" y="26"/>
                        <a:pt x="42" y="27"/>
                        <a:pt x="29" y="25"/>
                      </a:cubicBezTo>
                      <a:cubicBezTo>
                        <a:pt x="23" y="23"/>
                        <a:pt x="17" y="22"/>
                        <a:pt x="13" y="18"/>
                      </a:cubicBezTo>
                      <a:cubicBezTo>
                        <a:pt x="8" y="15"/>
                        <a:pt x="5" y="10"/>
                        <a:pt x="4" y="2"/>
                      </a:cubicBezTo>
                      <a:cubicBezTo>
                        <a:pt x="3" y="1"/>
                        <a:pt x="2" y="0"/>
                        <a:pt x="1" y="1"/>
                      </a:cubicBezTo>
                      <a:cubicBezTo>
                        <a:pt x="0" y="1"/>
                        <a:pt x="0" y="2"/>
                        <a:pt x="0" y="3"/>
                      </a:cubicBezTo>
                      <a:close/>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429" name="任意多边形 1799"/>
                <p:cNvSpPr/>
                <p:nvPr/>
              </p:nvSpPr>
              <p:spPr bwMode="auto">
                <a:xfrm rot="16926750" flipH="1">
                  <a:off x="8826444" y="2834027"/>
                  <a:ext cx="119063" cy="104775"/>
                </a:xfrm>
                <a:custGeom>
                  <a:avLst/>
                  <a:gdLst>
                    <a:gd name="T0" fmla="*/ 3 w 46"/>
                    <a:gd name="T1" fmla="*/ 39 h 40"/>
                    <a:gd name="T2" fmla="*/ 45 w 46"/>
                    <a:gd name="T3" fmla="*/ 4 h 40"/>
                    <a:gd name="T4" fmla="*/ 45 w 46"/>
                    <a:gd name="T5" fmla="*/ 1 h 40"/>
                    <a:gd name="T6" fmla="*/ 42 w 46"/>
                    <a:gd name="T7" fmla="*/ 1 h 40"/>
                    <a:gd name="T8" fmla="*/ 1 w 46"/>
                    <a:gd name="T9" fmla="*/ 36 h 40"/>
                    <a:gd name="T10" fmla="*/ 0 w 46"/>
                    <a:gd name="T11" fmla="*/ 39 h 40"/>
                    <a:gd name="T12" fmla="*/ 3 w 46"/>
                    <a:gd name="T13" fmla="*/ 39 h 40"/>
                  </a:gdLst>
                  <a:ahLst/>
                  <a:cxnLst>
                    <a:cxn ang="0">
                      <a:pos x="T0" y="T1"/>
                    </a:cxn>
                    <a:cxn ang="0">
                      <a:pos x="T2" y="T3"/>
                    </a:cxn>
                    <a:cxn ang="0">
                      <a:pos x="T4" y="T5"/>
                    </a:cxn>
                    <a:cxn ang="0">
                      <a:pos x="T6" y="T7"/>
                    </a:cxn>
                    <a:cxn ang="0">
                      <a:pos x="T8" y="T9"/>
                    </a:cxn>
                    <a:cxn ang="0">
                      <a:pos x="T10" y="T11"/>
                    </a:cxn>
                    <a:cxn ang="0">
                      <a:pos x="T12" y="T13"/>
                    </a:cxn>
                  </a:cxnLst>
                  <a:rect l="0" t="0" r="r" b="b"/>
                  <a:pathLst>
                    <a:path w="46" h="40">
                      <a:moveTo>
                        <a:pt x="3" y="39"/>
                      </a:moveTo>
                      <a:cubicBezTo>
                        <a:pt x="45" y="4"/>
                        <a:pt x="45" y="4"/>
                        <a:pt x="45" y="4"/>
                      </a:cubicBezTo>
                      <a:cubicBezTo>
                        <a:pt x="46" y="4"/>
                        <a:pt x="46" y="2"/>
                        <a:pt x="45" y="1"/>
                      </a:cubicBezTo>
                      <a:cubicBezTo>
                        <a:pt x="44" y="1"/>
                        <a:pt x="43" y="0"/>
                        <a:pt x="42" y="1"/>
                      </a:cubicBezTo>
                      <a:cubicBezTo>
                        <a:pt x="1" y="36"/>
                        <a:pt x="1" y="36"/>
                        <a:pt x="1" y="36"/>
                      </a:cubicBezTo>
                      <a:cubicBezTo>
                        <a:pt x="0" y="36"/>
                        <a:pt x="0" y="38"/>
                        <a:pt x="0" y="39"/>
                      </a:cubicBezTo>
                      <a:cubicBezTo>
                        <a:pt x="1" y="39"/>
                        <a:pt x="2" y="40"/>
                        <a:pt x="3" y="39"/>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430" name="任意多边形 1800"/>
                <p:cNvSpPr/>
                <p:nvPr/>
              </p:nvSpPr>
              <p:spPr bwMode="auto">
                <a:xfrm rot="16926750" flipH="1">
                  <a:off x="8869624" y="2881701"/>
                  <a:ext cx="93663" cy="80962"/>
                </a:xfrm>
                <a:custGeom>
                  <a:avLst/>
                  <a:gdLst>
                    <a:gd name="T0" fmla="*/ 3 w 36"/>
                    <a:gd name="T1" fmla="*/ 30 h 31"/>
                    <a:gd name="T2" fmla="*/ 35 w 36"/>
                    <a:gd name="T3" fmla="*/ 4 h 31"/>
                    <a:gd name="T4" fmla="*/ 35 w 36"/>
                    <a:gd name="T5" fmla="*/ 1 h 31"/>
                    <a:gd name="T6" fmla="*/ 32 w 36"/>
                    <a:gd name="T7" fmla="*/ 1 h 31"/>
                    <a:gd name="T8" fmla="*/ 1 w 36"/>
                    <a:gd name="T9" fmla="*/ 27 h 31"/>
                    <a:gd name="T10" fmla="*/ 1 w 36"/>
                    <a:gd name="T11" fmla="*/ 30 h 31"/>
                    <a:gd name="T12" fmla="*/ 3 w 36"/>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6" h="31">
                      <a:moveTo>
                        <a:pt x="3" y="30"/>
                      </a:moveTo>
                      <a:cubicBezTo>
                        <a:pt x="35" y="4"/>
                        <a:pt x="35" y="4"/>
                        <a:pt x="35" y="4"/>
                      </a:cubicBezTo>
                      <a:cubicBezTo>
                        <a:pt x="36" y="3"/>
                        <a:pt x="36" y="2"/>
                        <a:pt x="35" y="1"/>
                      </a:cubicBezTo>
                      <a:cubicBezTo>
                        <a:pt x="34" y="1"/>
                        <a:pt x="33" y="0"/>
                        <a:pt x="32" y="1"/>
                      </a:cubicBezTo>
                      <a:cubicBezTo>
                        <a:pt x="1" y="27"/>
                        <a:pt x="1" y="27"/>
                        <a:pt x="1" y="27"/>
                      </a:cubicBezTo>
                      <a:cubicBezTo>
                        <a:pt x="0" y="28"/>
                        <a:pt x="0" y="29"/>
                        <a:pt x="1" y="30"/>
                      </a:cubicBezTo>
                      <a:cubicBezTo>
                        <a:pt x="1" y="31"/>
                        <a:pt x="3" y="31"/>
                        <a:pt x="3" y="3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431" name="任意多边形 1801"/>
                <p:cNvSpPr/>
                <p:nvPr/>
              </p:nvSpPr>
              <p:spPr bwMode="auto">
                <a:xfrm rot="16926750" flipH="1">
                  <a:off x="8942149" y="2944431"/>
                  <a:ext cx="80963" cy="65087"/>
                </a:xfrm>
                <a:custGeom>
                  <a:avLst/>
                  <a:gdLst>
                    <a:gd name="T0" fmla="*/ 4 w 31"/>
                    <a:gd name="T1" fmla="*/ 25 h 25"/>
                    <a:gd name="T2" fmla="*/ 30 w 31"/>
                    <a:gd name="T3" fmla="*/ 4 h 25"/>
                    <a:gd name="T4" fmla="*/ 31 w 31"/>
                    <a:gd name="T5" fmla="*/ 1 h 25"/>
                    <a:gd name="T6" fmla="*/ 28 w 31"/>
                    <a:gd name="T7" fmla="*/ 1 h 25"/>
                    <a:gd name="T8" fmla="*/ 1 w 31"/>
                    <a:gd name="T9" fmla="*/ 21 h 25"/>
                    <a:gd name="T10" fmla="*/ 1 w 31"/>
                    <a:gd name="T11" fmla="*/ 24 h 25"/>
                    <a:gd name="T12" fmla="*/ 4 w 31"/>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31" h="25">
                      <a:moveTo>
                        <a:pt x="4" y="25"/>
                      </a:moveTo>
                      <a:cubicBezTo>
                        <a:pt x="30" y="4"/>
                        <a:pt x="30" y="4"/>
                        <a:pt x="30" y="4"/>
                      </a:cubicBezTo>
                      <a:cubicBezTo>
                        <a:pt x="31" y="3"/>
                        <a:pt x="31" y="2"/>
                        <a:pt x="31" y="1"/>
                      </a:cubicBezTo>
                      <a:cubicBezTo>
                        <a:pt x="30" y="0"/>
                        <a:pt x="29" y="0"/>
                        <a:pt x="28" y="1"/>
                      </a:cubicBezTo>
                      <a:cubicBezTo>
                        <a:pt x="1" y="21"/>
                        <a:pt x="1" y="21"/>
                        <a:pt x="1" y="21"/>
                      </a:cubicBezTo>
                      <a:cubicBezTo>
                        <a:pt x="0" y="22"/>
                        <a:pt x="0" y="23"/>
                        <a:pt x="1" y="24"/>
                      </a:cubicBezTo>
                      <a:cubicBezTo>
                        <a:pt x="2" y="25"/>
                        <a:pt x="3" y="25"/>
                        <a:pt x="4" y="25"/>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38" name="任意多边形 1802"/>
                <p:cNvSpPr/>
                <p:nvPr/>
              </p:nvSpPr>
              <p:spPr bwMode="auto">
                <a:xfrm rot="16926750" flipH="1">
                  <a:off x="8962872" y="2955520"/>
                  <a:ext cx="146050" cy="106362"/>
                </a:xfrm>
                <a:custGeom>
                  <a:avLst/>
                  <a:gdLst>
                    <a:gd name="T0" fmla="*/ 3 w 56"/>
                    <a:gd name="T1" fmla="*/ 41 h 41"/>
                    <a:gd name="T2" fmla="*/ 55 w 56"/>
                    <a:gd name="T3" fmla="*/ 3 h 41"/>
                    <a:gd name="T4" fmla="*/ 55 w 56"/>
                    <a:gd name="T5" fmla="*/ 1 h 41"/>
                    <a:gd name="T6" fmla="*/ 53 w 56"/>
                    <a:gd name="T7" fmla="*/ 0 h 41"/>
                    <a:gd name="T8" fmla="*/ 1 w 56"/>
                    <a:gd name="T9" fmla="*/ 37 h 41"/>
                    <a:gd name="T10" fmla="*/ 0 w 56"/>
                    <a:gd name="T11" fmla="*/ 40 h 41"/>
                    <a:gd name="T12" fmla="*/ 3 w 56"/>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56" h="41">
                      <a:moveTo>
                        <a:pt x="3" y="41"/>
                      </a:moveTo>
                      <a:cubicBezTo>
                        <a:pt x="55" y="3"/>
                        <a:pt x="55" y="3"/>
                        <a:pt x="55" y="3"/>
                      </a:cubicBezTo>
                      <a:cubicBezTo>
                        <a:pt x="56" y="3"/>
                        <a:pt x="56" y="2"/>
                        <a:pt x="55" y="1"/>
                      </a:cubicBezTo>
                      <a:cubicBezTo>
                        <a:pt x="55" y="0"/>
                        <a:pt x="54" y="0"/>
                        <a:pt x="53" y="0"/>
                      </a:cubicBezTo>
                      <a:cubicBezTo>
                        <a:pt x="1" y="37"/>
                        <a:pt x="1" y="37"/>
                        <a:pt x="1" y="37"/>
                      </a:cubicBezTo>
                      <a:cubicBezTo>
                        <a:pt x="0" y="38"/>
                        <a:pt x="0" y="39"/>
                        <a:pt x="0" y="40"/>
                      </a:cubicBezTo>
                      <a:cubicBezTo>
                        <a:pt x="1" y="41"/>
                        <a:pt x="2" y="41"/>
                        <a:pt x="3" y="41"/>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39" name="任意多边形 1803"/>
                <p:cNvSpPr/>
                <p:nvPr/>
              </p:nvSpPr>
              <p:spPr bwMode="auto">
                <a:xfrm rot="16926750" flipH="1">
                  <a:off x="9029029" y="3009480"/>
                  <a:ext cx="103188" cy="80962"/>
                </a:xfrm>
                <a:custGeom>
                  <a:avLst/>
                  <a:gdLst>
                    <a:gd name="T0" fmla="*/ 3 w 40"/>
                    <a:gd name="T1" fmla="*/ 30 h 31"/>
                    <a:gd name="T2" fmla="*/ 39 w 40"/>
                    <a:gd name="T3" fmla="*/ 4 h 31"/>
                    <a:gd name="T4" fmla="*/ 40 w 40"/>
                    <a:gd name="T5" fmla="*/ 1 h 31"/>
                    <a:gd name="T6" fmla="*/ 37 w 40"/>
                    <a:gd name="T7" fmla="*/ 1 h 31"/>
                    <a:gd name="T8" fmla="*/ 1 w 40"/>
                    <a:gd name="T9" fmla="*/ 27 h 31"/>
                    <a:gd name="T10" fmla="*/ 0 w 40"/>
                    <a:gd name="T11" fmla="*/ 30 h 31"/>
                    <a:gd name="T12" fmla="*/ 3 w 40"/>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40" h="31">
                      <a:moveTo>
                        <a:pt x="3" y="30"/>
                      </a:moveTo>
                      <a:cubicBezTo>
                        <a:pt x="39" y="4"/>
                        <a:pt x="39" y="4"/>
                        <a:pt x="39" y="4"/>
                      </a:cubicBezTo>
                      <a:cubicBezTo>
                        <a:pt x="40" y="3"/>
                        <a:pt x="40" y="2"/>
                        <a:pt x="40" y="1"/>
                      </a:cubicBezTo>
                      <a:cubicBezTo>
                        <a:pt x="39" y="0"/>
                        <a:pt x="38" y="0"/>
                        <a:pt x="37" y="1"/>
                      </a:cubicBezTo>
                      <a:cubicBezTo>
                        <a:pt x="1" y="27"/>
                        <a:pt x="1" y="27"/>
                        <a:pt x="1" y="27"/>
                      </a:cubicBezTo>
                      <a:cubicBezTo>
                        <a:pt x="0" y="28"/>
                        <a:pt x="0" y="29"/>
                        <a:pt x="0" y="30"/>
                      </a:cubicBezTo>
                      <a:cubicBezTo>
                        <a:pt x="1" y="31"/>
                        <a:pt x="2" y="31"/>
                        <a:pt x="3" y="3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0" name="任意多边形 1804"/>
                <p:cNvSpPr/>
                <p:nvPr/>
              </p:nvSpPr>
              <p:spPr bwMode="auto">
                <a:xfrm rot="16926750" flipH="1">
                  <a:off x="9133538" y="3074873"/>
                  <a:ext cx="130175" cy="106362"/>
                </a:xfrm>
                <a:custGeom>
                  <a:avLst/>
                  <a:gdLst>
                    <a:gd name="T0" fmla="*/ 4 w 50"/>
                    <a:gd name="T1" fmla="*/ 40 h 41"/>
                    <a:gd name="T2" fmla="*/ 49 w 50"/>
                    <a:gd name="T3" fmla="*/ 4 h 41"/>
                    <a:gd name="T4" fmla="*/ 49 w 50"/>
                    <a:gd name="T5" fmla="*/ 1 h 41"/>
                    <a:gd name="T6" fmla="*/ 46 w 50"/>
                    <a:gd name="T7" fmla="*/ 1 h 41"/>
                    <a:gd name="T8" fmla="*/ 1 w 50"/>
                    <a:gd name="T9" fmla="*/ 37 h 41"/>
                    <a:gd name="T10" fmla="*/ 1 w 50"/>
                    <a:gd name="T11" fmla="*/ 40 h 41"/>
                    <a:gd name="T12" fmla="*/ 4 w 50"/>
                    <a:gd name="T13" fmla="*/ 40 h 41"/>
                  </a:gdLst>
                  <a:ahLst/>
                  <a:cxnLst>
                    <a:cxn ang="0">
                      <a:pos x="T0" y="T1"/>
                    </a:cxn>
                    <a:cxn ang="0">
                      <a:pos x="T2" y="T3"/>
                    </a:cxn>
                    <a:cxn ang="0">
                      <a:pos x="T4" y="T5"/>
                    </a:cxn>
                    <a:cxn ang="0">
                      <a:pos x="T6" y="T7"/>
                    </a:cxn>
                    <a:cxn ang="0">
                      <a:pos x="T8" y="T9"/>
                    </a:cxn>
                    <a:cxn ang="0">
                      <a:pos x="T10" y="T11"/>
                    </a:cxn>
                    <a:cxn ang="0">
                      <a:pos x="T12" y="T13"/>
                    </a:cxn>
                  </a:cxnLst>
                  <a:rect l="0" t="0" r="r" b="b"/>
                  <a:pathLst>
                    <a:path w="50" h="41">
                      <a:moveTo>
                        <a:pt x="4" y="40"/>
                      </a:moveTo>
                      <a:cubicBezTo>
                        <a:pt x="49" y="4"/>
                        <a:pt x="49" y="4"/>
                        <a:pt x="49" y="4"/>
                      </a:cubicBezTo>
                      <a:cubicBezTo>
                        <a:pt x="49" y="3"/>
                        <a:pt x="50" y="2"/>
                        <a:pt x="49" y="1"/>
                      </a:cubicBezTo>
                      <a:cubicBezTo>
                        <a:pt x="48" y="0"/>
                        <a:pt x="47" y="0"/>
                        <a:pt x="46" y="1"/>
                      </a:cubicBezTo>
                      <a:cubicBezTo>
                        <a:pt x="1" y="37"/>
                        <a:pt x="1" y="37"/>
                        <a:pt x="1" y="37"/>
                      </a:cubicBezTo>
                      <a:cubicBezTo>
                        <a:pt x="0" y="38"/>
                        <a:pt x="0" y="39"/>
                        <a:pt x="1" y="40"/>
                      </a:cubicBezTo>
                      <a:cubicBezTo>
                        <a:pt x="1" y="41"/>
                        <a:pt x="3" y="41"/>
                        <a:pt x="4" y="40"/>
                      </a:cubicBezTo>
                    </a:path>
                  </a:pathLst>
                </a:custGeom>
                <a:solidFill>
                  <a:srgbClr val="455A64"/>
                </a:solidFill>
                <a:ln>
                  <a:noFill/>
                </a:ln>
              </p:spPr>
              <p:txBody>
                <a:bodyPr vert="horz" wrap="square" lIns="91440" tIns="45720" rIns="91440" bIns="45720" numCol="1" anchor="t" anchorCtr="0" compatLnSpc="1"/>
                <a:lstStyle/>
                <a:p>
                  <a:endParaRPr lang="zh-CN" altLang="en-US"/>
                </a:p>
              </p:txBody>
            </p:sp>
            <p:sp>
              <p:nvSpPr>
                <p:cNvPr id="741" name="任意多边形 1805"/>
                <p:cNvSpPr/>
                <p:nvPr/>
              </p:nvSpPr>
              <p:spPr bwMode="auto">
                <a:xfrm rot="16926750" flipH="1">
                  <a:off x="9105067" y="3067111"/>
                  <a:ext cx="88900" cy="65087"/>
                </a:xfrm>
                <a:custGeom>
                  <a:avLst/>
                  <a:gdLst>
                    <a:gd name="T0" fmla="*/ 4 w 34"/>
                    <a:gd name="T1" fmla="*/ 25 h 25"/>
                    <a:gd name="T2" fmla="*/ 33 w 34"/>
                    <a:gd name="T3" fmla="*/ 4 h 25"/>
                    <a:gd name="T4" fmla="*/ 33 w 34"/>
                    <a:gd name="T5" fmla="*/ 1 h 25"/>
                    <a:gd name="T6" fmla="*/ 31 w 34"/>
                    <a:gd name="T7" fmla="*/ 1 h 25"/>
                    <a:gd name="T8" fmla="*/ 1 w 34"/>
                    <a:gd name="T9" fmla="*/ 21 h 25"/>
                    <a:gd name="T10" fmla="*/ 1 w 34"/>
                    <a:gd name="T11" fmla="*/ 24 h 25"/>
                    <a:gd name="T12" fmla="*/ 4 w 3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34" h="25">
                      <a:moveTo>
                        <a:pt x="4" y="25"/>
                      </a:moveTo>
                      <a:cubicBezTo>
                        <a:pt x="33" y="4"/>
                        <a:pt x="33" y="4"/>
                        <a:pt x="33" y="4"/>
                      </a:cubicBezTo>
                      <a:cubicBezTo>
                        <a:pt x="34" y="3"/>
                        <a:pt x="34" y="2"/>
                        <a:pt x="33" y="1"/>
                      </a:cubicBezTo>
                      <a:cubicBezTo>
                        <a:pt x="33" y="0"/>
                        <a:pt x="32" y="0"/>
                        <a:pt x="31" y="1"/>
                      </a:cubicBezTo>
                      <a:cubicBezTo>
                        <a:pt x="1" y="21"/>
                        <a:pt x="1" y="21"/>
                        <a:pt x="1" y="21"/>
                      </a:cubicBezTo>
                      <a:cubicBezTo>
                        <a:pt x="0" y="22"/>
                        <a:pt x="0" y="23"/>
                        <a:pt x="1" y="24"/>
                      </a:cubicBezTo>
                      <a:cubicBezTo>
                        <a:pt x="1" y="25"/>
                        <a:pt x="3" y="25"/>
                        <a:pt x="4" y="25"/>
                      </a:cubicBezTo>
                    </a:path>
                  </a:pathLst>
                </a:custGeom>
                <a:solidFill>
                  <a:srgbClr val="455A64"/>
                </a:solidFill>
                <a:ln>
                  <a:noFill/>
                </a:ln>
              </p:spPr>
              <p:txBody>
                <a:bodyPr vert="horz" wrap="square" lIns="91440" tIns="45720" rIns="91440" bIns="45720" numCol="1" anchor="t" anchorCtr="0" compatLnSpc="1"/>
                <a:lstStyle/>
                <a:p>
                  <a:endParaRPr lang="zh-CN" altLang="en-US"/>
                </a:p>
              </p:txBody>
            </p:sp>
          </p:grpSp>
        </p:grpSp>
        <p:grpSp>
          <p:nvGrpSpPr>
            <p:cNvPr id="354" name="组合 353"/>
            <p:cNvGrpSpPr/>
            <p:nvPr/>
          </p:nvGrpSpPr>
          <p:grpSpPr>
            <a:xfrm flipH="1">
              <a:off x="3984853" y="2352051"/>
              <a:ext cx="3363912" cy="3423274"/>
              <a:chOff x="5508626" y="2352051"/>
              <a:chExt cx="3363912" cy="3423274"/>
            </a:xfrm>
          </p:grpSpPr>
          <p:sp>
            <p:nvSpPr>
              <p:cNvPr id="360" name="任意多边形 177"/>
              <p:cNvSpPr/>
              <p:nvPr/>
            </p:nvSpPr>
            <p:spPr bwMode="auto">
              <a:xfrm>
                <a:off x="6223001" y="3802063"/>
                <a:ext cx="958850" cy="546100"/>
              </a:xfrm>
              <a:custGeom>
                <a:avLst/>
                <a:gdLst>
                  <a:gd name="T0" fmla="*/ 41 w 604"/>
                  <a:gd name="T1" fmla="*/ 29 h 344"/>
                  <a:gd name="T2" fmla="*/ 185 w 604"/>
                  <a:gd name="T3" fmla="*/ 0 h 344"/>
                  <a:gd name="T4" fmla="*/ 461 w 604"/>
                  <a:gd name="T5" fmla="*/ 64 h 344"/>
                  <a:gd name="T6" fmla="*/ 602 w 604"/>
                  <a:gd name="T7" fmla="*/ 93 h 344"/>
                  <a:gd name="T8" fmla="*/ 604 w 604"/>
                  <a:gd name="T9" fmla="*/ 285 h 344"/>
                  <a:gd name="T10" fmla="*/ 292 w 604"/>
                  <a:gd name="T11" fmla="*/ 344 h 344"/>
                  <a:gd name="T12" fmla="*/ 80 w 604"/>
                  <a:gd name="T13" fmla="*/ 281 h 344"/>
                  <a:gd name="T14" fmla="*/ 0 w 604"/>
                  <a:gd name="T15" fmla="*/ 163 h 344"/>
                  <a:gd name="T16" fmla="*/ 41 w 604"/>
                  <a:gd name="T17" fmla="*/ 29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344">
                    <a:moveTo>
                      <a:pt x="41" y="29"/>
                    </a:moveTo>
                    <a:lnTo>
                      <a:pt x="185" y="0"/>
                    </a:lnTo>
                    <a:lnTo>
                      <a:pt x="461" y="64"/>
                    </a:lnTo>
                    <a:lnTo>
                      <a:pt x="602" y="93"/>
                    </a:lnTo>
                    <a:lnTo>
                      <a:pt x="604" y="285"/>
                    </a:lnTo>
                    <a:lnTo>
                      <a:pt x="292" y="344"/>
                    </a:lnTo>
                    <a:lnTo>
                      <a:pt x="80" y="281"/>
                    </a:lnTo>
                    <a:lnTo>
                      <a:pt x="0" y="163"/>
                    </a:lnTo>
                    <a:lnTo>
                      <a:pt x="41" y="29"/>
                    </a:lnTo>
                    <a:close/>
                  </a:path>
                </a:pathLst>
              </a:custGeom>
              <a:solidFill>
                <a:srgbClr val="FFBE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1" name="任意多边形 178"/>
              <p:cNvSpPr/>
              <p:nvPr/>
            </p:nvSpPr>
            <p:spPr bwMode="auto">
              <a:xfrm>
                <a:off x="5737226" y="3825876"/>
                <a:ext cx="1762125" cy="1928813"/>
              </a:xfrm>
              <a:custGeom>
                <a:avLst/>
                <a:gdLst>
                  <a:gd name="T0" fmla="*/ 143 w 654"/>
                  <a:gd name="T1" fmla="*/ 19 h 716"/>
                  <a:gd name="T2" fmla="*/ 224 w 654"/>
                  <a:gd name="T3" fmla="*/ 0 h 716"/>
                  <a:gd name="T4" fmla="*/ 421 w 654"/>
                  <a:gd name="T5" fmla="*/ 168 h 716"/>
                  <a:gd name="T6" fmla="*/ 535 w 654"/>
                  <a:gd name="T7" fmla="*/ 46 h 716"/>
                  <a:gd name="T8" fmla="*/ 619 w 654"/>
                  <a:gd name="T9" fmla="*/ 61 h 716"/>
                  <a:gd name="T10" fmla="*/ 616 w 654"/>
                  <a:gd name="T11" fmla="*/ 422 h 716"/>
                  <a:gd name="T12" fmla="*/ 555 w 654"/>
                  <a:gd name="T13" fmla="*/ 716 h 716"/>
                  <a:gd name="T14" fmla="*/ 0 w 654"/>
                  <a:gd name="T15" fmla="*/ 716 h 716"/>
                  <a:gd name="T16" fmla="*/ 143 w 654"/>
                  <a:gd name="T17" fmla="*/ 19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4" h="716">
                    <a:moveTo>
                      <a:pt x="143" y="19"/>
                    </a:moveTo>
                    <a:cubicBezTo>
                      <a:pt x="224" y="0"/>
                      <a:pt x="224" y="0"/>
                      <a:pt x="224" y="0"/>
                    </a:cubicBezTo>
                    <a:cubicBezTo>
                      <a:pt x="224" y="0"/>
                      <a:pt x="280" y="176"/>
                      <a:pt x="421" y="168"/>
                    </a:cubicBezTo>
                    <a:cubicBezTo>
                      <a:pt x="535" y="162"/>
                      <a:pt x="535" y="46"/>
                      <a:pt x="535" y="46"/>
                    </a:cubicBezTo>
                    <a:cubicBezTo>
                      <a:pt x="619" y="61"/>
                      <a:pt x="619" y="61"/>
                      <a:pt x="619" y="61"/>
                    </a:cubicBezTo>
                    <a:cubicBezTo>
                      <a:pt x="619" y="61"/>
                      <a:pt x="654" y="273"/>
                      <a:pt x="616" y="422"/>
                    </a:cubicBezTo>
                    <a:cubicBezTo>
                      <a:pt x="584" y="546"/>
                      <a:pt x="555" y="716"/>
                      <a:pt x="555" y="716"/>
                    </a:cubicBezTo>
                    <a:cubicBezTo>
                      <a:pt x="0" y="716"/>
                      <a:pt x="0" y="716"/>
                      <a:pt x="0" y="716"/>
                    </a:cubicBezTo>
                    <a:cubicBezTo>
                      <a:pt x="143" y="19"/>
                      <a:pt x="143" y="19"/>
                      <a:pt x="143" y="19"/>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362" name="任意多边形 179"/>
              <p:cNvSpPr/>
              <p:nvPr/>
            </p:nvSpPr>
            <p:spPr bwMode="auto">
              <a:xfrm>
                <a:off x="7305676" y="3971926"/>
                <a:ext cx="1012825" cy="1535113"/>
              </a:xfrm>
              <a:custGeom>
                <a:avLst/>
                <a:gdLst>
                  <a:gd name="T0" fmla="*/ 376 w 376"/>
                  <a:gd name="T1" fmla="*/ 509 h 570"/>
                  <a:gd name="T2" fmla="*/ 106 w 376"/>
                  <a:gd name="T3" fmla="*/ 56 h 570"/>
                  <a:gd name="T4" fmla="*/ 25 w 376"/>
                  <a:gd name="T5" fmla="*/ 6 h 570"/>
                  <a:gd name="T6" fmla="*/ 0 w 376"/>
                  <a:gd name="T7" fmla="*/ 277 h 570"/>
                  <a:gd name="T8" fmla="*/ 195 w 376"/>
                  <a:gd name="T9" fmla="*/ 553 h 570"/>
                  <a:gd name="T10" fmla="*/ 242 w 376"/>
                  <a:gd name="T11" fmla="*/ 570 h 570"/>
                  <a:gd name="T12" fmla="*/ 376 w 376"/>
                  <a:gd name="T13" fmla="*/ 509 h 570"/>
                </a:gdLst>
                <a:ahLst/>
                <a:cxnLst>
                  <a:cxn ang="0">
                    <a:pos x="T0" y="T1"/>
                  </a:cxn>
                  <a:cxn ang="0">
                    <a:pos x="T2" y="T3"/>
                  </a:cxn>
                  <a:cxn ang="0">
                    <a:pos x="T4" y="T5"/>
                  </a:cxn>
                  <a:cxn ang="0">
                    <a:pos x="T6" y="T7"/>
                  </a:cxn>
                  <a:cxn ang="0">
                    <a:pos x="T8" y="T9"/>
                  </a:cxn>
                  <a:cxn ang="0">
                    <a:pos x="T10" y="T11"/>
                  </a:cxn>
                  <a:cxn ang="0">
                    <a:pos x="T12" y="T13"/>
                  </a:cxn>
                </a:cxnLst>
                <a:rect l="0" t="0" r="r" b="b"/>
                <a:pathLst>
                  <a:path w="376" h="570">
                    <a:moveTo>
                      <a:pt x="376" y="509"/>
                    </a:moveTo>
                    <a:cubicBezTo>
                      <a:pt x="376" y="509"/>
                      <a:pt x="147" y="108"/>
                      <a:pt x="106" y="56"/>
                    </a:cubicBezTo>
                    <a:cubicBezTo>
                      <a:pt x="61" y="0"/>
                      <a:pt x="25" y="6"/>
                      <a:pt x="25" y="6"/>
                    </a:cubicBezTo>
                    <a:cubicBezTo>
                      <a:pt x="0" y="277"/>
                      <a:pt x="0" y="277"/>
                      <a:pt x="0" y="277"/>
                    </a:cubicBezTo>
                    <a:cubicBezTo>
                      <a:pt x="195" y="553"/>
                      <a:pt x="195" y="553"/>
                      <a:pt x="195" y="553"/>
                    </a:cubicBezTo>
                    <a:cubicBezTo>
                      <a:pt x="242" y="570"/>
                      <a:pt x="242" y="570"/>
                      <a:pt x="242" y="570"/>
                    </a:cubicBezTo>
                    <a:cubicBezTo>
                      <a:pt x="376" y="509"/>
                      <a:pt x="376" y="509"/>
                      <a:pt x="376" y="509"/>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3" name="任意多边形 180"/>
              <p:cNvSpPr/>
              <p:nvPr/>
            </p:nvSpPr>
            <p:spPr bwMode="auto">
              <a:xfrm>
                <a:off x="5508626" y="3871913"/>
                <a:ext cx="714375" cy="1747838"/>
              </a:xfrm>
              <a:custGeom>
                <a:avLst/>
                <a:gdLst>
                  <a:gd name="T0" fmla="*/ 238 w 265"/>
                  <a:gd name="T1" fmla="*/ 0 h 649"/>
                  <a:gd name="T2" fmla="*/ 61 w 265"/>
                  <a:gd name="T3" fmla="*/ 224 h 649"/>
                  <a:gd name="T4" fmla="*/ 5 w 265"/>
                  <a:gd name="T5" fmla="*/ 509 h 649"/>
                  <a:gd name="T6" fmla="*/ 89 w 265"/>
                  <a:gd name="T7" fmla="*/ 629 h 649"/>
                  <a:gd name="T8" fmla="*/ 158 w 265"/>
                  <a:gd name="T9" fmla="*/ 642 h 649"/>
                  <a:gd name="T10" fmla="*/ 241 w 265"/>
                  <a:gd name="T11" fmla="*/ 587 h 649"/>
                  <a:gd name="T12" fmla="*/ 265 w 265"/>
                  <a:gd name="T13" fmla="*/ 491 h 649"/>
                  <a:gd name="T14" fmla="*/ 203 w 265"/>
                  <a:gd name="T15" fmla="*/ 470 h 649"/>
                  <a:gd name="T16" fmla="*/ 217 w 265"/>
                  <a:gd name="T17" fmla="*/ 183 h 649"/>
                  <a:gd name="T18" fmla="*/ 238 w 265"/>
                  <a:gd name="T19" fmla="*/ 0 h 6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5" h="649">
                    <a:moveTo>
                      <a:pt x="238" y="0"/>
                    </a:moveTo>
                    <a:cubicBezTo>
                      <a:pt x="238" y="0"/>
                      <a:pt x="107" y="10"/>
                      <a:pt x="61" y="224"/>
                    </a:cubicBezTo>
                    <a:cubicBezTo>
                      <a:pt x="40" y="320"/>
                      <a:pt x="13" y="433"/>
                      <a:pt x="5" y="509"/>
                    </a:cubicBezTo>
                    <a:cubicBezTo>
                      <a:pt x="0" y="564"/>
                      <a:pt x="34" y="622"/>
                      <a:pt x="89" y="629"/>
                    </a:cubicBezTo>
                    <a:cubicBezTo>
                      <a:pt x="158" y="642"/>
                      <a:pt x="158" y="642"/>
                      <a:pt x="158" y="642"/>
                    </a:cubicBezTo>
                    <a:cubicBezTo>
                      <a:pt x="196" y="649"/>
                      <a:pt x="232" y="625"/>
                      <a:pt x="241" y="587"/>
                    </a:cubicBezTo>
                    <a:cubicBezTo>
                      <a:pt x="265" y="491"/>
                      <a:pt x="265" y="491"/>
                      <a:pt x="265" y="491"/>
                    </a:cubicBezTo>
                    <a:cubicBezTo>
                      <a:pt x="203" y="470"/>
                      <a:pt x="203" y="470"/>
                      <a:pt x="203" y="470"/>
                    </a:cubicBezTo>
                    <a:cubicBezTo>
                      <a:pt x="217" y="183"/>
                      <a:pt x="217" y="183"/>
                      <a:pt x="217" y="183"/>
                    </a:cubicBezTo>
                    <a:lnTo>
                      <a:pt x="238" y="0"/>
                    </a:lnTo>
                    <a:close/>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4" name="任意多边形 181"/>
              <p:cNvSpPr/>
              <p:nvPr/>
            </p:nvSpPr>
            <p:spPr bwMode="auto">
              <a:xfrm>
                <a:off x="7343776" y="4391026"/>
                <a:ext cx="107950" cy="792163"/>
              </a:xfrm>
              <a:custGeom>
                <a:avLst/>
                <a:gdLst>
                  <a:gd name="T0" fmla="*/ 34 w 40"/>
                  <a:gd name="T1" fmla="*/ 0 h 294"/>
                  <a:gd name="T2" fmla="*/ 34 w 40"/>
                  <a:gd name="T3" fmla="*/ 3 h 294"/>
                  <a:gd name="T4" fmla="*/ 36 w 40"/>
                  <a:gd name="T5" fmla="*/ 12 h 294"/>
                  <a:gd name="T6" fmla="*/ 36 w 40"/>
                  <a:gd name="T7" fmla="*/ 18 h 294"/>
                  <a:gd name="T8" fmla="*/ 37 w 40"/>
                  <a:gd name="T9" fmla="*/ 25 h 294"/>
                  <a:gd name="T10" fmla="*/ 39 w 40"/>
                  <a:gd name="T11" fmla="*/ 44 h 294"/>
                  <a:gd name="T12" fmla="*/ 39 w 40"/>
                  <a:gd name="T13" fmla="*/ 91 h 294"/>
                  <a:gd name="T14" fmla="*/ 33 w 40"/>
                  <a:gd name="T15" fmla="*/ 149 h 294"/>
                  <a:gd name="T16" fmla="*/ 23 w 40"/>
                  <a:gd name="T17" fmla="*/ 206 h 294"/>
                  <a:gd name="T18" fmla="*/ 12 w 40"/>
                  <a:gd name="T19" fmla="*/ 252 h 294"/>
                  <a:gd name="T20" fmla="*/ 4 w 40"/>
                  <a:gd name="T21" fmla="*/ 283 h 294"/>
                  <a:gd name="T22" fmla="*/ 1 w 40"/>
                  <a:gd name="T23" fmla="*/ 292 h 294"/>
                  <a:gd name="T24" fmla="*/ 0 w 40"/>
                  <a:gd name="T25" fmla="*/ 294 h 294"/>
                  <a:gd name="T26" fmla="*/ 1 w 40"/>
                  <a:gd name="T27" fmla="*/ 291 h 294"/>
                  <a:gd name="T28" fmla="*/ 3 w 40"/>
                  <a:gd name="T29" fmla="*/ 283 h 294"/>
                  <a:gd name="T30" fmla="*/ 10 w 40"/>
                  <a:gd name="T31" fmla="*/ 252 h 294"/>
                  <a:gd name="T32" fmla="*/ 21 w 40"/>
                  <a:gd name="T33" fmla="*/ 206 h 294"/>
                  <a:gd name="T34" fmla="*/ 31 w 40"/>
                  <a:gd name="T35" fmla="*/ 149 h 294"/>
                  <a:gd name="T36" fmla="*/ 37 w 40"/>
                  <a:gd name="T37" fmla="*/ 91 h 294"/>
                  <a:gd name="T38" fmla="*/ 37 w 40"/>
                  <a:gd name="T39" fmla="*/ 44 h 294"/>
                  <a:gd name="T40" fmla="*/ 36 w 40"/>
                  <a:gd name="T41" fmla="*/ 26 h 294"/>
                  <a:gd name="T42" fmla="*/ 35 w 40"/>
                  <a:gd name="T43" fmla="*/ 18 h 294"/>
                  <a:gd name="T44" fmla="*/ 35 w 40"/>
                  <a:gd name="T45" fmla="*/ 12 h 294"/>
                  <a:gd name="T46" fmla="*/ 34 w 40"/>
                  <a:gd name="T47" fmla="*/ 3 h 294"/>
                  <a:gd name="T48" fmla="*/ 34 w 40"/>
                  <a:gd name="T49"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294">
                    <a:moveTo>
                      <a:pt x="34" y="0"/>
                    </a:moveTo>
                    <a:cubicBezTo>
                      <a:pt x="34" y="0"/>
                      <a:pt x="34" y="1"/>
                      <a:pt x="34" y="3"/>
                    </a:cubicBezTo>
                    <a:cubicBezTo>
                      <a:pt x="35" y="5"/>
                      <a:pt x="35" y="8"/>
                      <a:pt x="36" y="12"/>
                    </a:cubicBezTo>
                    <a:cubicBezTo>
                      <a:pt x="36" y="14"/>
                      <a:pt x="36" y="16"/>
                      <a:pt x="36" y="18"/>
                    </a:cubicBezTo>
                    <a:cubicBezTo>
                      <a:pt x="37" y="20"/>
                      <a:pt x="37" y="23"/>
                      <a:pt x="37" y="25"/>
                    </a:cubicBezTo>
                    <a:cubicBezTo>
                      <a:pt x="38" y="31"/>
                      <a:pt x="38" y="37"/>
                      <a:pt x="39" y="44"/>
                    </a:cubicBezTo>
                    <a:cubicBezTo>
                      <a:pt x="40" y="57"/>
                      <a:pt x="40" y="73"/>
                      <a:pt x="39" y="91"/>
                    </a:cubicBezTo>
                    <a:cubicBezTo>
                      <a:pt x="38" y="109"/>
                      <a:pt x="36" y="129"/>
                      <a:pt x="33" y="149"/>
                    </a:cubicBezTo>
                    <a:cubicBezTo>
                      <a:pt x="30" y="169"/>
                      <a:pt x="26" y="189"/>
                      <a:pt x="23" y="206"/>
                    </a:cubicBezTo>
                    <a:cubicBezTo>
                      <a:pt x="19" y="224"/>
                      <a:pt x="15" y="239"/>
                      <a:pt x="12" y="252"/>
                    </a:cubicBezTo>
                    <a:cubicBezTo>
                      <a:pt x="8" y="265"/>
                      <a:pt x="6" y="276"/>
                      <a:pt x="4" y="283"/>
                    </a:cubicBezTo>
                    <a:cubicBezTo>
                      <a:pt x="3" y="287"/>
                      <a:pt x="2" y="289"/>
                      <a:pt x="1" y="292"/>
                    </a:cubicBezTo>
                    <a:cubicBezTo>
                      <a:pt x="1" y="294"/>
                      <a:pt x="1" y="294"/>
                      <a:pt x="0" y="294"/>
                    </a:cubicBezTo>
                    <a:cubicBezTo>
                      <a:pt x="0" y="294"/>
                      <a:pt x="1" y="293"/>
                      <a:pt x="1" y="291"/>
                    </a:cubicBezTo>
                    <a:cubicBezTo>
                      <a:pt x="1" y="289"/>
                      <a:pt x="2" y="287"/>
                      <a:pt x="3" y="283"/>
                    </a:cubicBezTo>
                    <a:cubicBezTo>
                      <a:pt x="5" y="275"/>
                      <a:pt x="7" y="265"/>
                      <a:pt x="10" y="252"/>
                    </a:cubicBezTo>
                    <a:cubicBezTo>
                      <a:pt x="13" y="239"/>
                      <a:pt x="17" y="223"/>
                      <a:pt x="21" y="206"/>
                    </a:cubicBezTo>
                    <a:cubicBezTo>
                      <a:pt x="24" y="188"/>
                      <a:pt x="28" y="169"/>
                      <a:pt x="31" y="149"/>
                    </a:cubicBezTo>
                    <a:cubicBezTo>
                      <a:pt x="34" y="128"/>
                      <a:pt x="36" y="109"/>
                      <a:pt x="37" y="91"/>
                    </a:cubicBezTo>
                    <a:cubicBezTo>
                      <a:pt x="38" y="73"/>
                      <a:pt x="38" y="57"/>
                      <a:pt x="37" y="44"/>
                    </a:cubicBezTo>
                    <a:cubicBezTo>
                      <a:pt x="37" y="37"/>
                      <a:pt x="36" y="31"/>
                      <a:pt x="36" y="26"/>
                    </a:cubicBezTo>
                    <a:cubicBezTo>
                      <a:pt x="36" y="23"/>
                      <a:pt x="36" y="20"/>
                      <a:pt x="35" y="18"/>
                    </a:cubicBezTo>
                    <a:cubicBezTo>
                      <a:pt x="35" y="16"/>
                      <a:pt x="35" y="14"/>
                      <a:pt x="35" y="12"/>
                    </a:cubicBezTo>
                    <a:cubicBezTo>
                      <a:pt x="34" y="8"/>
                      <a:pt x="34" y="5"/>
                      <a:pt x="34" y="3"/>
                    </a:cubicBezTo>
                    <a:cubicBezTo>
                      <a:pt x="34" y="1"/>
                      <a:pt x="34" y="0"/>
                      <a:pt x="34" y="0"/>
                    </a:cubicBezTo>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5" name="任意多边形 182"/>
              <p:cNvSpPr/>
              <p:nvPr/>
            </p:nvSpPr>
            <p:spPr bwMode="auto">
              <a:xfrm>
                <a:off x="6026151" y="4429126"/>
                <a:ext cx="212725" cy="792163"/>
              </a:xfrm>
              <a:custGeom>
                <a:avLst/>
                <a:gdLst>
                  <a:gd name="T0" fmla="*/ 79 w 79"/>
                  <a:gd name="T1" fmla="*/ 294 h 294"/>
                  <a:gd name="T2" fmla="*/ 78 w 79"/>
                  <a:gd name="T3" fmla="*/ 293 h 294"/>
                  <a:gd name="T4" fmla="*/ 76 w 79"/>
                  <a:gd name="T5" fmla="*/ 288 h 294"/>
                  <a:gd name="T6" fmla="*/ 74 w 79"/>
                  <a:gd name="T7" fmla="*/ 279 h 294"/>
                  <a:gd name="T8" fmla="*/ 69 w 79"/>
                  <a:gd name="T9" fmla="*/ 269 h 294"/>
                  <a:gd name="T10" fmla="*/ 57 w 79"/>
                  <a:gd name="T11" fmla="*/ 262 h 294"/>
                  <a:gd name="T12" fmla="*/ 41 w 79"/>
                  <a:gd name="T13" fmla="*/ 257 h 294"/>
                  <a:gd name="T14" fmla="*/ 1 w 79"/>
                  <a:gd name="T15" fmla="*/ 253 h 294"/>
                  <a:gd name="T16" fmla="*/ 0 w 79"/>
                  <a:gd name="T17" fmla="*/ 253 h 294"/>
                  <a:gd name="T18" fmla="*/ 0 w 79"/>
                  <a:gd name="T19" fmla="*/ 252 h 294"/>
                  <a:gd name="T20" fmla="*/ 12 w 79"/>
                  <a:gd name="T21" fmla="*/ 175 h 294"/>
                  <a:gd name="T22" fmla="*/ 31 w 79"/>
                  <a:gd name="T23" fmla="*/ 51 h 294"/>
                  <a:gd name="T24" fmla="*/ 37 w 79"/>
                  <a:gd name="T25" fmla="*/ 14 h 294"/>
                  <a:gd name="T26" fmla="*/ 39 w 79"/>
                  <a:gd name="T27" fmla="*/ 3 h 294"/>
                  <a:gd name="T28" fmla="*/ 40 w 79"/>
                  <a:gd name="T29" fmla="*/ 1 h 294"/>
                  <a:gd name="T30" fmla="*/ 40 w 79"/>
                  <a:gd name="T31" fmla="*/ 0 h 294"/>
                  <a:gd name="T32" fmla="*/ 40 w 79"/>
                  <a:gd name="T33" fmla="*/ 1 h 294"/>
                  <a:gd name="T34" fmla="*/ 39 w 79"/>
                  <a:gd name="T35" fmla="*/ 4 h 294"/>
                  <a:gd name="T36" fmla="*/ 38 w 79"/>
                  <a:gd name="T37" fmla="*/ 14 h 294"/>
                  <a:gd name="T38" fmla="*/ 33 w 79"/>
                  <a:gd name="T39" fmla="*/ 51 h 294"/>
                  <a:gd name="T40" fmla="*/ 14 w 79"/>
                  <a:gd name="T41" fmla="*/ 175 h 294"/>
                  <a:gd name="T42" fmla="*/ 2 w 79"/>
                  <a:gd name="T43" fmla="*/ 252 h 294"/>
                  <a:gd name="T44" fmla="*/ 1 w 79"/>
                  <a:gd name="T45" fmla="*/ 251 h 294"/>
                  <a:gd name="T46" fmla="*/ 41 w 79"/>
                  <a:gd name="T47" fmla="*/ 255 h 294"/>
                  <a:gd name="T48" fmla="*/ 58 w 79"/>
                  <a:gd name="T49" fmla="*/ 260 h 294"/>
                  <a:gd name="T50" fmla="*/ 70 w 79"/>
                  <a:gd name="T51" fmla="*/ 268 h 294"/>
                  <a:gd name="T52" fmla="*/ 73 w 79"/>
                  <a:gd name="T53" fmla="*/ 274 h 294"/>
                  <a:gd name="T54" fmla="*/ 75 w 79"/>
                  <a:gd name="T55" fmla="*/ 279 h 294"/>
                  <a:gd name="T56" fmla="*/ 77 w 79"/>
                  <a:gd name="T57" fmla="*/ 287 h 294"/>
                  <a:gd name="T58" fmla="*/ 78 w 79"/>
                  <a:gd name="T59" fmla="*/ 293 h 294"/>
                  <a:gd name="T60" fmla="*/ 79 w 79"/>
                  <a:gd name="T61" fmla="*/ 29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9" h="294">
                    <a:moveTo>
                      <a:pt x="79" y="294"/>
                    </a:moveTo>
                    <a:cubicBezTo>
                      <a:pt x="79" y="294"/>
                      <a:pt x="78" y="294"/>
                      <a:pt x="78" y="293"/>
                    </a:cubicBezTo>
                    <a:cubicBezTo>
                      <a:pt x="78" y="291"/>
                      <a:pt x="77" y="290"/>
                      <a:pt x="76" y="288"/>
                    </a:cubicBezTo>
                    <a:cubicBezTo>
                      <a:pt x="76" y="285"/>
                      <a:pt x="75" y="282"/>
                      <a:pt x="74" y="279"/>
                    </a:cubicBezTo>
                    <a:cubicBezTo>
                      <a:pt x="73" y="276"/>
                      <a:pt x="72" y="272"/>
                      <a:pt x="69" y="269"/>
                    </a:cubicBezTo>
                    <a:cubicBezTo>
                      <a:pt x="66" y="266"/>
                      <a:pt x="62" y="263"/>
                      <a:pt x="57" y="262"/>
                    </a:cubicBezTo>
                    <a:cubicBezTo>
                      <a:pt x="52" y="260"/>
                      <a:pt x="47" y="258"/>
                      <a:pt x="41" y="257"/>
                    </a:cubicBezTo>
                    <a:cubicBezTo>
                      <a:pt x="29" y="255"/>
                      <a:pt x="16" y="253"/>
                      <a:pt x="1" y="253"/>
                    </a:cubicBezTo>
                    <a:cubicBezTo>
                      <a:pt x="0" y="253"/>
                      <a:pt x="0" y="253"/>
                      <a:pt x="0" y="253"/>
                    </a:cubicBezTo>
                    <a:cubicBezTo>
                      <a:pt x="0" y="252"/>
                      <a:pt x="0" y="252"/>
                      <a:pt x="0" y="252"/>
                    </a:cubicBezTo>
                    <a:cubicBezTo>
                      <a:pt x="3" y="229"/>
                      <a:pt x="7" y="203"/>
                      <a:pt x="12" y="175"/>
                    </a:cubicBezTo>
                    <a:cubicBezTo>
                      <a:pt x="19" y="127"/>
                      <a:pt x="26" y="83"/>
                      <a:pt x="31" y="51"/>
                    </a:cubicBezTo>
                    <a:cubicBezTo>
                      <a:pt x="34" y="35"/>
                      <a:pt x="36" y="23"/>
                      <a:pt x="37" y="14"/>
                    </a:cubicBezTo>
                    <a:cubicBezTo>
                      <a:pt x="38" y="9"/>
                      <a:pt x="39" y="6"/>
                      <a:pt x="39" y="3"/>
                    </a:cubicBezTo>
                    <a:cubicBezTo>
                      <a:pt x="39" y="2"/>
                      <a:pt x="39" y="2"/>
                      <a:pt x="40" y="1"/>
                    </a:cubicBezTo>
                    <a:cubicBezTo>
                      <a:pt x="40" y="0"/>
                      <a:pt x="40" y="0"/>
                      <a:pt x="40" y="0"/>
                    </a:cubicBezTo>
                    <a:cubicBezTo>
                      <a:pt x="40" y="0"/>
                      <a:pt x="40" y="0"/>
                      <a:pt x="40" y="1"/>
                    </a:cubicBezTo>
                    <a:cubicBezTo>
                      <a:pt x="40" y="2"/>
                      <a:pt x="40" y="2"/>
                      <a:pt x="39" y="4"/>
                    </a:cubicBezTo>
                    <a:cubicBezTo>
                      <a:pt x="39" y="6"/>
                      <a:pt x="39" y="9"/>
                      <a:pt x="38" y="14"/>
                    </a:cubicBezTo>
                    <a:cubicBezTo>
                      <a:pt x="37" y="23"/>
                      <a:pt x="35" y="36"/>
                      <a:pt x="33" y="51"/>
                    </a:cubicBezTo>
                    <a:cubicBezTo>
                      <a:pt x="28" y="83"/>
                      <a:pt x="21" y="127"/>
                      <a:pt x="14" y="175"/>
                    </a:cubicBezTo>
                    <a:cubicBezTo>
                      <a:pt x="9" y="203"/>
                      <a:pt x="5" y="229"/>
                      <a:pt x="2" y="252"/>
                    </a:cubicBezTo>
                    <a:cubicBezTo>
                      <a:pt x="1" y="251"/>
                      <a:pt x="1" y="251"/>
                      <a:pt x="1" y="251"/>
                    </a:cubicBezTo>
                    <a:cubicBezTo>
                      <a:pt x="16" y="251"/>
                      <a:pt x="29" y="253"/>
                      <a:pt x="41" y="255"/>
                    </a:cubicBezTo>
                    <a:cubicBezTo>
                      <a:pt x="47" y="257"/>
                      <a:pt x="53" y="258"/>
                      <a:pt x="58" y="260"/>
                    </a:cubicBezTo>
                    <a:cubicBezTo>
                      <a:pt x="63" y="262"/>
                      <a:pt x="67" y="265"/>
                      <a:pt x="70" y="268"/>
                    </a:cubicBezTo>
                    <a:cubicBezTo>
                      <a:pt x="72" y="270"/>
                      <a:pt x="73" y="272"/>
                      <a:pt x="73" y="274"/>
                    </a:cubicBezTo>
                    <a:cubicBezTo>
                      <a:pt x="74" y="276"/>
                      <a:pt x="74" y="277"/>
                      <a:pt x="75" y="279"/>
                    </a:cubicBezTo>
                    <a:cubicBezTo>
                      <a:pt x="76" y="282"/>
                      <a:pt x="76" y="285"/>
                      <a:pt x="77" y="287"/>
                    </a:cubicBezTo>
                    <a:cubicBezTo>
                      <a:pt x="78" y="290"/>
                      <a:pt x="78" y="291"/>
                      <a:pt x="78" y="293"/>
                    </a:cubicBezTo>
                    <a:cubicBezTo>
                      <a:pt x="79" y="294"/>
                      <a:pt x="79" y="294"/>
                      <a:pt x="79" y="294"/>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6" name="任意多边形 183"/>
              <p:cNvSpPr/>
              <p:nvPr/>
            </p:nvSpPr>
            <p:spPr bwMode="auto">
              <a:xfrm>
                <a:off x="5754689" y="5105401"/>
                <a:ext cx="276225" cy="204788"/>
              </a:xfrm>
              <a:custGeom>
                <a:avLst/>
                <a:gdLst>
                  <a:gd name="T0" fmla="*/ 0 w 103"/>
                  <a:gd name="T1" fmla="*/ 76 h 76"/>
                  <a:gd name="T2" fmla="*/ 1 w 103"/>
                  <a:gd name="T3" fmla="*/ 71 h 76"/>
                  <a:gd name="T4" fmla="*/ 6 w 103"/>
                  <a:gd name="T5" fmla="*/ 57 h 76"/>
                  <a:gd name="T6" fmla="*/ 37 w 103"/>
                  <a:gd name="T7" fmla="*/ 19 h 76"/>
                  <a:gd name="T8" fmla="*/ 83 w 103"/>
                  <a:gd name="T9" fmla="*/ 1 h 76"/>
                  <a:gd name="T10" fmla="*/ 98 w 103"/>
                  <a:gd name="T11" fmla="*/ 1 h 76"/>
                  <a:gd name="T12" fmla="*/ 103 w 103"/>
                  <a:gd name="T13" fmla="*/ 1 h 76"/>
                  <a:gd name="T14" fmla="*/ 83 w 103"/>
                  <a:gd name="T15" fmla="*/ 2 h 76"/>
                  <a:gd name="T16" fmla="*/ 39 w 103"/>
                  <a:gd name="T17" fmla="*/ 20 h 76"/>
                  <a:gd name="T18" fmla="*/ 8 w 103"/>
                  <a:gd name="T19" fmla="*/ 57 h 76"/>
                  <a:gd name="T20" fmla="*/ 0 w 103"/>
                  <a:gd name="T21"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76">
                    <a:moveTo>
                      <a:pt x="0" y="76"/>
                    </a:moveTo>
                    <a:cubicBezTo>
                      <a:pt x="0" y="76"/>
                      <a:pt x="1" y="74"/>
                      <a:pt x="1" y="71"/>
                    </a:cubicBezTo>
                    <a:cubicBezTo>
                      <a:pt x="2" y="67"/>
                      <a:pt x="4" y="62"/>
                      <a:pt x="6" y="57"/>
                    </a:cubicBezTo>
                    <a:cubicBezTo>
                      <a:pt x="12" y="45"/>
                      <a:pt x="22" y="30"/>
                      <a:pt x="37" y="19"/>
                    </a:cubicBezTo>
                    <a:cubicBezTo>
                      <a:pt x="53" y="7"/>
                      <a:pt x="70" y="2"/>
                      <a:pt x="83" y="1"/>
                    </a:cubicBezTo>
                    <a:cubicBezTo>
                      <a:pt x="89" y="0"/>
                      <a:pt x="94" y="0"/>
                      <a:pt x="98" y="1"/>
                    </a:cubicBezTo>
                    <a:cubicBezTo>
                      <a:pt x="101" y="1"/>
                      <a:pt x="103" y="1"/>
                      <a:pt x="103" y="1"/>
                    </a:cubicBezTo>
                    <a:cubicBezTo>
                      <a:pt x="103" y="2"/>
                      <a:pt x="95" y="1"/>
                      <a:pt x="83" y="2"/>
                    </a:cubicBezTo>
                    <a:cubicBezTo>
                      <a:pt x="71" y="4"/>
                      <a:pt x="54" y="9"/>
                      <a:pt x="39" y="20"/>
                    </a:cubicBezTo>
                    <a:cubicBezTo>
                      <a:pt x="23" y="32"/>
                      <a:pt x="13" y="46"/>
                      <a:pt x="8" y="57"/>
                    </a:cubicBezTo>
                    <a:cubicBezTo>
                      <a:pt x="2" y="68"/>
                      <a:pt x="1" y="76"/>
                      <a:pt x="0" y="7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7" name="任意多边形 184"/>
              <p:cNvSpPr/>
              <p:nvPr/>
            </p:nvSpPr>
            <p:spPr bwMode="auto">
              <a:xfrm>
                <a:off x="5835651" y="5021263"/>
                <a:ext cx="195263" cy="84138"/>
              </a:xfrm>
              <a:custGeom>
                <a:avLst/>
                <a:gdLst>
                  <a:gd name="T0" fmla="*/ 0 w 73"/>
                  <a:gd name="T1" fmla="*/ 1 h 31"/>
                  <a:gd name="T2" fmla="*/ 4 w 73"/>
                  <a:gd name="T3" fmla="*/ 0 h 31"/>
                  <a:gd name="T4" fmla="*/ 12 w 73"/>
                  <a:gd name="T5" fmla="*/ 1 h 31"/>
                  <a:gd name="T6" fmla="*/ 40 w 73"/>
                  <a:gd name="T7" fmla="*/ 8 h 31"/>
                  <a:gd name="T8" fmla="*/ 64 w 73"/>
                  <a:gd name="T9" fmla="*/ 22 h 31"/>
                  <a:gd name="T10" fmla="*/ 70 w 73"/>
                  <a:gd name="T11" fmla="*/ 28 h 31"/>
                  <a:gd name="T12" fmla="*/ 72 w 73"/>
                  <a:gd name="T13" fmla="*/ 30 h 31"/>
                  <a:gd name="T14" fmla="*/ 63 w 73"/>
                  <a:gd name="T15" fmla="*/ 23 h 31"/>
                  <a:gd name="T16" fmla="*/ 39 w 73"/>
                  <a:gd name="T17" fmla="*/ 10 h 31"/>
                  <a:gd name="T18" fmla="*/ 12 w 73"/>
                  <a:gd name="T19" fmla="*/ 2 h 31"/>
                  <a:gd name="T20" fmla="*/ 0 w 73"/>
                  <a:gd name="T21"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31">
                    <a:moveTo>
                      <a:pt x="0" y="1"/>
                    </a:moveTo>
                    <a:cubicBezTo>
                      <a:pt x="0" y="1"/>
                      <a:pt x="2" y="1"/>
                      <a:pt x="4" y="0"/>
                    </a:cubicBezTo>
                    <a:cubicBezTo>
                      <a:pt x="6" y="0"/>
                      <a:pt x="9" y="0"/>
                      <a:pt x="12" y="1"/>
                    </a:cubicBezTo>
                    <a:cubicBezTo>
                      <a:pt x="19" y="2"/>
                      <a:pt x="29" y="4"/>
                      <a:pt x="40" y="8"/>
                    </a:cubicBezTo>
                    <a:cubicBezTo>
                      <a:pt x="50" y="12"/>
                      <a:pt x="58" y="18"/>
                      <a:pt x="64" y="22"/>
                    </a:cubicBezTo>
                    <a:cubicBezTo>
                      <a:pt x="67" y="24"/>
                      <a:pt x="69" y="26"/>
                      <a:pt x="70" y="28"/>
                    </a:cubicBezTo>
                    <a:cubicBezTo>
                      <a:pt x="72" y="29"/>
                      <a:pt x="73" y="30"/>
                      <a:pt x="72" y="30"/>
                    </a:cubicBezTo>
                    <a:cubicBezTo>
                      <a:pt x="72" y="31"/>
                      <a:pt x="69" y="28"/>
                      <a:pt x="63" y="23"/>
                    </a:cubicBezTo>
                    <a:cubicBezTo>
                      <a:pt x="57" y="19"/>
                      <a:pt x="49" y="14"/>
                      <a:pt x="39" y="10"/>
                    </a:cubicBezTo>
                    <a:cubicBezTo>
                      <a:pt x="29" y="6"/>
                      <a:pt x="19" y="3"/>
                      <a:pt x="12" y="2"/>
                    </a:cubicBezTo>
                    <a:cubicBezTo>
                      <a:pt x="5" y="1"/>
                      <a:pt x="0" y="1"/>
                      <a:pt x="0" y="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8" name="任意多边形 185"/>
              <p:cNvSpPr/>
              <p:nvPr/>
            </p:nvSpPr>
            <p:spPr bwMode="auto">
              <a:xfrm>
                <a:off x="6096001" y="3910013"/>
                <a:ext cx="104775" cy="368300"/>
              </a:xfrm>
              <a:custGeom>
                <a:avLst/>
                <a:gdLst>
                  <a:gd name="T0" fmla="*/ 38 w 39"/>
                  <a:gd name="T1" fmla="*/ 137 h 137"/>
                  <a:gd name="T2" fmla="*/ 38 w 39"/>
                  <a:gd name="T3" fmla="*/ 132 h 137"/>
                  <a:gd name="T4" fmla="*/ 37 w 39"/>
                  <a:gd name="T5" fmla="*/ 116 h 137"/>
                  <a:gd name="T6" fmla="*/ 29 w 39"/>
                  <a:gd name="T7" fmla="*/ 66 h 137"/>
                  <a:gd name="T8" fmla="*/ 10 w 39"/>
                  <a:gd name="T9" fmla="*/ 19 h 137"/>
                  <a:gd name="T10" fmla="*/ 2 w 39"/>
                  <a:gd name="T11" fmla="*/ 5 h 137"/>
                  <a:gd name="T12" fmla="*/ 0 w 39"/>
                  <a:gd name="T13" fmla="*/ 0 h 137"/>
                  <a:gd name="T14" fmla="*/ 3 w 39"/>
                  <a:gd name="T15" fmla="*/ 5 h 137"/>
                  <a:gd name="T16" fmla="*/ 11 w 39"/>
                  <a:gd name="T17" fmla="*/ 18 h 137"/>
                  <a:gd name="T18" fmla="*/ 31 w 39"/>
                  <a:gd name="T19" fmla="*/ 65 h 137"/>
                  <a:gd name="T20" fmla="*/ 39 w 39"/>
                  <a:gd name="T21" fmla="*/ 116 h 137"/>
                  <a:gd name="T22" fmla="*/ 39 w 39"/>
                  <a:gd name="T23" fmla="*/ 132 h 137"/>
                  <a:gd name="T24" fmla="*/ 38 w 39"/>
                  <a:gd name="T25"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137">
                    <a:moveTo>
                      <a:pt x="38" y="137"/>
                    </a:moveTo>
                    <a:cubicBezTo>
                      <a:pt x="38" y="137"/>
                      <a:pt x="38" y="135"/>
                      <a:pt x="38" y="132"/>
                    </a:cubicBezTo>
                    <a:cubicBezTo>
                      <a:pt x="38" y="128"/>
                      <a:pt x="38" y="123"/>
                      <a:pt x="37" y="116"/>
                    </a:cubicBezTo>
                    <a:cubicBezTo>
                      <a:pt x="36" y="103"/>
                      <a:pt x="34" y="85"/>
                      <a:pt x="29" y="66"/>
                    </a:cubicBezTo>
                    <a:cubicBezTo>
                      <a:pt x="23" y="47"/>
                      <a:pt x="16" y="30"/>
                      <a:pt x="10" y="19"/>
                    </a:cubicBezTo>
                    <a:cubicBezTo>
                      <a:pt x="7" y="13"/>
                      <a:pt x="4" y="8"/>
                      <a:pt x="2" y="5"/>
                    </a:cubicBezTo>
                    <a:cubicBezTo>
                      <a:pt x="1" y="2"/>
                      <a:pt x="0" y="0"/>
                      <a:pt x="0" y="0"/>
                    </a:cubicBezTo>
                    <a:cubicBezTo>
                      <a:pt x="0" y="0"/>
                      <a:pt x="1" y="1"/>
                      <a:pt x="3" y="5"/>
                    </a:cubicBezTo>
                    <a:cubicBezTo>
                      <a:pt x="5" y="8"/>
                      <a:pt x="8" y="12"/>
                      <a:pt x="11" y="18"/>
                    </a:cubicBezTo>
                    <a:cubicBezTo>
                      <a:pt x="18" y="29"/>
                      <a:pt x="25" y="46"/>
                      <a:pt x="31" y="65"/>
                    </a:cubicBezTo>
                    <a:cubicBezTo>
                      <a:pt x="36" y="85"/>
                      <a:pt x="38" y="103"/>
                      <a:pt x="39" y="116"/>
                    </a:cubicBezTo>
                    <a:cubicBezTo>
                      <a:pt x="39" y="123"/>
                      <a:pt x="39" y="128"/>
                      <a:pt x="39" y="132"/>
                    </a:cubicBezTo>
                    <a:cubicBezTo>
                      <a:pt x="39" y="135"/>
                      <a:pt x="38" y="137"/>
                      <a:pt x="38" y="137"/>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9" name="任意多边形 186"/>
              <p:cNvSpPr/>
              <p:nvPr/>
            </p:nvSpPr>
            <p:spPr bwMode="auto">
              <a:xfrm>
                <a:off x="7418389" y="4367213"/>
                <a:ext cx="88900" cy="503238"/>
              </a:xfrm>
              <a:custGeom>
                <a:avLst/>
                <a:gdLst>
                  <a:gd name="T0" fmla="*/ 5 w 33"/>
                  <a:gd name="T1" fmla="*/ 0 h 187"/>
                  <a:gd name="T2" fmla="*/ 6 w 33"/>
                  <a:gd name="T3" fmla="*/ 10 h 187"/>
                  <a:gd name="T4" fmla="*/ 6 w 33"/>
                  <a:gd name="T5" fmla="*/ 12 h 187"/>
                  <a:gd name="T6" fmla="*/ 8 w 33"/>
                  <a:gd name="T7" fmla="*/ 21 h 187"/>
                  <a:gd name="T8" fmla="*/ 8 w 33"/>
                  <a:gd name="T9" fmla="*/ 27 h 187"/>
                  <a:gd name="T10" fmla="*/ 9 w 33"/>
                  <a:gd name="T11" fmla="*/ 34 h 187"/>
                  <a:gd name="T12" fmla="*/ 11 w 33"/>
                  <a:gd name="T13" fmla="*/ 53 h 187"/>
                  <a:gd name="T14" fmla="*/ 11 w 33"/>
                  <a:gd name="T15" fmla="*/ 100 h 187"/>
                  <a:gd name="T16" fmla="*/ 5 w 33"/>
                  <a:gd name="T17" fmla="*/ 158 h 187"/>
                  <a:gd name="T18" fmla="*/ 0 w 33"/>
                  <a:gd name="T19" fmla="*/ 187 h 187"/>
                  <a:gd name="T20" fmla="*/ 5 w 33"/>
                  <a:gd name="T21"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87">
                    <a:moveTo>
                      <a:pt x="5" y="0"/>
                    </a:moveTo>
                    <a:cubicBezTo>
                      <a:pt x="5" y="4"/>
                      <a:pt x="5" y="7"/>
                      <a:pt x="6" y="10"/>
                    </a:cubicBezTo>
                    <a:cubicBezTo>
                      <a:pt x="6" y="10"/>
                      <a:pt x="6" y="11"/>
                      <a:pt x="6" y="12"/>
                    </a:cubicBezTo>
                    <a:cubicBezTo>
                      <a:pt x="7" y="14"/>
                      <a:pt x="7" y="17"/>
                      <a:pt x="8" y="21"/>
                    </a:cubicBezTo>
                    <a:cubicBezTo>
                      <a:pt x="8" y="23"/>
                      <a:pt x="8" y="25"/>
                      <a:pt x="8" y="27"/>
                    </a:cubicBezTo>
                    <a:cubicBezTo>
                      <a:pt x="9" y="29"/>
                      <a:pt x="9" y="32"/>
                      <a:pt x="9" y="34"/>
                    </a:cubicBezTo>
                    <a:cubicBezTo>
                      <a:pt x="10" y="40"/>
                      <a:pt x="10" y="46"/>
                      <a:pt x="11" y="53"/>
                    </a:cubicBezTo>
                    <a:cubicBezTo>
                      <a:pt x="12" y="66"/>
                      <a:pt x="12" y="82"/>
                      <a:pt x="11" y="100"/>
                    </a:cubicBezTo>
                    <a:cubicBezTo>
                      <a:pt x="10" y="118"/>
                      <a:pt x="8" y="138"/>
                      <a:pt x="5" y="158"/>
                    </a:cubicBezTo>
                    <a:cubicBezTo>
                      <a:pt x="4" y="168"/>
                      <a:pt x="2" y="178"/>
                      <a:pt x="0" y="187"/>
                    </a:cubicBezTo>
                    <a:cubicBezTo>
                      <a:pt x="33" y="131"/>
                      <a:pt x="33" y="59"/>
                      <a:pt x="5" y="0"/>
                    </a:cubicBezTo>
                  </a:path>
                </a:pathLst>
              </a:custGeom>
              <a:solidFill>
                <a:srgbClr val="FBD78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0" name="任意多边形 187"/>
              <p:cNvSpPr/>
              <p:nvPr/>
            </p:nvSpPr>
            <p:spPr bwMode="auto">
              <a:xfrm>
                <a:off x="7415214" y="4394201"/>
                <a:ext cx="38100" cy="479425"/>
              </a:xfrm>
              <a:custGeom>
                <a:avLst/>
                <a:gdLst>
                  <a:gd name="T0" fmla="*/ 7 w 14"/>
                  <a:gd name="T1" fmla="*/ 0 h 178"/>
                  <a:gd name="T2" fmla="*/ 0 w 14"/>
                  <a:gd name="T3" fmla="*/ 178 h 178"/>
                  <a:gd name="T4" fmla="*/ 1 w 14"/>
                  <a:gd name="T5" fmla="*/ 178 h 178"/>
                  <a:gd name="T6" fmla="*/ 1 w 14"/>
                  <a:gd name="T7" fmla="*/ 177 h 178"/>
                  <a:gd name="T8" fmla="*/ 6 w 14"/>
                  <a:gd name="T9" fmla="*/ 148 h 178"/>
                  <a:gd name="T10" fmla="*/ 12 w 14"/>
                  <a:gd name="T11" fmla="*/ 90 h 178"/>
                  <a:gd name="T12" fmla="*/ 12 w 14"/>
                  <a:gd name="T13" fmla="*/ 43 h 178"/>
                  <a:gd name="T14" fmla="*/ 10 w 14"/>
                  <a:gd name="T15" fmla="*/ 24 h 178"/>
                  <a:gd name="T16" fmla="*/ 9 w 14"/>
                  <a:gd name="T17" fmla="*/ 17 h 178"/>
                  <a:gd name="T18" fmla="*/ 9 w 14"/>
                  <a:gd name="T19" fmla="*/ 11 h 178"/>
                  <a:gd name="T20" fmla="*/ 7 w 14"/>
                  <a:gd name="T21" fmla="*/ 2 h 178"/>
                  <a:gd name="T22" fmla="*/ 7 w 14"/>
                  <a:gd name="T23"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78">
                    <a:moveTo>
                      <a:pt x="7" y="0"/>
                    </a:moveTo>
                    <a:cubicBezTo>
                      <a:pt x="14" y="59"/>
                      <a:pt x="13" y="120"/>
                      <a:pt x="0" y="178"/>
                    </a:cubicBezTo>
                    <a:cubicBezTo>
                      <a:pt x="1" y="178"/>
                      <a:pt x="1" y="178"/>
                      <a:pt x="1" y="178"/>
                    </a:cubicBezTo>
                    <a:cubicBezTo>
                      <a:pt x="1" y="178"/>
                      <a:pt x="1" y="178"/>
                      <a:pt x="1" y="177"/>
                    </a:cubicBezTo>
                    <a:cubicBezTo>
                      <a:pt x="3" y="168"/>
                      <a:pt x="5" y="158"/>
                      <a:pt x="6" y="148"/>
                    </a:cubicBezTo>
                    <a:cubicBezTo>
                      <a:pt x="9" y="128"/>
                      <a:pt x="11" y="108"/>
                      <a:pt x="12" y="90"/>
                    </a:cubicBezTo>
                    <a:cubicBezTo>
                      <a:pt x="13" y="72"/>
                      <a:pt x="13" y="56"/>
                      <a:pt x="12" y="43"/>
                    </a:cubicBezTo>
                    <a:cubicBezTo>
                      <a:pt x="11" y="36"/>
                      <a:pt x="11" y="30"/>
                      <a:pt x="10" y="24"/>
                    </a:cubicBezTo>
                    <a:cubicBezTo>
                      <a:pt x="10" y="22"/>
                      <a:pt x="10" y="19"/>
                      <a:pt x="9" y="17"/>
                    </a:cubicBezTo>
                    <a:cubicBezTo>
                      <a:pt x="9" y="15"/>
                      <a:pt x="9" y="13"/>
                      <a:pt x="9" y="11"/>
                    </a:cubicBezTo>
                    <a:cubicBezTo>
                      <a:pt x="8" y="7"/>
                      <a:pt x="8" y="4"/>
                      <a:pt x="7" y="2"/>
                    </a:cubicBezTo>
                    <a:cubicBezTo>
                      <a:pt x="7" y="1"/>
                      <a:pt x="7" y="0"/>
                      <a:pt x="7" y="0"/>
                    </a:cubicBezTo>
                  </a:path>
                </a:pathLst>
              </a:custGeom>
              <a:solidFill>
                <a:srgbClr val="1B232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1" name="任意多边形 190"/>
              <p:cNvSpPr/>
              <p:nvPr/>
            </p:nvSpPr>
            <p:spPr bwMode="auto">
              <a:xfrm>
                <a:off x="5737226" y="5554663"/>
                <a:ext cx="377825" cy="42863"/>
              </a:xfrm>
              <a:custGeom>
                <a:avLst/>
                <a:gdLst>
                  <a:gd name="T0" fmla="*/ 140 w 140"/>
                  <a:gd name="T1" fmla="*/ 0 h 16"/>
                  <a:gd name="T2" fmla="*/ 139 w 140"/>
                  <a:gd name="T3" fmla="*/ 1 h 16"/>
                  <a:gd name="T4" fmla="*/ 136 w 140"/>
                  <a:gd name="T5" fmla="*/ 4 h 16"/>
                  <a:gd name="T6" fmla="*/ 122 w 140"/>
                  <a:gd name="T7" fmla="*/ 11 h 16"/>
                  <a:gd name="T8" fmla="*/ 99 w 140"/>
                  <a:gd name="T9" fmla="*/ 15 h 16"/>
                  <a:gd name="T10" fmla="*/ 71 w 140"/>
                  <a:gd name="T11" fmla="*/ 14 h 16"/>
                  <a:gd name="T12" fmla="*/ 20 w 140"/>
                  <a:gd name="T13" fmla="*/ 8 h 16"/>
                  <a:gd name="T14" fmla="*/ 5 w 140"/>
                  <a:gd name="T15" fmla="*/ 5 h 16"/>
                  <a:gd name="T16" fmla="*/ 0 w 140"/>
                  <a:gd name="T17" fmla="*/ 3 h 16"/>
                  <a:gd name="T18" fmla="*/ 5 w 140"/>
                  <a:gd name="T19" fmla="*/ 4 h 16"/>
                  <a:gd name="T20" fmla="*/ 21 w 140"/>
                  <a:gd name="T21" fmla="*/ 6 h 16"/>
                  <a:gd name="T22" fmla="*/ 71 w 140"/>
                  <a:gd name="T23" fmla="*/ 12 h 16"/>
                  <a:gd name="T24" fmla="*/ 99 w 140"/>
                  <a:gd name="T25" fmla="*/ 14 h 16"/>
                  <a:gd name="T26" fmla="*/ 121 w 140"/>
                  <a:gd name="T27" fmla="*/ 10 h 16"/>
                  <a:gd name="T28" fmla="*/ 140 w 140"/>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16">
                    <a:moveTo>
                      <a:pt x="140" y="0"/>
                    </a:moveTo>
                    <a:cubicBezTo>
                      <a:pt x="140" y="0"/>
                      <a:pt x="140" y="1"/>
                      <a:pt x="139" y="1"/>
                    </a:cubicBezTo>
                    <a:cubicBezTo>
                      <a:pt x="138" y="2"/>
                      <a:pt x="137" y="3"/>
                      <a:pt x="136" y="4"/>
                    </a:cubicBezTo>
                    <a:cubicBezTo>
                      <a:pt x="133" y="6"/>
                      <a:pt x="128" y="9"/>
                      <a:pt x="122" y="11"/>
                    </a:cubicBezTo>
                    <a:cubicBezTo>
                      <a:pt x="116" y="14"/>
                      <a:pt x="108" y="15"/>
                      <a:pt x="99" y="15"/>
                    </a:cubicBezTo>
                    <a:cubicBezTo>
                      <a:pt x="90" y="16"/>
                      <a:pt x="81" y="15"/>
                      <a:pt x="71" y="14"/>
                    </a:cubicBezTo>
                    <a:cubicBezTo>
                      <a:pt x="51" y="13"/>
                      <a:pt x="33" y="10"/>
                      <a:pt x="20" y="8"/>
                    </a:cubicBezTo>
                    <a:cubicBezTo>
                      <a:pt x="14" y="6"/>
                      <a:pt x="9" y="5"/>
                      <a:pt x="5" y="5"/>
                    </a:cubicBezTo>
                    <a:cubicBezTo>
                      <a:pt x="1" y="4"/>
                      <a:pt x="0" y="3"/>
                      <a:pt x="0" y="3"/>
                    </a:cubicBezTo>
                    <a:cubicBezTo>
                      <a:pt x="0" y="3"/>
                      <a:pt x="2" y="3"/>
                      <a:pt x="5" y="4"/>
                    </a:cubicBezTo>
                    <a:cubicBezTo>
                      <a:pt x="9" y="4"/>
                      <a:pt x="14" y="5"/>
                      <a:pt x="21" y="6"/>
                    </a:cubicBezTo>
                    <a:cubicBezTo>
                      <a:pt x="33" y="8"/>
                      <a:pt x="51" y="11"/>
                      <a:pt x="71" y="12"/>
                    </a:cubicBezTo>
                    <a:cubicBezTo>
                      <a:pt x="81" y="13"/>
                      <a:pt x="90" y="14"/>
                      <a:pt x="99" y="14"/>
                    </a:cubicBezTo>
                    <a:cubicBezTo>
                      <a:pt x="108" y="13"/>
                      <a:pt x="115" y="12"/>
                      <a:pt x="121" y="10"/>
                    </a:cubicBezTo>
                    <a:cubicBezTo>
                      <a:pt x="134" y="6"/>
                      <a:pt x="140" y="0"/>
                      <a:pt x="140"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2" name="直接连接符 371"/>
              <p:cNvSpPr/>
              <p:nvPr/>
            </p:nvSpPr>
            <p:spPr bwMode="auto">
              <a:xfrm>
                <a:off x="7054851" y="40433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3" name="直接连接符 372"/>
              <p:cNvSpPr/>
              <p:nvPr/>
            </p:nvSpPr>
            <p:spPr bwMode="auto">
              <a:xfrm>
                <a:off x="7054851" y="40433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4" name="任意多边形 194"/>
              <p:cNvSpPr/>
              <p:nvPr/>
            </p:nvSpPr>
            <p:spPr bwMode="auto">
              <a:xfrm>
                <a:off x="6491681" y="2625729"/>
                <a:ext cx="928265" cy="1402435"/>
              </a:xfrm>
              <a:custGeom>
                <a:avLst/>
                <a:gdLst>
                  <a:gd name="T0" fmla="*/ 345 w 350"/>
                  <a:gd name="T1" fmla="*/ 184 h 599"/>
                  <a:gd name="T2" fmla="*/ 202 w 350"/>
                  <a:gd name="T3" fmla="*/ 11 h 599"/>
                  <a:gd name="T4" fmla="*/ 22 w 350"/>
                  <a:gd name="T5" fmla="*/ 155 h 599"/>
                  <a:gd name="T6" fmla="*/ 1 w 350"/>
                  <a:gd name="T7" fmla="*/ 515 h 599"/>
                  <a:gd name="T8" fmla="*/ 6 w 350"/>
                  <a:gd name="T9" fmla="*/ 534 h 599"/>
                  <a:gd name="T10" fmla="*/ 100 w 350"/>
                  <a:gd name="T11" fmla="*/ 594 h 599"/>
                  <a:gd name="T12" fmla="*/ 195 w 350"/>
                  <a:gd name="T13" fmla="*/ 574 h 599"/>
                  <a:gd name="T14" fmla="*/ 210 w 350"/>
                  <a:gd name="T15" fmla="*/ 548 h 599"/>
                  <a:gd name="T16" fmla="*/ 212 w 350"/>
                  <a:gd name="T17" fmla="*/ 467 h 599"/>
                  <a:gd name="T18" fmla="*/ 212 w 350"/>
                  <a:gd name="T19" fmla="*/ 467 h 599"/>
                  <a:gd name="T20" fmla="*/ 235 w 350"/>
                  <a:gd name="T21" fmla="*/ 466 h 599"/>
                  <a:gd name="T22" fmla="*/ 328 w 350"/>
                  <a:gd name="T23" fmla="*/ 361 h 599"/>
                  <a:gd name="T24" fmla="*/ 345 w 350"/>
                  <a:gd name="T25" fmla="*/ 184 h 599"/>
                  <a:gd name="connsiteX0" fmla="*/ 9836 w 9844"/>
                  <a:gd name="connsiteY0" fmla="*/ 2909 h 9776"/>
                  <a:gd name="connsiteX1" fmla="*/ 5750 w 9844"/>
                  <a:gd name="connsiteY1" fmla="*/ 21 h 9776"/>
                  <a:gd name="connsiteX2" fmla="*/ 608 w 9844"/>
                  <a:gd name="connsiteY2" fmla="*/ 2425 h 9776"/>
                  <a:gd name="connsiteX3" fmla="*/ 8 w 9844"/>
                  <a:gd name="connsiteY3" fmla="*/ 8435 h 9776"/>
                  <a:gd name="connsiteX4" fmla="*/ 150 w 9844"/>
                  <a:gd name="connsiteY4" fmla="*/ 8752 h 9776"/>
                  <a:gd name="connsiteX5" fmla="*/ 2836 w 9844"/>
                  <a:gd name="connsiteY5" fmla="*/ 9754 h 9776"/>
                  <a:gd name="connsiteX6" fmla="*/ 5550 w 9844"/>
                  <a:gd name="connsiteY6" fmla="*/ 9420 h 9776"/>
                  <a:gd name="connsiteX7" fmla="*/ 5979 w 9844"/>
                  <a:gd name="connsiteY7" fmla="*/ 8986 h 9776"/>
                  <a:gd name="connsiteX8" fmla="*/ 6036 w 9844"/>
                  <a:gd name="connsiteY8" fmla="*/ 7633 h 9776"/>
                  <a:gd name="connsiteX9" fmla="*/ 6036 w 9844"/>
                  <a:gd name="connsiteY9" fmla="*/ 7633 h 9776"/>
                  <a:gd name="connsiteX10" fmla="*/ 6693 w 9844"/>
                  <a:gd name="connsiteY10" fmla="*/ 7617 h 9776"/>
                  <a:gd name="connsiteX11" fmla="*/ 9350 w 9844"/>
                  <a:gd name="connsiteY11" fmla="*/ 5864 h 9776"/>
                  <a:gd name="connsiteX12" fmla="*/ 9836 w 9844"/>
                  <a:gd name="connsiteY12" fmla="*/ 2909 h 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44" h="9776">
                    <a:moveTo>
                      <a:pt x="9836" y="2909"/>
                    </a:moveTo>
                    <a:cubicBezTo>
                      <a:pt x="9979" y="1490"/>
                      <a:pt x="8208" y="188"/>
                      <a:pt x="5750" y="21"/>
                    </a:cubicBezTo>
                    <a:cubicBezTo>
                      <a:pt x="3150" y="-163"/>
                      <a:pt x="836" y="939"/>
                      <a:pt x="608" y="2425"/>
                    </a:cubicBezTo>
                    <a:lnTo>
                      <a:pt x="8" y="8435"/>
                    </a:lnTo>
                    <a:cubicBezTo>
                      <a:pt x="-21" y="8552"/>
                      <a:pt x="36" y="8652"/>
                      <a:pt x="150" y="8752"/>
                    </a:cubicBezTo>
                    <a:cubicBezTo>
                      <a:pt x="750" y="9269"/>
                      <a:pt x="1865" y="9670"/>
                      <a:pt x="2836" y="9754"/>
                    </a:cubicBezTo>
                    <a:cubicBezTo>
                      <a:pt x="3779" y="9837"/>
                      <a:pt x="4722" y="9687"/>
                      <a:pt x="5550" y="9420"/>
                    </a:cubicBezTo>
                    <a:cubicBezTo>
                      <a:pt x="5808" y="9336"/>
                      <a:pt x="5979" y="9169"/>
                      <a:pt x="5979" y="8986"/>
                    </a:cubicBezTo>
                    <a:lnTo>
                      <a:pt x="6036" y="7633"/>
                    </a:lnTo>
                    <a:lnTo>
                      <a:pt x="6036" y="7633"/>
                    </a:lnTo>
                    <a:cubicBezTo>
                      <a:pt x="6179" y="7633"/>
                      <a:pt x="6550" y="7633"/>
                      <a:pt x="6693" y="7617"/>
                    </a:cubicBezTo>
                    <a:cubicBezTo>
                      <a:pt x="7293" y="7533"/>
                      <a:pt x="8836" y="7183"/>
                      <a:pt x="9350" y="5864"/>
                    </a:cubicBezTo>
                    <a:cubicBezTo>
                      <a:pt x="9676" y="4543"/>
                      <a:pt x="9722" y="4161"/>
                      <a:pt x="9836" y="2909"/>
                    </a:cubicBezTo>
                    <a:close/>
                  </a:path>
                </a:pathLst>
              </a:custGeom>
              <a:solidFill>
                <a:srgbClr val="FFBE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5" name="任意多边形 195"/>
              <p:cNvSpPr/>
              <p:nvPr/>
            </p:nvSpPr>
            <p:spPr bwMode="auto">
              <a:xfrm>
                <a:off x="7097714" y="3089269"/>
                <a:ext cx="104775" cy="320675"/>
              </a:xfrm>
              <a:custGeom>
                <a:avLst/>
                <a:gdLst>
                  <a:gd name="T0" fmla="*/ 1 w 39"/>
                  <a:gd name="T1" fmla="*/ 117 h 119"/>
                  <a:gd name="T2" fmla="*/ 24 w 39"/>
                  <a:gd name="T3" fmla="*/ 115 h 119"/>
                  <a:gd name="T4" fmla="*/ 32 w 39"/>
                  <a:gd name="T5" fmla="*/ 112 h 119"/>
                  <a:gd name="T6" fmla="*/ 30 w 39"/>
                  <a:gd name="T7" fmla="*/ 101 h 119"/>
                  <a:gd name="T8" fmla="*/ 21 w 39"/>
                  <a:gd name="T9" fmla="*/ 73 h 119"/>
                  <a:gd name="T10" fmla="*/ 2 w 39"/>
                  <a:gd name="T11" fmla="*/ 0 h 119"/>
                  <a:gd name="T12" fmla="*/ 27 w 39"/>
                  <a:gd name="T13" fmla="*/ 71 h 119"/>
                  <a:gd name="T14" fmla="*/ 36 w 39"/>
                  <a:gd name="T15" fmla="*/ 99 h 119"/>
                  <a:gd name="T16" fmla="*/ 37 w 39"/>
                  <a:gd name="T17" fmla="*/ 113 h 119"/>
                  <a:gd name="T18" fmla="*/ 30 w 39"/>
                  <a:gd name="T19" fmla="*/ 118 h 119"/>
                  <a:gd name="T20" fmla="*/ 24 w 39"/>
                  <a:gd name="T21" fmla="*/ 119 h 119"/>
                  <a:gd name="T22" fmla="*/ 1 w 39"/>
                  <a:gd name="T23" fmla="*/ 11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19">
                    <a:moveTo>
                      <a:pt x="1" y="117"/>
                    </a:moveTo>
                    <a:cubicBezTo>
                      <a:pt x="1" y="116"/>
                      <a:pt x="10" y="115"/>
                      <a:pt x="24" y="115"/>
                    </a:cubicBezTo>
                    <a:cubicBezTo>
                      <a:pt x="28" y="114"/>
                      <a:pt x="31" y="114"/>
                      <a:pt x="32" y="112"/>
                    </a:cubicBezTo>
                    <a:cubicBezTo>
                      <a:pt x="33" y="109"/>
                      <a:pt x="32" y="105"/>
                      <a:pt x="30" y="101"/>
                    </a:cubicBezTo>
                    <a:cubicBezTo>
                      <a:pt x="27" y="92"/>
                      <a:pt x="24" y="83"/>
                      <a:pt x="21" y="73"/>
                    </a:cubicBezTo>
                    <a:cubicBezTo>
                      <a:pt x="9" y="33"/>
                      <a:pt x="0" y="1"/>
                      <a:pt x="2" y="0"/>
                    </a:cubicBezTo>
                    <a:cubicBezTo>
                      <a:pt x="3" y="0"/>
                      <a:pt x="15" y="32"/>
                      <a:pt x="27" y="71"/>
                    </a:cubicBezTo>
                    <a:cubicBezTo>
                      <a:pt x="30" y="81"/>
                      <a:pt x="33" y="90"/>
                      <a:pt x="36" y="99"/>
                    </a:cubicBezTo>
                    <a:cubicBezTo>
                      <a:pt x="37" y="104"/>
                      <a:pt x="39" y="108"/>
                      <a:pt x="37" y="113"/>
                    </a:cubicBezTo>
                    <a:cubicBezTo>
                      <a:pt x="36" y="116"/>
                      <a:pt x="33" y="118"/>
                      <a:pt x="30" y="118"/>
                    </a:cubicBezTo>
                    <a:cubicBezTo>
                      <a:pt x="28" y="119"/>
                      <a:pt x="26" y="119"/>
                      <a:pt x="24" y="119"/>
                    </a:cubicBezTo>
                    <a:cubicBezTo>
                      <a:pt x="10" y="118"/>
                      <a:pt x="1" y="118"/>
                      <a:pt x="1" y="117"/>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6" name="任意多边形 196"/>
              <p:cNvSpPr/>
              <p:nvPr/>
            </p:nvSpPr>
            <p:spPr bwMode="auto">
              <a:xfrm>
                <a:off x="7219951" y="3127369"/>
                <a:ext cx="136525" cy="46038"/>
              </a:xfrm>
              <a:custGeom>
                <a:avLst/>
                <a:gdLst>
                  <a:gd name="T0" fmla="*/ 51 w 51"/>
                  <a:gd name="T1" fmla="*/ 16 h 17"/>
                  <a:gd name="T2" fmla="*/ 26 w 51"/>
                  <a:gd name="T3" fmla="*/ 9 h 17"/>
                  <a:gd name="T4" fmla="*/ 1 w 51"/>
                  <a:gd name="T5" fmla="*/ 14 h 17"/>
                  <a:gd name="T6" fmla="*/ 6 w 51"/>
                  <a:gd name="T7" fmla="*/ 7 h 17"/>
                  <a:gd name="T8" fmla="*/ 26 w 51"/>
                  <a:gd name="T9" fmla="*/ 0 h 17"/>
                  <a:gd name="T10" fmla="*/ 46 w 51"/>
                  <a:gd name="T11" fmla="*/ 8 h 17"/>
                  <a:gd name="T12" fmla="*/ 51 w 51"/>
                  <a:gd name="T13" fmla="*/ 16 h 17"/>
                </a:gdLst>
                <a:ahLst/>
                <a:cxnLst>
                  <a:cxn ang="0">
                    <a:pos x="T0" y="T1"/>
                  </a:cxn>
                  <a:cxn ang="0">
                    <a:pos x="T2" y="T3"/>
                  </a:cxn>
                  <a:cxn ang="0">
                    <a:pos x="T4" y="T5"/>
                  </a:cxn>
                  <a:cxn ang="0">
                    <a:pos x="T6" y="T7"/>
                  </a:cxn>
                  <a:cxn ang="0">
                    <a:pos x="T8" y="T9"/>
                  </a:cxn>
                  <a:cxn ang="0">
                    <a:pos x="T10" y="T11"/>
                  </a:cxn>
                  <a:cxn ang="0">
                    <a:pos x="T12" y="T13"/>
                  </a:cxn>
                </a:cxnLst>
                <a:rect l="0" t="0" r="r" b="b"/>
                <a:pathLst>
                  <a:path w="51" h="17">
                    <a:moveTo>
                      <a:pt x="51" y="16"/>
                    </a:moveTo>
                    <a:cubicBezTo>
                      <a:pt x="49" y="17"/>
                      <a:pt x="40" y="9"/>
                      <a:pt x="26" y="9"/>
                    </a:cubicBezTo>
                    <a:cubicBezTo>
                      <a:pt x="12" y="8"/>
                      <a:pt x="2" y="16"/>
                      <a:pt x="1" y="14"/>
                    </a:cubicBezTo>
                    <a:cubicBezTo>
                      <a:pt x="0" y="13"/>
                      <a:pt x="2" y="10"/>
                      <a:pt x="6" y="7"/>
                    </a:cubicBezTo>
                    <a:cubicBezTo>
                      <a:pt x="11" y="3"/>
                      <a:pt x="18" y="0"/>
                      <a:pt x="26" y="0"/>
                    </a:cubicBezTo>
                    <a:cubicBezTo>
                      <a:pt x="35" y="1"/>
                      <a:pt x="42" y="4"/>
                      <a:pt x="46" y="8"/>
                    </a:cubicBezTo>
                    <a:cubicBezTo>
                      <a:pt x="50" y="12"/>
                      <a:pt x="51" y="15"/>
                      <a:pt x="51" y="1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7" name="任意多边形 197"/>
              <p:cNvSpPr/>
              <p:nvPr/>
            </p:nvSpPr>
            <p:spPr bwMode="auto">
              <a:xfrm>
                <a:off x="6837364" y="3130544"/>
                <a:ext cx="150813" cy="53975"/>
              </a:xfrm>
              <a:custGeom>
                <a:avLst/>
                <a:gdLst>
                  <a:gd name="T0" fmla="*/ 55 w 56"/>
                  <a:gd name="T1" fmla="*/ 18 h 20"/>
                  <a:gd name="T2" fmla="*/ 29 w 56"/>
                  <a:gd name="T3" fmla="*/ 10 h 20"/>
                  <a:gd name="T4" fmla="*/ 1 w 56"/>
                  <a:gd name="T5" fmla="*/ 13 h 20"/>
                  <a:gd name="T6" fmla="*/ 7 w 56"/>
                  <a:gd name="T7" fmla="*/ 6 h 20"/>
                  <a:gd name="T8" fmla="*/ 30 w 56"/>
                  <a:gd name="T9" fmla="*/ 1 h 20"/>
                  <a:gd name="T10" fmla="*/ 51 w 56"/>
                  <a:gd name="T11" fmla="*/ 10 h 20"/>
                  <a:gd name="T12" fmla="*/ 55 w 56"/>
                  <a:gd name="T13" fmla="*/ 18 h 20"/>
                </a:gdLst>
                <a:ahLst/>
                <a:cxnLst>
                  <a:cxn ang="0">
                    <a:pos x="T0" y="T1"/>
                  </a:cxn>
                  <a:cxn ang="0">
                    <a:pos x="T2" y="T3"/>
                  </a:cxn>
                  <a:cxn ang="0">
                    <a:pos x="T4" y="T5"/>
                  </a:cxn>
                  <a:cxn ang="0">
                    <a:pos x="T6" y="T7"/>
                  </a:cxn>
                  <a:cxn ang="0">
                    <a:pos x="T8" y="T9"/>
                  </a:cxn>
                  <a:cxn ang="0">
                    <a:pos x="T10" y="T11"/>
                  </a:cxn>
                  <a:cxn ang="0">
                    <a:pos x="T12" y="T13"/>
                  </a:cxn>
                </a:cxnLst>
                <a:rect l="0" t="0" r="r" b="b"/>
                <a:pathLst>
                  <a:path w="56" h="20">
                    <a:moveTo>
                      <a:pt x="55" y="18"/>
                    </a:moveTo>
                    <a:cubicBezTo>
                      <a:pt x="53" y="20"/>
                      <a:pt x="44" y="11"/>
                      <a:pt x="29" y="10"/>
                    </a:cubicBezTo>
                    <a:cubicBezTo>
                      <a:pt x="14" y="8"/>
                      <a:pt x="3" y="15"/>
                      <a:pt x="1" y="13"/>
                    </a:cubicBezTo>
                    <a:cubicBezTo>
                      <a:pt x="0" y="12"/>
                      <a:pt x="2" y="9"/>
                      <a:pt x="7" y="6"/>
                    </a:cubicBezTo>
                    <a:cubicBezTo>
                      <a:pt x="12" y="3"/>
                      <a:pt x="20" y="0"/>
                      <a:pt x="30" y="1"/>
                    </a:cubicBezTo>
                    <a:cubicBezTo>
                      <a:pt x="39" y="2"/>
                      <a:pt x="46" y="6"/>
                      <a:pt x="51" y="10"/>
                    </a:cubicBezTo>
                    <a:cubicBezTo>
                      <a:pt x="55" y="14"/>
                      <a:pt x="56" y="17"/>
                      <a:pt x="55" y="18"/>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8" name="任意多边形 198"/>
              <p:cNvSpPr/>
              <p:nvPr/>
            </p:nvSpPr>
            <p:spPr bwMode="auto">
              <a:xfrm>
                <a:off x="6734176" y="3736063"/>
                <a:ext cx="327025" cy="196850"/>
              </a:xfrm>
              <a:custGeom>
                <a:avLst/>
                <a:gdLst>
                  <a:gd name="T0" fmla="*/ 121 w 121"/>
                  <a:gd name="T1" fmla="*/ 45 h 73"/>
                  <a:gd name="T2" fmla="*/ 0 w 121"/>
                  <a:gd name="T3" fmla="*/ 0 h 73"/>
                  <a:gd name="T4" fmla="*/ 120 w 121"/>
                  <a:gd name="T5" fmla="*/ 71 h 73"/>
                  <a:gd name="T6" fmla="*/ 121 w 121"/>
                  <a:gd name="T7" fmla="*/ 45 h 73"/>
                </a:gdLst>
                <a:ahLst/>
                <a:cxnLst>
                  <a:cxn ang="0">
                    <a:pos x="T0" y="T1"/>
                  </a:cxn>
                  <a:cxn ang="0">
                    <a:pos x="T2" y="T3"/>
                  </a:cxn>
                  <a:cxn ang="0">
                    <a:pos x="T4" y="T5"/>
                  </a:cxn>
                  <a:cxn ang="0">
                    <a:pos x="T6" y="T7"/>
                  </a:cxn>
                </a:cxnLst>
                <a:rect l="0" t="0" r="r" b="b"/>
                <a:pathLst>
                  <a:path w="121" h="73">
                    <a:moveTo>
                      <a:pt x="121" y="45"/>
                    </a:moveTo>
                    <a:cubicBezTo>
                      <a:pt x="121" y="45"/>
                      <a:pt x="65" y="45"/>
                      <a:pt x="0" y="0"/>
                    </a:cubicBezTo>
                    <a:cubicBezTo>
                      <a:pt x="0" y="0"/>
                      <a:pt x="17" y="73"/>
                      <a:pt x="120" y="71"/>
                    </a:cubicBezTo>
                    <a:lnTo>
                      <a:pt x="121" y="45"/>
                    </a:ln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9" name="任意多边形 200"/>
              <p:cNvSpPr/>
              <p:nvPr/>
            </p:nvSpPr>
            <p:spPr bwMode="auto">
              <a:xfrm>
                <a:off x="6977064" y="3424231"/>
                <a:ext cx="123825" cy="115888"/>
              </a:xfrm>
              <a:custGeom>
                <a:avLst/>
                <a:gdLst>
                  <a:gd name="T0" fmla="*/ 3 w 46"/>
                  <a:gd name="T1" fmla="*/ 0 h 43"/>
                  <a:gd name="T2" fmla="*/ 17 w 46"/>
                  <a:gd name="T3" fmla="*/ 27 h 43"/>
                  <a:gd name="T4" fmla="*/ 46 w 46"/>
                  <a:gd name="T5" fmla="*/ 40 h 43"/>
                  <a:gd name="T6" fmla="*/ 35 w 46"/>
                  <a:gd name="T7" fmla="*/ 42 h 43"/>
                  <a:gd name="T8" fmla="*/ 11 w 46"/>
                  <a:gd name="T9" fmla="*/ 32 h 43"/>
                  <a:gd name="T10" fmla="*/ 1 w 46"/>
                  <a:gd name="T11" fmla="*/ 10 h 43"/>
                  <a:gd name="T12" fmla="*/ 3 w 46"/>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46" h="43">
                    <a:moveTo>
                      <a:pt x="3" y="0"/>
                    </a:moveTo>
                    <a:cubicBezTo>
                      <a:pt x="6" y="0"/>
                      <a:pt x="5" y="15"/>
                      <a:pt x="17" y="27"/>
                    </a:cubicBezTo>
                    <a:cubicBezTo>
                      <a:pt x="30" y="38"/>
                      <a:pt x="46" y="38"/>
                      <a:pt x="46" y="40"/>
                    </a:cubicBezTo>
                    <a:cubicBezTo>
                      <a:pt x="46" y="41"/>
                      <a:pt x="42" y="43"/>
                      <a:pt x="35" y="42"/>
                    </a:cubicBezTo>
                    <a:cubicBezTo>
                      <a:pt x="29" y="42"/>
                      <a:pt x="19" y="39"/>
                      <a:pt x="11" y="32"/>
                    </a:cubicBezTo>
                    <a:cubicBezTo>
                      <a:pt x="4" y="25"/>
                      <a:pt x="1" y="16"/>
                      <a:pt x="1" y="10"/>
                    </a:cubicBezTo>
                    <a:cubicBezTo>
                      <a:pt x="0" y="3"/>
                      <a:pt x="2" y="0"/>
                      <a:pt x="3"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0" name="任意多边形 201"/>
              <p:cNvSpPr/>
              <p:nvPr/>
            </p:nvSpPr>
            <p:spPr bwMode="auto">
              <a:xfrm>
                <a:off x="6815139" y="2992431"/>
                <a:ext cx="177800" cy="52388"/>
              </a:xfrm>
              <a:custGeom>
                <a:avLst/>
                <a:gdLst>
                  <a:gd name="T0" fmla="*/ 65 w 66"/>
                  <a:gd name="T1" fmla="*/ 13 h 19"/>
                  <a:gd name="T2" fmla="*/ 33 w 66"/>
                  <a:gd name="T3" fmla="*/ 15 h 19"/>
                  <a:gd name="T4" fmla="*/ 0 w 66"/>
                  <a:gd name="T5" fmla="*/ 15 h 19"/>
                  <a:gd name="T6" fmla="*/ 8 w 66"/>
                  <a:gd name="T7" fmla="*/ 7 h 19"/>
                  <a:gd name="T8" fmla="*/ 32 w 66"/>
                  <a:gd name="T9" fmla="*/ 1 h 19"/>
                  <a:gd name="T10" fmla="*/ 57 w 66"/>
                  <a:gd name="T11" fmla="*/ 5 h 19"/>
                  <a:gd name="T12" fmla="*/ 65 w 66"/>
                  <a:gd name="T13" fmla="*/ 13 h 19"/>
                </a:gdLst>
                <a:ahLst/>
                <a:cxnLst>
                  <a:cxn ang="0">
                    <a:pos x="T0" y="T1"/>
                  </a:cxn>
                  <a:cxn ang="0">
                    <a:pos x="T2" y="T3"/>
                  </a:cxn>
                  <a:cxn ang="0">
                    <a:pos x="T4" y="T5"/>
                  </a:cxn>
                  <a:cxn ang="0">
                    <a:pos x="T6" y="T7"/>
                  </a:cxn>
                  <a:cxn ang="0">
                    <a:pos x="T8" y="T9"/>
                  </a:cxn>
                  <a:cxn ang="0">
                    <a:pos x="T10" y="T11"/>
                  </a:cxn>
                  <a:cxn ang="0">
                    <a:pos x="T12" y="T13"/>
                  </a:cxn>
                </a:cxnLst>
                <a:rect l="0" t="0" r="r" b="b"/>
                <a:pathLst>
                  <a:path w="66" h="19">
                    <a:moveTo>
                      <a:pt x="65" y="13"/>
                    </a:moveTo>
                    <a:cubicBezTo>
                      <a:pt x="64" y="17"/>
                      <a:pt x="50" y="14"/>
                      <a:pt x="33" y="15"/>
                    </a:cubicBezTo>
                    <a:cubicBezTo>
                      <a:pt x="16" y="15"/>
                      <a:pt x="2" y="19"/>
                      <a:pt x="0" y="15"/>
                    </a:cubicBezTo>
                    <a:cubicBezTo>
                      <a:pt x="0" y="14"/>
                      <a:pt x="2" y="10"/>
                      <a:pt x="8" y="7"/>
                    </a:cubicBezTo>
                    <a:cubicBezTo>
                      <a:pt x="13" y="4"/>
                      <a:pt x="22" y="1"/>
                      <a:pt x="32" y="1"/>
                    </a:cubicBezTo>
                    <a:cubicBezTo>
                      <a:pt x="42" y="0"/>
                      <a:pt x="51" y="3"/>
                      <a:pt x="57" y="5"/>
                    </a:cubicBezTo>
                    <a:cubicBezTo>
                      <a:pt x="63" y="8"/>
                      <a:pt x="66" y="12"/>
                      <a:pt x="65" y="1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1" name="任意多边形 202"/>
              <p:cNvSpPr/>
              <p:nvPr/>
            </p:nvSpPr>
            <p:spPr bwMode="auto">
              <a:xfrm>
                <a:off x="7208839" y="2998781"/>
                <a:ext cx="158750" cy="46038"/>
              </a:xfrm>
              <a:custGeom>
                <a:avLst/>
                <a:gdLst>
                  <a:gd name="T0" fmla="*/ 57 w 59"/>
                  <a:gd name="T1" fmla="*/ 14 h 17"/>
                  <a:gd name="T2" fmla="*/ 30 w 59"/>
                  <a:gd name="T3" fmla="*/ 14 h 17"/>
                  <a:gd name="T4" fmla="*/ 2 w 59"/>
                  <a:gd name="T5" fmla="*/ 13 h 17"/>
                  <a:gd name="T6" fmla="*/ 7 w 59"/>
                  <a:gd name="T7" fmla="*/ 5 h 17"/>
                  <a:gd name="T8" fmla="*/ 30 w 59"/>
                  <a:gd name="T9" fmla="*/ 0 h 17"/>
                  <a:gd name="T10" fmla="*/ 52 w 59"/>
                  <a:gd name="T11" fmla="*/ 6 h 17"/>
                  <a:gd name="T12" fmla="*/ 57 w 59"/>
                  <a:gd name="T13" fmla="*/ 14 h 17"/>
                </a:gdLst>
                <a:ahLst/>
                <a:cxnLst>
                  <a:cxn ang="0">
                    <a:pos x="T0" y="T1"/>
                  </a:cxn>
                  <a:cxn ang="0">
                    <a:pos x="T2" y="T3"/>
                  </a:cxn>
                  <a:cxn ang="0">
                    <a:pos x="T4" y="T5"/>
                  </a:cxn>
                  <a:cxn ang="0">
                    <a:pos x="T6" y="T7"/>
                  </a:cxn>
                  <a:cxn ang="0">
                    <a:pos x="T8" y="T9"/>
                  </a:cxn>
                  <a:cxn ang="0">
                    <a:pos x="T10" y="T11"/>
                  </a:cxn>
                  <a:cxn ang="0">
                    <a:pos x="T12" y="T13"/>
                  </a:cxn>
                </a:cxnLst>
                <a:rect l="0" t="0" r="r" b="b"/>
                <a:pathLst>
                  <a:path w="59" h="17">
                    <a:moveTo>
                      <a:pt x="57" y="14"/>
                    </a:moveTo>
                    <a:cubicBezTo>
                      <a:pt x="55" y="17"/>
                      <a:pt x="43" y="14"/>
                      <a:pt x="30" y="14"/>
                    </a:cubicBezTo>
                    <a:cubicBezTo>
                      <a:pt x="16" y="14"/>
                      <a:pt x="4" y="16"/>
                      <a:pt x="2" y="13"/>
                    </a:cubicBezTo>
                    <a:cubicBezTo>
                      <a:pt x="0" y="11"/>
                      <a:pt x="2" y="8"/>
                      <a:pt x="7" y="5"/>
                    </a:cubicBezTo>
                    <a:cubicBezTo>
                      <a:pt x="12" y="2"/>
                      <a:pt x="21" y="0"/>
                      <a:pt x="30" y="0"/>
                    </a:cubicBezTo>
                    <a:cubicBezTo>
                      <a:pt x="39" y="0"/>
                      <a:pt x="47" y="3"/>
                      <a:pt x="52" y="6"/>
                    </a:cubicBezTo>
                    <a:cubicBezTo>
                      <a:pt x="57" y="9"/>
                      <a:pt x="59" y="13"/>
                      <a:pt x="57" y="14"/>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2" name="任意多边形 206"/>
              <p:cNvSpPr/>
              <p:nvPr/>
            </p:nvSpPr>
            <p:spPr bwMode="auto">
              <a:xfrm>
                <a:off x="7256464" y="3211506"/>
                <a:ext cx="65088" cy="61913"/>
              </a:xfrm>
              <a:custGeom>
                <a:avLst/>
                <a:gdLst>
                  <a:gd name="T0" fmla="*/ 24 w 24"/>
                  <a:gd name="T1" fmla="*/ 11 h 23"/>
                  <a:gd name="T2" fmla="*/ 13 w 24"/>
                  <a:gd name="T3" fmla="*/ 23 h 23"/>
                  <a:gd name="T4" fmla="*/ 0 w 24"/>
                  <a:gd name="T5" fmla="*/ 12 h 23"/>
                  <a:gd name="T6" fmla="*/ 12 w 24"/>
                  <a:gd name="T7" fmla="*/ 0 h 23"/>
                  <a:gd name="T8" fmla="*/ 24 w 24"/>
                  <a:gd name="T9" fmla="*/ 11 h 23"/>
                </a:gdLst>
                <a:ahLst/>
                <a:cxnLst>
                  <a:cxn ang="0">
                    <a:pos x="T0" y="T1"/>
                  </a:cxn>
                  <a:cxn ang="0">
                    <a:pos x="T2" y="T3"/>
                  </a:cxn>
                  <a:cxn ang="0">
                    <a:pos x="T4" y="T5"/>
                  </a:cxn>
                  <a:cxn ang="0">
                    <a:pos x="T6" y="T7"/>
                  </a:cxn>
                  <a:cxn ang="0">
                    <a:pos x="T8" y="T9"/>
                  </a:cxn>
                </a:cxnLst>
                <a:rect l="0" t="0" r="r" b="b"/>
                <a:pathLst>
                  <a:path w="24" h="23">
                    <a:moveTo>
                      <a:pt x="24" y="11"/>
                    </a:moveTo>
                    <a:cubicBezTo>
                      <a:pt x="24" y="17"/>
                      <a:pt x="19" y="22"/>
                      <a:pt x="13" y="23"/>
                    </a:cubicBezTo>
                    <a:cubicBezTo>
                      <a:pt x="6" y="23"/>
                      <a:pt x="1" y="19"/>
                      <a:pt x="0" y="12"/>
                    </a:cubicBezTo>
                    <a:cubicBezTo>
                      <a:pt x="0" y="6"/>
                      <a:pt x="5" y="0"/>
                      <a:pt x="12" y="0"/>
                    </a:cubicBezTo>
                    <a:cubicBezTo>
                      <a:pt x="18" y="0"/>
                      <a:pt x="24" y="4"/>
                      <a:pt x="24" y="1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3" name="任意多边形 207"/>
              <p:cNvSpPr/>
              <p:nvPr/>
            </p:nvSpPr>
            <p:spPr bwMode="auto">
              <a:xfrm>
                <a:off x="6900864" y="3211506"/>
                <a:ext cx="68263" cy="63500"/>
              </a:xfrm>
              <a:custGeom>
                <a:avLst/>
                <a:gdLst>
                  <a:gd name="T0" fmla="*/ 24 w 25"/>
                  <a:gd name="T1" fmla="*/ 11 h 24"/>
                  <a:gd name="T2" fmla="*/ 13 w 25"/>
                  <a:gd name="T3" fmla="*/ 24 h 24"/>
                  <a:gd name="T4" fmla="*/ 0 w 25"/>
                  <a:gd name="T5" fmla="*/ 13 h 24"/>
                  <a:gd name="T6" fmla="*/ 12 w 25"/>
                  <a:gd name="T7" fmla="*/ 1 h 24"/>
                  <a:gd name="T8" fmla="*/ 24 w 25"/>
                  <a:gd name="T9" fmla="*/ 11 h 24"/>
                </a:gdLst>
                <a:ahLst/>
                <a:cxnLst>
                  <a:cxn ang="0">
                    <a:pos x="T0" y="T1"/>
                  </a:cxn>
                  <a:cxn ang="0">
                    <a:pos x="T2" y="T3"/>
                  </a:cxn>
                  <a:cxn ang="0">
                    <a:pos x="T4" y="T5"/>
                  </a:cxn>
                  <a:cxn ang="0">
                    <a:pos x="T6" y="T7"/>
                  </a:cxn>
                  <a:cxn ang="0">
                    <a:pos x="T8" y="T9"/>
                  </a:cxn>
                </a:cxnLst>
                <a:rect l="0" t="0" r="r" b="b"/>
                <a:pathLst>
                  <a:path w="25" h="24">
                    <a:moveTo>
                      <a:pt x="24" y="11"/>
                    </a:moveTo>
                    <a:cubicBezTo>
                      <a:pt x="25" y="18"/>
                      <a:pt x="20" y="23"/>
                      <a:pt x="13" y="24"/>
                    </a:cubicBezTo>
                    <a:cubicBezTo>
                      <a:pt x="6" y="24"/>
                      <a:pt x="1" y="19"/>
                      <a:pt x="0" y="13"/>
                    </a:cubicBezTo>
                    <a:cubicBezTo>
                      <a:pt x="0" y="7"/>
                      <a:pt x="5" y="1"/>
                      <a:pt x="12" y="1"/>
                    </a:cubicBezTo>
                    <a:cubicBezTo>
                      <a:pt x="18" y="0"/>
                      <a:pt x="24" y="5"/>
                      <a:pt x="24" y="11"/>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4" name="任意多边形 211"/>
              <p:cNvSpPr/>
              <p:nvPr/>
            </p:nvSpPr>
            <p:spPr bwMode="auto">
              <a:xfrm>
                <a:off x="7175501" y="3068631"/>
                <a:ext cx="307975" cy="312738"/>
              </a:xfrm>
              <a:custGeom>
                <a:avLst/>
                <a:gdLst>
                  <a:gd name="T0" fmla="*/ 0 w 114"/>
                  <a:gd name="T1" fmla="*/ 59 h 116"/>
                  <a:gd name="T2" fmla="*/ 2 w 114"/>
                  <a:gd name="T3" fmla="*/ 45 h 116"/>
                  <a:gd name="T4" fmla="*/ 22 w 114"/>
                  <a:gd name="T5" fmla="*/ 14 h 116"/>
                  <a:gd name="T6" fmla="*/ 46 w 114"/>
                  <a:gd name="T7" fmla="*/ 3 h 116"/>
                  <a:gd name="T8" fmla="*/ 75 w 114"/>
                  <a:gd name="T9" fmla="*/ 5 h 116"/>
                  <a:gd name="T10" fmla="*/ 89 w 114"/>
                  <a:gd name="T11" fmla="*/ 13 h 116"/>
                  <a:gd name="T12" fmla="*/ 101 w 114"/>
                  <a:gd name="T13" fmla="*/ 24 h 116"/>
                  <a:gd name="T14" fmla="*/ 112 w 114"/>
                  <a:gd name="T15" fmla="*/ 57 h 116"/>
                  <a:gd name="T16" fmla="*/ 102 w 114"/>
                  <a:gd name="T17" fmla="*/ 90 h 116"/>
                  <a:gd name="T18" fmla="*/ 90 w 114"/>
                  <a:gd name="T19" fmla="*/ 102 h 116"/>
                  <a:gd name="T20" fmla="*/ 76 w 114"/>
                  <a:gd name="T21" fmla="*/ 110 h 116"/>
                  <a:gd name="T22" fmla="*/ 47 w 114"/>
                  <a:gd name="T23" fmla="*/ 113 h 116"/>
                  <a:gd name="T24" fmla="*/ 24 w 114"/>
                  <a:gd name="T25" fmla="*/ 103 h 116"/>
                  <a:gd name="T26" fmla="*/ 3 w 114"/>
                  <a:gd name="T27" fmla="*/ 72 h 116"/>
                  <a:gd name="T28" fmla="*/ 0 w 114"/>
                  <a:gd name="T29" fmla="*/ 59 h 116"/>
                  <a:gd name="T30" fmla="*/ 0 w 114"/>
                  <a:gd name="T31" fmla="*/ 60 h 116"/>
                  <a:gd name="T32" fmla="*/ 0 w 114"/>
                  <a:gd name="T33" fmla="*/ 62 h 116"/>
                  <a:gd name="T34" fmla="*/ 1 w 114"/>
                  <a:gd name="T35" fmla="*/ 67 h 116"/>
                  <a:gd name="T36" fmla="*/ 2 w 114"/>
                  <a:gd name="T37" fmla="*/ 73 h 116"/>
                  <a:gd name="T38" fmla="*/ 23 w 114"/>
                  <a:gd name="T39" fmla="*/ 104 h 116"/>
                  <a:gd name="T40" fmla="*/ 47 w 114"/>
                  <a:gd name="T41" fmla="*/ 114 h 116"/>
                  <a:gd name="T42" fmla="*/ 77 w 114"/>
                  <a:gd name="T43" fmla="*/ 112 h 116"/>
                  <a:gd name="T44" fmla="*/ 92 w 114"/>
                  <a:gd name="T45" fmla="*/ 103 h 116"/>
                  <a:gd name="T46" fmla="*/ 104 w 114"/>
                  <a:gd name="T47" fmla="*/ 91 h 116"/>
                  <a:gd name="T48" fmla="*/ 114 w 114"/>
                  <a:gd name="T49" fmla="*/ 57 h 116"/>
                  <a:gd name="T50" fmla="*/ 102 w 114"/>
                  <a:gd name="T51" fmla="*/ 23 h 116"/>
                  <a:gd name="T52" fmla="*/ 90 w 114"/>
                  <a:gd name="T53" fmla="*/ 11 h 116"/>
                  <a:gd name="T54" fmla="*/ 75 w 114"/>
                  <a:gd name="T55" fmla="*/ 4 h 116"/>
                  <a:gd name="T56" fmla="*/ 45 w 114"/>
                  <a:gd name="T57" fmla="*/ 2 h 116"/>
                  <a:gd name="T58" fmla="*/ 21 w 114"/>
                  <a:gd name="T59" fmla="*/ 13 h 116"/>
                  <a:gd name="T60" fmla="*/ 1 w 114"/>
                  <a:gd name="T61" fmla="*/ 45 h 116"/>
                  <a:gd name="T62" fmla="*/ 0 w 114"/>
                  <a:gd name="T63" fmla="*/ 51 h 116"/>
                  <a:gd name="T64" fmla="*/ 0 w 114"/>
                  <a:gd name="T65" fmla="*/ 55 h 116"/>
                  <a:gd name="T66" fmla="*/ 0 w 114"/>
                  <a:gd name="T67" fmla="*/ 58 h 116"/>
                  <a:gd name="T68" fmla="*/ 0 w 114"/>
                  <a:gd name="T69" fmla="*/ 59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4" h="116">
                    <a:moveTo>
                      <a:pt x="0" y="59"/>
                    </a:moveTo>
                    <a:cubicBezTo>
                      <a:pt x="0" y="59"/>
                      <a:pt x="0" y="54"/>
                      <a:pt x="2" y="45"/>
                    </a:cubicBezTo>
                    <a:cubicBezTo>
                      <a:pt x="4" y="36"/>
                      <a:pt x="10" y="24"/>
                      <a:pt x="22" y="14"/>
                    </a:cubicBezTo>
                    <a:cubicBezTo>
                      <a:pt x="28" y="9"/>
                      <a:pt x="36" y="5"/>
                      <a:pt x="46" y="3"/>
                    </a:cubicBezTo>
                    <a:cubicBezTo>
                      <a:pt x="55" y="2"/>
                      <a:pt x="65" y="2"/>
                      <a:pt x="75" y="5"/>
                    </a:cubicBezTo>
                    <a:cubicBezTo>
                      <a:pt x="80" y="7"/>
                      <a:pt x="84" y="10"/>
                      <a:pt x="89" y="13"/>
                    </a:cubicBezTo>
                    <a:cubicBezTo>
                      <a:pt x="93" y="16"/>
                      <a:pt x="97" y="20"/>
                      <a:pt x="101" y="24"/>
                    </a:cubicBezTo>
                    <a:cubicBezTo>
                      <a:pt x="108" y="33"/>
                      <a:pt x="112" y="45"/>
                      <a:pt x="112" y="57"/>
                    </a:cubicBezTo>
                    <a:cubicBezTo>
                      <a:pt x="112" y="69"/>
                      <a:pt x="109" y="81"/>
                      <a:pt x="102" y="90"/>
                    </a:cubicBezTo>
                    <a:cubicBezTo>
                      <a:pt x="99" y="95"/>
                      <a:pt x="95" y="99"/>
                      <a:pt x="90" y="102"/>
                    </a:cubicBezTo>
                    <a:cubicBezTo>
                      <a:pt x="86" y="105"/>
                      <a:pt x="81" y="108"/>
                      <a:pt x="76" y="110"/>
                    </a:cubicBezTo>
                    <a:cubicBezTo>
                      <a:pt x="67" y="114"/>
                      <a:pt x="56" y="114"/>
                      <a:pt x="47" y="113"/>
                    </a:cubicBezTo>
                    <a:cubicBezTo>
                      <a:pt x="38" y="111"/>
                      <a:pt x="30" y="107"/>
                      <a:pt x="24" y="103"/>
                    </a:cubicBezTo>
                    <a:cubicBezTo>
                      <a:pt x="11" y="93"/>
                      <a:pt x="5" y="81"/>
                      <a:pt x="3" y="72"/>
                    </a:cubicBezTo>
                    <a:cubicBezTo>
                      <a:pt x="0" y="64"/>
                      <a:pt x="0" y="59"/>
                      <a:pt x="0" y="59"/>
                    </a:cubicBezTo>
                    <a:cubicBezTo>
                      <a:pt x="0" y="59"/>
                      <a:pt x="0" y="59"/>
                      <a:pt x="0" y="60"/>
                    </a:cubicBezTo>
                    <a:cubicBezTo>
                      <a:pt x="0" y="60"/>
                      <a:pt x="0" y="61"/>
                      <a:pt x="0" y="62"/>
                    </a:cubicBezTo>
                    <a:cubicBezTo>
                      <a:pt x="0" y="64"/>
                      <a:pt x="0" y="65"/>
                      <a:pt x="1" y="67"/>
                    </a:cubicBezTo>
                    <a:cubicBezTo>
                      <a:pt x="1" y="68"/>
                      <a:pt x="1" y="70"/>
                      <a:pt x="2" y="73"/>
                    </a:cubicBezTo>
                    <a:cubicBezTo>
                      <a:pt x="4" y="81"/>
                      <a:pt x="10" y="94"/>
                      <a:pt x="23" y="104"/>
                    </a:cubicBezTo>
                    <a:cubicBezTo>
                      <a:pt x="29" y="109"/>
                      <a:pt x="37" y="113"/>
                      <a:pt x="47" y="114"/>
                    </a:cubicBezTo>
                    <a:cubicBezTo>
                      <a:pt x="56" y="116"/>
                      <a:pt x="67" y="115"/>
                      <a:pt x="77" y="112"/>
                    </a:cubicBezTo>
                    <a:cubicBezTo>
                      <a:pt x="82" y="110"/>
                      <a:pt x="87" y="107"/>
                      <a:pt x="92" y="103"/>
                    </a:cubicBezTo>
                    <a:cubicBezTo>
                      <a:pt x="96" y="100"/>
                      <a:pt x="100" y="96"/>
                      <a:pt x="104" y="91"/>
                    </a:cubicBezTo>
                    <a:cubicBezTo>
                      <a:pt x="110" y="82"/>
                      <a:pt x="114" y="69"/>
                      <a:pt x="114" y="57"/>
                    </a:cubicBezTo>
                    <a:cubicBezTo>
                      <a:pt x="114" y="44"/>
                      <a:pt x="110" y="32"/>
                      <a:pt x="102" y="23"/>
                    </a:cubicBezTo>
                    <a:cubicBezTo>
                      <a:pt x="99" y="18"/>
                      <a:pt x="95" y="14"/>
                      <a:pt x="90" y="11"/>
                    </a:cubicBezTo>
                    <a:cubicBezTo>
                      <a:pt x="85" y="8"/>
                      <a:pt x="80" y="5"/>
                      <a:pt x="75" y="4"/>
                    </a:cubicBezTo>
                    <a:cubicBezTo>
                      <a:pt x="65" y="0"/>
                      <a:pt x="55" y="0"/>
                      <a:pt x="45" y="2"/>
                    </a:cubicBezTo>
                    <a:cubicBezTo>
                      <a:pt x="36" y="4"/>
                      <a:pt x="28" y="8"/>
                      <a:pt x="21" y="13"/>
                    </a:cubicBezTo>
                    <a:cubicBezTo>
                      <a:pt x="8" y="23"/>
                      <a:pt x="3" y="36"/>
                      <a:pt x="1" y="45"/>
                    </a:cubicBezTo>
                    <a:cubicBezTo>
                      <a:pt x="1" y="47"/>
                      <a:pt x="1" y="49"/>
                      <a:pt x="0" y="51"/>
                    </a:cubicBezTo>
                    <a:cubicBezTo>
                      <a:pt x="0" y="52"/>
                      <a:pt x="0" y="54"/>
                      <a:pt x="0" y="55"/>
                    </a:cubicBezTo>
                    <a:cubicBezTo>
                      <a:pt x="0" y="56"/>
                      <a:pt x="0" y="57"/>
                      <a:pt x="0" y="58"/>
                    </a:cubicBezTo>
                    <a:cubicBezTo>
                      <a:pt x="0" y="58"/>
                      <a:pt x="0" y="59"/>
                      <a:pt x="0" y="59"/>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5" name="任意多边形 212"/>
              <p:cNvSpPr/>
              <p:nvPr/>
            </p:nvSpPr>
            <p:spPr bwMode="auto">
              <a:xfrm>
                <a:off x="6759576" y="3073394"/>
                <a:ext cx="309563" cy="312738"/>
              </a:xfrm>
              <a:custGeom>
                <a:avLst/>
                <a:gdLst>
                  <a:gd name="T0" fmla="*/ 1 w 115"/>
                  <a:gd name="T1" fmla="*/ 59 h 116"/>
                  <a:gd name="T2" fmla="*/ 2 w 115"/>
                  <a:gd name="T3" fmla="*/ 45 h 116"/>
                  <a:gd name="T4" fmla="*/ 23 w 115"/>
                  <a:gd name="T5" fmla="*/ 15 h 116"/>
                  <a:gd name="T6" fmla="*/ 46 w 115"/>
                  <a:gd name="T7" fmla="*/ 4 h 116"/>
                  <a:gd name="T8" fmla="*/ 75 w 115"/>
                  <a:gd name="T9" fmla="*/ 6 h 116"/>
                  <a:gd name="T10" fmla="*/ 89 w 115"/>
                  <a:gd name="T11" fmla="*/ 13 h 116"/>
                  <a:gd name="T12" fmla="*/ 101 w 115"/>
                  <a:gd name="T13" fmla="*/ 25 h 116"/>
                  <a:gd name="T14" fmla="*/ 113 w 115"/>
                  <a:gd name="T15" fmla="*/ 57 h 116"/>
                  <a:gd name="T16" fmla="*/ 102 w 115"/>
                  <a:gd name="T17" fmla="*/ 90 h 116"/>
                  <a:gd name="T18" fmla="*/ 91 w 115"/>
                  <a:gd name="T19" fmla="*/ 102 h 116"/>
                  <a:gd name="T20" fmla="*/ 77 w 115"/>
                  <a:gd name="T21" fmla="*/ 110 h 116"/>
                  <a:gd name="T22" fmla="*/ 48 w 115"/>
                  <a:gd name="T23" fmla="*/ 113 h 116"/>
                  <a:gd name="T24" fmla="*/ 24 w 115"/>
                  <a:gd name="T25" fmla="*/ 103 h 116"/>
                  <a:gd name="T26" fmla="*/ 3 w 115"/>
                  <a:gd name="T27" fmla="*/ 73 h 116"/>
                  <a:gd name="T28" fmla="*/ 1 w 115"/>
                  <a:gd name="T29" fmla="*/ 59 h 116"/>
                  <a:gd name="T30" fmla="*/ 1 w 115"/>
                  <a:gd name="T31" fmla="*/ 60 h 116"/>
                  <a:gd name="T32" fmla="*/ 1 w 115"/>
                  <a:gd name="T33" fmla="*/ 63 h 116"/>
                  <a:gd name="T34" fmla="*/ 1 w 115"/>
                  <a:gd name="T35" fmla="*/ 67 h 116"/>
                  <a:gd name="T36" fmla="*/ 2 w 115"/>
                  <a:gd name="T37" fmla="*/ 73 h 116"/>
                  <a:gd name="T38" fmla="*/ 23 w 115"/>
                  <a:gd name="T39" fmla="*/ 104 h 116"/>
                  <a:gd name="T40" fmla="*/ 47 w 115"/>
                  <a:gd name="T41" fmla="*/ 115 h 116"/>
                  <a:gd name="T42" fmla="*/ 77 w 115"/>
                  <a:gd name="T43" fmla="*/ 112 h 116"/>
                  <a:gd name="T44" fmla="*/ 92 w 115"/>
                  <a:gd name="T45" fmla="*/ 104 h 116"/>
                  <a:gd name="T46" fmla="*/ 104 w 115"/>
                  <a:gd name="T47" fmla="*/ 92 h 116"/>
                  <a:gd name="T48" fmla="*/ 115 w 115"/>
                  <a:gd name="T49" fmla="*/ 57 h 116"/>
                  <a:gd name="T50" fmla="*/ 103 w 115"/>
                  <a:gd name="T51" fmla="*/ 24 h 116"/>
                  <a:gd name="T52" fmla="*/ 90 w 115"/>
                  <a:gd name="T53" fmla="*/ 12 h 116"/>
                  <a:gd name="T54" fmla="*/ 76 w 115"/>
                  <a:gd name="T55" fmla="*/ 4 h 116"/>
                  <a:gd name="T56" fmla="*/ 46 w 115"/>
                  <a:gd name="T57" fmla="*/ 2 h 116"/>
                  <a:gd name="T58" fmla="*/ 22 w 115"/>
                  <a:gd name="T59" fmla="*/ 13 h 116"/>
                  <a:gd name="T60" fmla="*/ 2 w 115"/>
                  <a:gd name="T61" fmla="*/ 45 h 116"/>
                  <a:gd name="T62" fmla="*/ 1 w 115"/>
                  <a:gd name="T63" fmla="*/ 51 h 116"/>
                  <a:gd name="T64" fmla="*/ 0 w 115"/>
                  <a:gd name="T65" fmla="*/ 56 h 116"/>
                  <a:gd name="T66" fmla="*/ 0 w 115"/>
                  <a:gd name="T67" fmla="*/ 58 h 116"/>
                  <a:gd name="T68" fmla="*/ 1 w 115"/>
                  <a:gd name="T69" fmla="*/ 59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5" h="116">
                    <a:moveTo>
                      <a:pt x="1" y="59"/>
                    </a:moveTo>
                    <a:cubicBezTo>
                      <a:pt x="1" y="59"/>
                      <a:pt x="0" y="54"/>
                      <a:pt x="2" y="45"/>
                    </a:cubicBezTo>
                    <a:cubicBezTo>
                      <a:pt x="5" y="37"/>
                      <a:pt x="10" y="24"/>
                      <a:pt x="23" y="15"/>
                    </a:cubicBezTo>
                    <a:cubicBezTo>
                      <a:pt x="29" y="10"/>
                      <a:pt x="37" y="6"/>
                      <a:pt x="46" y="4"/>
                    </a:cubicBezTo>
                    <a:cubicBezTo>
                      <a:pt x="55" y="2"/>
                      <a:pt x="65" y="2"/>
                      <a:pt x="75" y="6"/>
                    </a:cubicBezTo>
                    <a:cubicBezTo>
                      <a:pt x="80" y="7"/>
                      <a:pt x="85" y="10"/>
                      <a:pt x="89" y="13"/>
                    </a:cubicBezTo>
                    <a:cubicBezTo>
                      <a:pt x="94" y="16"/>
                      <a:pt x="98" y="20"/>
                      <a:pt x="101" y="25"/>
                    </a:cubicBezTo>
                    <a:cubicBezTo>
                      <a:pt x="108" y="34"/>
                      <a:pt x="112" y="45"/>
                      <a:pt x="113" y="57"/>
                    </a:cubicBezTo>
                    <a:cubicBezTo>
                      <a:pt x="113" y="69"/>
                      <a:pt x="109" y="81"/>
                      <a:pt x="102" y="90"/>
                    </a:cubicBezTo>
                    <a:cubicBezTo>
                      <a:pt x="99" y="95"/>
                      <a:pt x="95" y="99"/>
                      <a:pt x="91" y="102"/>
                    </a:cubicBezTo>
                    <a:cubicBezTo>
                      <a:pt x="86" y="106"/>
                      <a:pt x="82" y="108"/>
                      <a:pt x="77" y="110"/>
                    </a:cubicBezTo>
                    <a:cubicBezTo>
                      <a:pt x="67" y="114"/>
                      <a:pt x="57" y="115"/>
                      <a:pt x="48" y="113"/>
                    </a:cubicBezTo>
                    <a:cubicBezTo>
                      <a:pt x="38" y="112"/>
                      <a:pt x="30" y="108"/>
                      <a:pt x="24" y="103"/>
                    </a:cubicBezTo>
                    <a:cubicBezTo>
                      <a:pt x="11" y="94"/>
                      <a:pt x="5" y="81"/>
                      <a:pt x="3" y="73"/>
                    </a:cubicBezTo>
                    <a:cubicBezTo>
                      <a:pt x="1" y="64"/>
                      <a:pt x="1" y="59"/>
                      <a:pt x="1" y="59"/>
                    </a:cubicBezTo>
                    <a:cubicBezTo>
                      <a:pt x="1" y="59"/>
                      <a:pt x="1" y="60"/>
                      <a:pt x="1" y="60"/>
                    </a:cubicBezTo>
                    <a:cubicBezTo>
                      <a:pt x="1" y="61"/>
                      <a:pt x="1" y="62"/>
                      <a:pt x="1" y="63"/>
                    </a:cubicBezTo>
                    <a:cubicBezTo>
                      <a:pt x="1" y="64"/>
                      <a:pt x="1" y="66"/>
                      <a:pt x="1" y="67"/>
                    </a:cubicBezTo>
                    <a:cubicBezTo>
                      <a:pt x="1" y="69"/>
                      <a:pt x="1" y="71"/>
                      <a:pt x="2" y="73"/>
                    </a:cubicBezTo>
                    <a:cubicBezTo>
                      <a:pt x="4" y="82"/>
                      <a:pt x="10" y="95"/>
                      <a:pt x="23" y="104"/>
                    </a:cubicBezTo>
                    <a:cubicBezTo>
                      <a:pt x="30" y="109"/>
                      <a:pt x="38" y="113"/>
                      <a:pt x="47" y="115"/>
                    </a:cubicBezTo>
                    <a:cubicBezTo>
                      <a:pt x="57" y="116"/>
                      <a:pt x="67" y="116"/>
                      <a:pt x="77" y="112"/>
                    </a:cubicBezTo>
                    <a:cubicBezTo>
                      <a:pt x="83" y="110"/>
                      <a:pt x="87" y="107"/>
                      <a:pt x="92" y="104"/>
                    </a:cubicBezTo>
                    <a:cubicBezTo>
                      <a:pt x="96" y="101"/>
                      <a:pt x="101" y="96"/>
                      <a:pt x="104" y="92"/>
                    </a:cubicBezTo>
                    <a:cubicBezTo>
                      <a:pt x="111" y="82"/>
                      <a:pt x="115" y="70"/>
                      <a:pt x="115" y="57"/>
                    </a:cubicBezTo>
                    <a:cubicBezTo>
                      <a:pt x="114" y="45"/>
                      <a:pt x="110" y="33"/>
                      <a:pt x="103" y="24"/>
                    </a:cubicBezTo>
                    <a:cubicBezTo>
                      <a:pt x="99" y="19"/>
                      <a:pt x="95" y="15"/>
                      <a:pt x="90" y="12"/>
                    </a:cubicBezTo>
                    <a:cubicBezTo>
                      <a:pt x="86" y="8"/>
                      <a:pt x="81" y="6"/>
                      <a:pt x="76" y="4"/>
                    </a:cubicBezTo>
                    <a:cubicBezTo>
                      <a:pt x="66" y="0"/>
                      <a:pt x="55" y="0"/>
                      <a:pt x="46" y="2"/>
                    </a:cubicBezTo>
                    <a:cubicBezTo>
                      <a:pt x="36" y="4"/>
                      <a:pt x="28" y="8"/>
                      <a:pt x="22" y="13"/>
                    </a:cubicBezTo>
                    <a:cubicBezTo>
                      <a:pt x="9" y="24"/>
                      <a:pt x="4" y="37"/>
                      <a:pt x="2" y="45"/>
                    </a:cubicBezTo>
                    <a:cubicBezTo>
                      <a:pt x="1" y="48"/>
                      <a:pt x="1" y="50"/>
                      <a:pt x="1" y="51"/>
                    </a:cubicBezTo>
                    <a:cubicBezTo>
                      <a:pt x="0" y="53"/>
                      <a:pt x="0" y="54"/>
                      <a:pt x="0" y="56"/>
                    </a:cubicBezTo>
                    <a:cubicBezTo>
                      <a:pt x="0" y="57"/>
                      <a:pt x="0" y="58"/>
                      <a:pt x="0" y="58"/>
                    </a:cubicBezTo>
                    <a:cubicBezTo>
                      <a:pt x="0" y="59"/>
                      <a:pt x="1" y="59"/>
                      <a:pt x="1" y="59"/>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6" name="任意多边形 213"/>
              <p:cNvSpPr/>
              <p:nvPr/>
            </p:nvSpPr>
            <p:spPr bwMode="auto">
              <a:xfrm>
                <a:off x="7058026" y="3184519"/>
                <a:ext cx="123825" cy="38100"/>
              </a:xfrm>
              <a:custGeom>
                <a:avLst/>
                <a:gdLst>
                  <a:gd name="T0" fmla="*/ 0 w 46"/>
                  <a:gd name="T1" fmla="*/ 14 h 14"/>
                  <a:gd name="T2" fmla="*/ 6 w 46"/>
                  <a:gd name="T3" fmla="*/ 9 h 14"/>
                  <a:gd name="T4" fmla="*/ 23 w 46"/>
                  <a:gd name="T5" fmla="*/ 2 h 14"/>
                  <a:gd name="T6" fmla="*/ 40 w 46"/>
                  <a:gd name="T7" fmla="*/ 8 h 14"/>
                  <a:gd name="T8" fmla="*/ 46 w 46"/>
                  <a:gd name="T9" fmla="*/ 13 h 14"/>
                  <a:gd name="T10" fmla="*/ 41 w 46"/>
                  <a:gd name="T11" fmla="*/ 7 h 14"/>
                  <a:gd name="T12" fmla="*/ 22 w 46"/>
                  <a:gd name="T13" fmla="*/ 0 h 14"/>
                  <a:gd name="T14" fmla="*/ 5 w 46"/>
                  <a:gd name="T15" fmla="*/ 8 h 14"/>
                  <a:gd name="T16" fmla="*/ 0 w 46"/>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14">
                    <a:moveTo>
                      <a:pt x="0" y="14"/>
                    </a:moveTo>
                    <a:cubicBezTo>
                      <a:pt x="0" y="14"/>
                      <a:pt x="2" y="12"/>
                      <a:pt x="6" y="9"/>
                    </a:cubicBezTo>
                    <a:cubicBezTo>
                      <a:pt x="9" y="6"/>
                      <a:pt x="15" y="2"/>
                      <a:pt x="23" y="2"/>
                    </a:cubicBezTo>
                    <a:cubicBezTo>
                      <a:pt x="30" y="2"/>
                      <a:pt x="36" y="5"/>
                      <a:pt x="40" y="8"/>
                    </a:cubicBezTo>
                    <a:cubicBezTo>
                      <a:pt x="44" y="11"/>
                      <a:pt x="45" y="13"/>
                      <a:pt x="46" y="13"/>
                    </a:cubicBezTo>
                    <a:cubicBezTo>
                      <a:pt x="46" y="13"/>
                      <a:pt x="44" y="10"/>
                      <a:pt x="41" y="7"/>
                    </a:cubicBezTo>
                    <a:cubicBezTo>
                      <a:pt x="37" y="4"/>
                      <a:pt x="30" y="0"/>
                      <a:pt x="22" y="0"/>
                    </a:cubicBezTo>
                    <a:cubicBezTo>
                      <a:pt x="15" y="0"/>
                      <a:pt x="8" y="4"/>
                      <a:pt x="5" y="8"/>
                    </a:cubicBezTo>
                    <a:cubicBezTo>
                      <a:pt x="1" y="11"/>
                      <a:pt x="0" y="14"/>
                      <a:pt x="0" y="14"/>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7" name="任意多边形 214"/>
              <p:cNvSpPr/>
              <p:nvPr/>
            </p:nvSpPr>
            <p:spPr bwMode="auto">
              <a:xfrm>
                <a:off x="6551614" y="3170231"/>
                <a:ext cx="209550" cy="26988"/>
              </a:xfrm>
              <a:custGeom>
                <a:avLst/>
                <a:gdLst>
                  <a:gd name="T0" fmla="*/ 0 w 78"/>
                  <a:gd name="T1" fmla="*/ 1 h 10"/>
                  <a:gd name="T2" fmla="*/ 12 w 78"/>
                  <a:gd name="T3" fmla="*/ 3 h 10"/>
                  <a:gd name="T4" fmla="*/ 39 w 78"/>
                  <a:gd name="T5" fmla="*/ 6 h 10"/>
                  <a:gd name="T6" fmla="*/ 67 w 78"/>
                  <a:gd name="T7" fmla="*/ 9 h 10"/>
                  <a:gd name="T8" fmla="*/ 78 w 78"/>
                  <a:gd name="T9" fmla="*/ 10 h 10"/>
                  <a:gd name="T10" fmla="*/ 67 w 78"/>
                  <a:gd name="T11" fmla="*/ 7 h 10"/>
                  <a:gd name="T12" fmla="*/ 39 w 78"/>
                  <a:gd name="T13" fmla="*/ 4 h 10"/>
                  <a:gd name="T14" fmla="*/ 12 w 78"/>
                  <a:gd name="T15" fmla="*/ 2 h 10"/>
                  <a:gd name="T16" fmla="*/ 0 w 78"/>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10">
                    <a:moveTo>
                      <a:pt x="0" y="1"/>
                    </a:moveTo>
                    <a:cubicBezTo>
                      <a:pt x="0" y="1"/>
                      <a:pt x="5" y="2"/>
                      <a:pt x="12" y="3"/>
                    </a:cubicBezTo>
                    <a:cubicBezTo>
                      <a:pt x="19" y="4"/>
                      <a:pt x="28" y="5"/>
                      <a:pt x="39" y="6"/>
                    </a:cubicBezTo>
                    <a:cubicBezTo>
                      <a:pt x="50" y="7"/>
                      <a:pt x="59" y="8"/>
                      <a:pt x="67" y="9"/>
                    </a:cubicBezTo>
                    <a:cubicBezTo>
                      <a:pt x="74" y="9"/>
                      <a:pt x="78" y="10"/>
                      <a:pt x="78" y="10"/>
                    </a:cubicBezTo>
                    <a:cubicBezTo>
                      <a:pt x="78" y="9"/>
                      <a:pt x="74" y="8"/>
                      <a:pt x="67" y="7"/>
                    </a:cubicBezTo>
                    <a:cubicBezTo>
                      <a:pt x="60" y="6"/>
                      <a:pt x="50" y="5"/>
                      <a:pt x="39" y="4"/>
                    </a:cubicBezTo>
                    <a:cubicBezTo>
                      <a:pt x="29" y="3"/>
                      <a:pt x="20" y="2"/>
                      <a:pt x="12" y="2"/>
                    </a:cubicBezTo>
                    <a:cubicBezTo>
                      <a:pt x="5" y="1"/>
                      <a:pt x="0" y="0"/>
                      <a:pt x="0" y="1"/>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8" name="任意多边形 215"/>
              <p:cNvSpPr/>
              <p:nvPr/>
            </p:nvSpPr>
            <p:spPr bwMode="auto">
              <a:xfrm>
                <a:off x="7415214" y="3205156"/>
                <a:ext cx="46038" cy="115888"/>
              </a:xfrm>
              <a:custGeom>
                <a:avLst/>
                <a:gdLst>
                  <a:gd name="T0" fmla="*/ 0 w 17"/>
                  <a:gd name="T1" fmla="*/ 42 h 43"/>
                  <a:gd name="T2" fmla="*/ 12 w 17"/>
                  <a:gd name="T3" fmla="*/ 23 h 43"/>
                  <a:gd name="T4" fmla="*/ 16 w 17"/>
                  <a:gd name="T5" fmla="*/ 1 h 43"/>
                  <a:gd name="T6" fmla="*/ 17 w 17"/>
                  <a:gd name="T7" fmla="*/ 7 h 43"/>
                  <a:gd name="T8" fmla="*/ 14 w 17"/>
                  <a:gd name="T9" fmla="*/ 24 h 43"/>
                  <a:gd name="T10" fmla="*/ 6 w 17"/>
                  <a:gd name="T11" fmla="*/ 38 h 43"/>
                  <a:gd name="T12" fmla="*/ 0 w 17"/>
                  <a:gd name="T13" fmla="*/ 42 h 43"/>
                </a:gdLst>
                <a:ahLst/>
                <a:cxnLst>
                  <a:cxn ang="0">
                    <a:pos x="T0" y="T1"/>
                  </a:cxn>
                  <a:cxn ang="0">
                    <a:pos x="T2" y="T3"/>
                  </a:cxn>
                  <a:cxn ang="0">
                    <a:pos x="T4" y="T5"/>
                  </a:cxn>
                  <a:cxn ang="0">
                    <a:pos x="T6" y="T7"/>
                  </a:cxn>
                  <a:cxn ang="0">
                    <a:pos x="T8" y="T9"/>
                  </a:cxn>
                  <a:cxn ang="0">
                    <a:pos x="T10" y="T11"/>
                  </a:cxn>
                  <a:cxn ang="0">
                    <a:pos x="T12" y="T13"/>
                  </a:cxn>
                </a:cxnLst>
                <a:rect l="0" t="0" r="r" b="b"/>
                <a:pathLst>
                  <a:path w="17" h="43">
                    <a:moveTo>
                      <a:pt x="0" y="42"/>
                    </a:moveTo>
                    <a:cubicBezTo>
                      <a:pt x="0" y="42"/>
                      <a:pt x="8" y="35"/>
                      <a:pt x="12" y="23"/>
                    </a:cubicBezTo>
                    <a:cubicBezTo>
                      <a:pt x="17" y="11"/>
                      <a:pt x="15" y="1"/>
                      <a:pt x="16" y="1"/>
                    </a:cubicBezTo>
                    <a:cubicBezTo>
                      <a:pt x="16" y="0"/>
                      <a:pt x="17" y="3"/>
                      <a:pt x="17" y="7"/>
                    </a:cubicBezTo>
                    <a:cubicBezTo>
                      <a:pt x="17" y="12"/>
                      <a:pt x="17" y="18"/>
                      <a:pt x="14" y="24"/>
                    </a:cubicBezTo>
                    <a:cubicBezTo>
                      <a:pt x="12" y="30"/>
                      <a:pt x="9" y="35"/>
                      <a:pt x="6" y="38"/>
                    </a:cubicBezTo>
                    <a:cubicBezTo>
                      <a:pt x="3" y="41"/>
                      <a:pt x="1" y="43"/>
                      <a:pt x="0" y="4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9" name="任意多边形 216"/>
              <p:cNvSpPr/>
              <p:nvPr/>
            </p:nvSpPr>
            <p:spPr bwMode="auto">
              <a:xfrm>
                <a:off x="7442201" y="3149594"/>
                <a:ext cx="14288" cy="23813"/>
              </a:xfrm>
              <a:custGeom>
                <a:avLst/>
                <a:gdLst>
                  <a:gd name="T0" fmla="*/ 0 w 5"/>
                  <a:gd name="T1" fmla="*/ 0 h 9"/>
                  <a:gd name="T2" fmla="*/ 4 w 5"/>
                  <a:gd name="T3" fmla="*/ 4 h 9"/>
                  <a:gd name="T4" fmla="*/ 4 w 5"/>
                  <a:gd name="T5" fmla="*/ 9 h 9"/>
                  <a:gd name="T6" fmla="*/ 2 w 5"/>
                  <a:gd name="T7" fmla="*/ 4 h 9"/>
                  <a:gd name="T8" fmla="*/ 0 w 5"/>
                  <a:gd name="T9" fmla="*/ 0 h 9"/>
                </a:gdLst>
                <a:ahLst/>
                <a:cxnLst>
                  <a:cxn ang="0">
                    <a:pos x="T0" y="T1"/>
                  </a:cxn>
                  <a:cxn ang="0">
                    <a:pos x="T2" y="T3"/>
                  </a:cxn>
                  <a:cxn ang="0">
                    <a:pos x="T4" y="T5"/>
                  </a:cxn>
                  <a:cxn ang="0">
                    <a:pos x="T6" y="T7"/>
                  </a:cxn>
                  <a:cxn ang="0">
                    <a:pos x="T8" y="T9"/>
                  </a:cxn>
                </a:cxnLst>
                <a:rect l="0" t="0" r="r" b="b"/>
                <a:pathLst>
                  <a:path w="5" h="9">
                    <a:moveTo>
                      <a:pt x="0" y="0"/>
                    </a:moveTo>
                    <a:cubicBezTo>
                      <a:pt x="0" y="0"/>
                      <a:pt x="3" y="1"/>
                      <a:pt x="4" y="4"/>
                    </a:cubicBezTo>
                    <a:cubicBezTo>
                      <a:pt x="5" y="6"/>
                      <a:pt x="5" y="9"/>
                      <a:pt x="4" y="9"/>
                    </a:cubicBezTo>
                    <a:cubicBezTo>
                      <a:pt x="4" y="9"/>
                      <a:pt x="3" y="7"/>
                      <a:pt x="2" y="4"/>
                    </a:cubicBezTo>
                    <a:cubicBezTo>
                      <a:pt x="1" y="2"/>
                      <a:pt x="0" y="1"/>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0" name="任意多边形 217"/>
              <p:cNvSpPr/>
              <p:nvPr/>
            </p:nvSpPr>
            <p:spPr bwMode="auto">
              <a:xfrm>
                <a:off x="7008814" y="3138481"/>
                <a:ext cx="41275" cy="147638"/>
              </a:xfrm>
              <a:custGeom>
                <a:avLst/>
                <a:gdLst>
                  <a:gd name="T0" fmla="*/ 10 w 15"/>
                  <a:gd name="T1" fmla="*/ 55 h 55"/>
                  <a:gd name="T2" fmla="*/ 12 w 15"/>
                  <a:gd name="T3" fmla="*/ 47 h 55"/>
                  <a:gd name="T4" fmla="*/ 12 w 15"/>
                  <a:gd name="T5" fmla="*/ 27 h 55"/>
                  <a:gd name="T6" fmla="*/ 5 w 15"/>
                  <a:gd name="T7" fmla="*/ 8 h 55"/>
                  <a:gd name="T8" fmla="*/ 0 w 15"/>
                  <a:gd name="T9" fmla="*/ 0 h 55"/>
                  <a:gd name="T10" fmla="*/ 6 w 15"/>
                  <a:gd name="T11" fmla="*/ 7 h 55"/>
                  <a:gd name="T12" fmla="*/ 14 w 15"/>
                  <a:gd name="T13" fmla="*/ 26 h 55"/>
                  <a:gd name="T14" fmla="*/ 13 w 15"/>
                  <a:gd name="T15" fmla="*/ 47 h 55"/>
                  <a:gd name="T16" fmla="*/ 10 w 15"/>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55">
                    <a:moveTo>
                      <a:pt x="10" y="55"/>
                    </a:moveTo>
                    <a:cubicBezTo>
                      <a:pt x="10" y="55"/>
                      <a:pt x="11" y="52"/>
                      <a:pt x="12" y="47"/>
                    </a:cubicBezTo>
                    <a:cubicBezTo>
                      <a:pt x="13" y="42"/>
                      <a:pt x="13" y="34"/>
                      <a:pt x="12" y="27"/>
                    </a:cubicBezTo>
                    <a:cubicBezTo>
                      <a:pt x="10" y="19"/>
                      <a:pt x="7" y="12"/>
                      <a:pt x="5" y="8"/>
                    </a:cubicBezTo>
                    <a:cubicBezTo>
                      <a:pt x="2" y="3"/>
                      <a:pt x="0" y="1"/>
                      <a:pt x="0" y="0"/>
                    </a:cubicBezTo>
                    <a:cubicBezTo>
                      <a:pt x="0" y="0"/>
                      <a:pt x="3" y="2"/>
                      <a:pt x="6" y="7"/>
                    </a:cubicBezTo>
                    <a:cubicBezTo>
                      <a:pt x="9" y="11"/>
                      <a:pt x="12" y="18"/>
                      <a:pt x="14" y="26"/>
                    </a:cubicBezTo>
                    <a:cubicBezTo>
                      <a:pt x="15" y="34"/>
                      <a:pt x="15" y="42"/>
                      <a:pt x="13" y="47"/>
                    </a:cubicBezTo>
                    <a:cubicBezTo>
                      <a:pt x="12" y="52"/>
                      <a:pt x="10" y="55"/>
                      <a:pt x="10"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1" name="任意多边形 220"/>
              <p:cNvSpPr/>
              <p:nvPr/>
            </p:nvSpPr>
            <p:spPr bwMode="auto">
              <a:xfrm>
                <a:off x="6003926" y="5151438"/>
                <a:ext cx="1355725" cy="573088"/>
              </a:xfrm>
              <a:custGeom>
                <a:avLst/>
                <a:gdLst>
                  <a:gd name="T0" fmla="*/ 286 w 503"/>
                  <a:gd name="T1" fmla="*/ 173 h 213"/>
                  <a:gd name="T2" fmla="*/ 346 w 503"/>
                  <a:gd name="T3" fmla="*/ 191 h 213"/>
                  <a:gd name="T4" fmla="*/ 394 w 503"/>
                  <a:gd name="T5" fmla="*/ 209 h 213"/>
                  <a:gd name="T6" fmla="*/ 428 w 503"/>
                  <a:gd name="T7" fmla="*/ 196 h 213"/>
                  <a:gd name="T8" fmla="*/ 414 w 503"/>
                  <a:gd name="T9" fmla="*/ 183 h 213"/>
                  <a:gd name="T10" fmla="*/ 376 w 503"/>
                  <a:gd name="T11" fmla="*/ 166 h 213"/>
                  <a:gd name="T12" fmla="*/ 354 w 503"/>
                  <a:gd name="T13" fmla="*/ 142 h 213"/>
                  <a:gd name="T14" fmla="*/ 376 w 503"/>
                  <a:gd name="T15" fmla="*/ 145 h 213"/>
                  <a:gd name="T16" fmla="*/ 437 w 503"/>
                  <a:gd name="T17" fmla="*/ 186 h 213"/>
                  <a:gd name="T18" fmla="*/ 459 w 503"/>
                  <a:gd name="T19" fmla="*/ 174 h 213"/>
                  <a:gd name="T20" fmla="*/ 409 w 503"/>
                  <a:gd name="T21" fmla="*/ 117 h 213"/>
                  <a:gd name="T22" fmla="*/ 467 w 503"/>
                  <a:gd name="T23" fmla="*/ 156 h 213"/>
                  <a:gd name="T24" fmla="*/ 492 w 503"/>
                  <a:gd name="T25" fmla="*/ 162 h 213"/>
                  <a:gd name="T26" fmla="*/ 492 w 503"/>
                  <a:gd name="T27" fmla="*/ 135 h 213"/>
                  <a:gd name="T28" fmla="*/ 393 w 503"/>
                  <a:gd name="T29" fmla="*/ 55 h 213"/>
                  <a:gd name="T30" fmla="*/ 417 w 503"/>
                  <a:gd name="T31" fmla="*/ 50 h 213"/>
                  <a:gd name="T32" fmla="*/ 444 w 503"/>
                  <a:gd name="T33" fmla="*/ 61 h 213"/>
                  <a:gd name="T34" fmla="*/ 455 w 503"/>
                  <a:gd name="T35" fmla="*/ 86 h 213"/>
                  <a:gd name="T36" fmla="*/ 481 w 503"/>
                  <a:gd name="T37" fmla="*/ 86 h 213"/>
                  <a:gd name="T38" fmla="*/ 471 w 503"/>
                  <a:gd name="T39" fmla="*/ 33 h 213"/>
                  <a:gd name="T40" fmla="*/ 419 w 503"/>
                  <a:gd name="T41" fmla="*/ 0 h 213"/>
                  <a:gd name="T42" fmla="*/ 357 w 503"/>
                  <a:gd name="T43" fmla="*/ 10 h 213"/>
                  <a:gd name="T44" fmla="*/ 340 w 503"/>
                  <a:gd name="T45" fmla="*/ 29 h 213"/>
                  <a:gd name="T46" fmla="*/ 325 w 503"/>
                  <a:gd name="T47" fmla="*/ 35 h 213"/>
                  <a:gd name="T48" fmla="*/ 296 w 503"/>
                  <a:gd name="T49" fmla="*/ 65 h 213"/>
                  <a:gd name="T50" fmla="*/ 75 w 503"/>
                  <a:gd name="T51" fmla="*/ 24 h 213"/>
                  <a:gd name="T52" fmla="*/ 56 w 503"/>
                  <a:gd name="T53" fmla="*/ 19 h 213"/>
                  <a:gd name="T54" fmla="*/ 6 w 503"/>
                  <a:gd name="T55" fmla="*/ 119 h 213"/>
                  <a:gd name="T56" fmla="*/ 6 w 503"/>
                  <a:gd name="T57" fmla="*/ 146 h 213"/>
                  <a:gd name="T58" fmla="*/ 286 w 503"/>
                  <a:gd name="T59" fmla="*/ 17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03" h="213">
                    <a:moveTo>
                      <a:pt x="286" y="173"/>
                    </a:moveTo>
                    <a:cubicBezTo>
                      <a:pt x="346" y="191"/>
                      <a:pt x="346" y="191"/>
                      <a:pt x="346" y="191"/>
                    </a:cubicBezTo>
                    <a:cubicBezTo>
                      <a:pt x="346" y="191"/>
                      <a:pt x="378" y="205"/>
                      <a:pt x="394" y="209"/>
                    </a:cubicBezTo>
                    <a:cubicBezTo>
                      <a:pt x="414" y="213"/>
                      <a:pt x="428" y="207"/>
                      <a:pt x="428" y="196"/>
                    </a:cubicBezTo>
                    <a:cubicBezTo>
                      <a:pt x="429" y="185"/>
                      <a:pt x="414" y="183"/>
                      <a:pt x="414" y="183"/>
                    </a:cubicBezTo>
                    <a:cubicBezTo>
                      <a:pt x="414" y="183"/>
                      <a:pt x="389" y="174"/>
                      <a:pt x="376" y="166"/>
                    </a:cubicBezTo>
                    <a:cubicBezTo>
                      <a:pt x="362" y="158"/>
                      <a:pt x="354" y="142"/>
                      <a:pt x="354" y="142"/>
                    </a:cubicBezTo>
                    <a:cubicBezTo>
                      <a:pt x="376" y="145"/>
                      <a:pt x="376" y="145"/>
                      <a:pt x="376" y="145"/>
                    </a:cubicBezTo>
                    <a:cubicBezTo>
                      <a:pt x="376" y="145"/>
                      <a:pt x="420" y="177"/>
                      <a:pt x="437" y="186"/>
                    </a:cubicBezTo>
                    <a:cubicBezTo>
                      <a:pt x="454" y="196"/>
                      <a:pt x="458" y="179"/>
                      <a:pt x="459" y="174"/>
                    </a:cubicBezTo>
                    <a:cubicBezTo>
                      <a:pt x="460" y="169"/>
                      <a:pt x="409" y="117"/>
                      <a:pt x="409" y="117"/>
                    </a:cubicBezTo>
                    <a:cubicBezTo>
                      <a:pt x="409" y="117"/>
                      <a:pt x="458" y="148"/>
                      <a:pt x="467" y="156"/>
                    </a:cubicBezTo>
                    <a:cubicBezTo>
                      <a:pt x="476" y="164"/>
                      <a:pt x="489" y="167"/>
                      <a:pt x="492" y="162"/>
                    </a:cubicBezTo>
                    <a:cubicBezTo>
                      <a:pt x="495" y="156"/>
                      <a:pt x="503" y="156"/>
                      <a:pt x="492" y="135"/>
                    </a:cubicBezTo>
                    <a:cubicBezTo>
                      <a:pt x="481" y="113"/>
                      <a:pt x="393" y="55"/>
                      <a:pt x="393" y="55"/>
                    </a:cubicBezTo>
                    <a:cubicBezTo>
                      <a:pt x="417" y="50"/>
                      <a:pt x="417" y="50"/>
                      <a:pt x="417" y="50"/>
                    </a:cubicBezTo>
                    <a:cubicBezTo>
                      <a:pt x="444" y="61"/>
                      <a:pt x="444" y="61"/>
                      <a:pt x="444" y="61"/>
                    </a:cubicBezTo>
                    <a:cubicBezTo>
                      <a:pt x="444" y="61"/>
                      <a:pt x="445" y="72"/>
                      <a:pt x="455" y="86"/>
                    </a:cubicBezTo>
                    <a:cubicBezTo>
                      <a:pt x="464" y="101"/>
                      <a:pt x="481" y="86"/>
                      <a:pt x="481" y="86"/>
                    </a:cubicBezTo>
                    <a:cubicBezTo>
                      <a:pt x="471" y="33"/>
                      <a:pt x="471" y="33"/>
                      <a:pt x="471" y="33"/>
                    </a:cubicBezTo>
                    <a:cubicBezTo>
                      <a:pt x="419" y="0"/>
                      <a:pt x="419" y="0"/>
                      <a:pt x="419" y="0"/>
                    </a:cubicBezTo>
                    <a:cubicBezTo>
                      <a:pt x="419" y="0"/>
                      <a:pt x="365" y="7"/>
                      <a:pt x="357" y="10"/>
                    </a:cubicBezTo>
                    <a:cubicBezTo>
                      <a:pt x="349" y="14"/>
                      <a:pt x="340" y="29"/>
                      <a:pt x="340" y="29"/>
                    </a:cubicBezTo>
                    <a:cubicBezTo>
                      <a:pt x="325" y="35"/>
                      <a:pt x="325" y="35"/>
                      <a:pt x="325" y="35"/>
                    </a:cubicBezTo>
                    <a:cubicBezTo>
                      <a:pt x="303" y="42"/>
                      <a:pt x="303" y="64"/>
                      <a:pt x="296" y="65"/>
                    </a:cubicBezTo>
                    <a:cubicBezTo>
                      <a:pt x="289" y="66"/>
                      <a:pt x="75" y="24"/>
                      <a:pt x="75" y="24"/>
                    </a:cubicBezTo>
                    <a:cubicBezTo>
                      <a:pt x="56" y="19"/>
                      <a:pt x="56" y="19"/>
                      <a:pt x="56" y="19"/>
                    </a:cubicBezTo>
                    <a:cubicBezTo>
                      <a:pt x="24" y="43"/>
                      <a:pt x="11" y="84"/>
                      <a:pt x="6" y="119"/>
                    </a:cubicBezTo>
                    <a:cubicBezTo>
                      <a:pt x="6" y="119"/>
                      <a:pt x="0" y="136"/>
                      <a:pt x="6" y="146"/>
                    </a:cubicBezTo>
                    <a:lnTo>
                      <a:pt x="286" y="173"/>
                    </a:lnTo>
                    <a:close/>
                  </a:path>
                </a:pathLst>
              </a:custGeom>
              <a:solidFill>
                <a:srgbClr val="FFBE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2" name="任意多边形 221"/>
              <p:cNvSpPr/>
              <p:nvPr/>
            </p:nvSpPr>
            <p:spPr bwMode="auto">
              <a:xfrm>
                <a:off x="6670676" y="5326063"/>
                <a:ext cx="131763" cy="188913"/>
              </a:xfrm>
              <a:custGeom>
                <a:avLst/>
                <a:gdLst>
                  <a:gd name="T0" fmla="*/ 0 w 49"/>
                  <a:gd name="T1" fmla="*/ 70 h 70"/>
                  <a:gd name="T2" fmla="*/ 0 w 49"/>
                  <a:gd name="T3" fmla="*/ 67 h 70"/>
                  <a:gd name="T4" fmla="*/ 1 w 49"/>
                  <a:gd name="T5" fmla="*/ 63 h 70"/>
                  <a:gd name="T6" fmla="*/ 2 w 49"/>
                  <a:gd name="T7" fmla="*/ 57 h 70"/>
                  <a:gd name="T8" fmla="*/ 17 w 49"/>
                  <a:gd name="T9" fmla="*/ 30 h 70"/>
                  <a:gd name="T10" fmla="*/ 39 w 49"/>
                  <a:gd name="T11" fmla="*/ 8 h 70"/>
                  <a:gd name="T12" fmla="*/ 49 w 49"/>
                  <a:gd name="T13" fmla="*/ 0 h 70"/>
                  <a:gd name="T14" fmla="*/ 40 w 49"/>
                  <a:gd name="T15" fmla="*/ 9 h 70"/>
                  <a:gd name="T16" fmla="*/ 18 w 49"/>
                  <a:gd name="T17" fmla="*/ 31 h 70"/>
                  <a:gd name="T18" fmla="*/ 3 w 49"/>
                  <a:gd name="T19" fmla="*/ 58 h 70"/>
                  <a:gd name="T20" fmla="*/ 0 w 49"/>
                  <a:gd name="T21"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 h="70">
                    <a:moveTo>
                      <a:pt x="0" y="70"/>
                    </a:moveTo>
                    <a:cubicBezTo>
                      <a:pt x="0" y="70"/>
                      <a:pt x="0" y="69"/>
                      <a:pt x="0" y="67"/>
                    </a:cubicBezTo>
                    <a:cubicBezTo>
                      <a:pt x="0" y="66"/>
                      <a:pt x="0" y="64"/>
                      <a:pt x="1" y="63"/>
                    </a:cubicBezTo>
                    <a:cubicBezTo>
                      <a:pt x="1" y="61"/>
                      <a:pt x="1" y="59"/>
                      <a:pt x="2" y="57"/>
                    </a:cubicBezTo>
                    <a:cubicBezTo>
                      <a:pt x="4" y="50"/>
                      <a:pt x="9" y="39"/>
                      <a:pt x="17" y="30"/>
                    </a:cubicBezTo>
                    <a:cubicBezTo>
                      <a:pt x="24" y="20"/>
                      <a:pt x="32" y="13"/>
                      <a:pt x="39" y="8"/>
                    </a:cubicBezTo>
                    <a:cubicBezTo>
                      <a:pt x="45" y="3"/>
                      <a:pt x="49" y="0"/>
                      <a:pt x="49" y="0"/>
                    </a:cubicBezTo>
                    <a:cubicBezTo>
                      <a:pt x="49" y="0"/>
                      <a:pt x="45" y="4"/>
                      <a:pt x="40" y="9"/>
                    </a:cubicBezTo>
                    <a:cubicBezTo>
                      <a:pt x="34" y="14"/>
                      <a:pt x="26" y="22"/>
                      <a:pt x="18" y="31"/>
                    </a:cubicBezTo>
                    <a:cubicBezTo>
                      <a:pt x="11" y="41"/>
                      <a:pt x="5" y="50"/>
                      <a:pt x="3" y="58"/>
                    </a:cubicBezTo>
                    <a:cubicBezTo>
                      <a:pt x="1" y="65"/>
                      <a:pt x="1" y="70"/>
                      <a:pt x="0" y="70"/>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3" name="任意多边形 223"/>
              <p:cNvSpPr/>
              <p:nvPr/>
            </p:nvSpPr>
            <p:spPr bwMode="auto">
              <a:xfrm>
                <a:off x="6981826" y="5267326"/>
                <a:ext cx="76200" cy="28575"/>
              </a:xfrm>
              <a:custGeom>
                <a:avLst/>
                <a:gdLst>
                  <a:gd name="T0" fmla="*/ 28 w 28"/>
                  <a:gd name="T1" fmla="*/ 10 h 11"/>
                  <a:gd name="T2" fmla="*/ 13 w 28"/>
                  <a:gd name="T3" fmla="*/ 8 h 11"/>
                  <a:gd name="T4" fmla="*/ 0 w 28"/>
                  <a:gd name="T5" fmla="*/ 0 h 11"/>
                  <a:gd name="T6" fmla="*/ 14 w 28"/>
                  <a:gd name="T7" fmla="*/ 7 h 11"/>
                  <a:gd name="T8" fmla="*/ 28 w 28"/>
                  <a:gd name="T9" fmla="*/ 10 h 11"/>
                </a:gdLst>
                <a:ahLst/>
                <a:cxnLst>
                  <a:cxn ang="0">
                    <a:pos x="T0" y="T1"/>
                  </a:cxn>
                  <a:cxn ang="0">
                    <a:pos x="T2" y="T3"/>
                  </a:cxn>
                  <a:cxn ang="0">
                    <a:pos x="T4" y="T5"/>
                  </a:cxn>
                  <a:cxn ang="0">
                    <a:pos x="T6" y="T7"/>
                  </a:cxn>
                  <a:cxn ang="0">
                    <a:pos x="T8" y="T9"/>
                  </a:cxn>
                </a:cxnLst>
                <a:rect l="0" t="0" r="r" b="b"/>
                <a:pathLst>
                  <a:path w="28" h="11">
                    <a:moveTo>
                      <a:pt x="28" y="10"/>
                    </a:moveTo>
                    <a:cubicBezTo>
                      <a:pt x="28" y="11"/>
                      <a:pt x="21" y="11"/>
                      <a:pt x="13" y="8"/>
                    </a:cubicBezTo>
                    <a:cubicBezTo>
                      <a:pt x="5" y="6"/>
                      <a:pt x="0" y="1"/>
                      <a:pt x="0" y="0"/>
                    </a:cubicBezTo>
                    <a:cubicBezTo>
                      <a:pt x="1" y="0"/>
                      <a:pt x="6" y="4"/>
                      <a:pt x="14" y="7"/>
                    </a:cubicBezTo>
                    <a:cubicBezTo>
                      <a:pt x="21" y="9"/>
                      <a:pt x="28" y="9"/>
                      <a:pt x="28" y="10"/>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4" name="任意多边形 224"/>
              <p:cNvSpPr/>
              <p:nvPr/>
            </p:nvSpPr>
            <p:spPr bwMode="auto">
              <a:xfrm>
                <a:off x="6977064" y="5402263"/>
                <a:ext cx="119063" cy="52388"/>
              </a:xfrm>
              <a:custGeom>
                <a:avLst/>
                <a:gdLst>
                  <a:gd name="T0" fmla="*/ 44 w 44"/>
                  <a:gd name="T1" fmla="*/ 19 h 20"/>
                  <a:gd name="T2" fmla="*/ 21 w 44"/>
                  <a:gd name="T3" fmla="*/ 11 h 20"/>
                  <a:gd name="T4" fmla="*/ 0 w 44"/>
                  <a:gd name="T5" fmla="*/ 0 h 20"/>
                  <a:gd name="T6" fmla="*/ 22 w 44"/>
                  <a:gd name="T7" fmla="*/ 9 h 20"/>
                  <a:gd name="T8" fmla="*/ 44 w 44"/>
                  <a:gd name="T9" fmla="*/ 19 h 20"/>
                </a:gdLst>
                <a:ahLst/>
                <a:cxnLst>
                  <a:cxn ang="0">
                    <a:pos x="T0" y="T1"/>
                  </a:cxn>
                  <a:cxn ang="0">
                    <a:pos x="T2" y="T3"/>
                  </a:cxn>
                  <a:cxn ang="0">
                    <a:pos x="T4" y="T5"/>
                  </a:cxn>
                  <a:cxn ang="0">
                    <a:pos x="T6" y="T7"/>
                  </a:cxn>
                  <a:cxn ang="0">
                    <a:pos x="T8" y="T9"/>
                  </a:cxn>
                </a:cxnLst>
                <a:rect l="0" t="0" r="r" b="b"/>
                <a:pathLst>
                  <a:path w="44" h="20">
                    <a:moveTo>
                      <a:pt x="44" y="19"/>
                    </a:moveTo>
                    <a:cubicBezTo>
                      <a:pt x="44" y="20"/>
                      <a:pt x="34" y="16"/>
                      <a:pt x="21" y="11"/>
                    </a:cubicBezTo>
                    <a:cubicBezTo>
                      <a:pt x="9" y="5"/>
                      <a:pt x="0" y="1"/>
                      <a:pt x="0" y="0"/>
                    </a:cubicBezTo>
                    <a:cubicBezTo>
                      <a:pt x="0" y="0"/>
                      <a:pt x="10" y="3"/>
                      <a:pt x="22" y="9"/>
                    </a:cubicBezTo>
                    <a:cubicBezTo>
                      <a:pt x="34" y="14"/>
                      <a:pt x="44" y="19"/>
                      <a:pt x="44" y="19"/>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5" name="任意多边形 225"/>
              <p:cNvSpPr/>
              <p:nvPr/>
            </p:nvSpPr>
            <p:spPr bwMode="auto">
              <a:xfrm>
                <a:off x="6904039" y="5503863"/>
                <a:ext cx="61913" cy="30163"/>
              </a:xfrm>
              <a:custGeom>
                <a:avLst/>
                <a:gdLst>
                  <a:gd name="T0" fmla="*/ 23 w 23"/>
                  <a:gd name="T1" fmla="*/ 10 h 11"/>
                  <a:gd name="T2" fmla="*/ 11 w 23"/>
                  <a:gd name="T3" fmla="*/ 6 h 11"/>
                  <a:gd name="T4" fmla="*/ 0 w 23"/>
                  <a:gd name="T5" fmla="*/ 1 h 11"/>
                  <a:gd name="T6" fmla="*/ 12 w 23"/>
                  <a:gd name="T7" fmla="*/ 4 h 11"/>
                  <a:gd name="T8" fmla="*/ 23 w 23"/>
                  <a:gd name="T9" fmla="*/ 10 h 11"/>
                </a:gdLst>
                <a:ahLst/>
                <a:cxnLst>
                  <a:cxn ang="0">
                    <a:pos x="T0" y="T1"/>
                  </a:cxn>
                  <a:cxn ang="0">
                    <a:pos x="T2" y="T3"/>
                  </a:cxn>
                  <a:cxn ang="0">
                    <a:pos x="T4" y="T5"/>
                  </a:cxn>
                  <a:cxn ang="0">
                    <a:pos x="T6" y="T7"/>
                  </a:cxn>
                  <a:cxn ang="0">
                    <a:pos x="T8" y="T9"/>
                  </a:cxn>
                </a:cxnLst>
                <a:rect l="0" t="0" r="r" b="b"/>
                <a:pathLst>
                  <a:path w="23" h="11">
                    <a:moveTo>
                      <a:pt x="23" y="10"/>
                    </a:moveTo>
                    <a:cubicBezTo>
                      <a:pt x="22" y="11"/>
                      <a:pt x="17" y="9"/>
                      <a:pt x="11" y="6"/>
                    </a:cubicBezTo>
                    <a:cubicBezTo>
                      <a:pt x="5" y="4"/>
                      <a:pt x="0" y="2"/>
                      <a:pt x="0" y="1"/>
                    </a:cubicBezTo>
                    <a:cubicBezTo>
                      <a:pt x="0" y="0"/>
                      <a:pt x="6" y="2"/>
                      <a:pt x="12" y="4"/>
                    </a:cubicBezTo>
                    <a:cubicBezTo>
                      <a:pt x="18" y="7"/>
                      <a:pt x="23" y="10"/>
                      <a:pt x="23" y="10"/>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6" name="任意多边形 226"/>
              <p:cNvSpPr/>
              <p:nvPr/>
            </p:nvSpPr>
            <p:spPr bwMode="auto">
              <a:xfrm>
                <a:off x="7035801" y="5464176"/>
                <a:ext cx="41275" cy="47625"/>
              </a:xfrm>
              <a:custGeom>
                <a:avLst/>
                <a:gdLst>
                  <a:gd name="T0" fmla="*/ 14 w 15"/>
                  <a:gd name="T1" fmla="*/ 0 h 18"/>
                  <a:gd name="T2" fmla="*/ 6 w 15"/>
                  <a:gd name="T3" fmla="*/ 7 h 18"/>
                  <a:gd name="T4" fmla="*/ 0 w 15"/>
                  <a:gd name="T5" fmla="*/ 18 h 18"/>
                  <a:gd name="T6" fmla="*/ 0 w 15"/>
                  <a:gd name="T7" fmla="*/ 14 h 18"/>
                  <a:gd name="T8" fmla="*/ 4 w 15"/>
                  <a:gd name="T9" fmla="*/ 6 h 18"/>
                  <a:gd name="T10" fmla="*/ 11 w 15"/>
                  <a:gd name="T11" fmla="*/ 1 h 18"/>
                  <a:gd name="T12" fmla="*/ 14 w 15"/>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15" h="18">
                    <a:moveTo>
                      <a:pt x="14" y="0"/>
                    </a:moveTo>
                    <a:cubicBezTo>
                      <a:pt x="15" y="1"/>
                      <a:pt x="10" y="2"/>
                      <a:pt x="6" y="7"/>
                    </a:cubicBezTo>
                    <a:cubicBezTo>
                      <a:pt x="2" y="12"/>
                      <a:pt x="1" y="18"/>
                      <a:pt x="0" y="18"/>
                    </a:cubicBezTo>
                    <a:cubicBezTo>
                      <a:pt x="0" y="18"/>
                      <a:pt x="0" y="16"/>
                      <a:pt x="0" y="14"/>
                    </a:cubicBezTo>
                    <a:cubicBezTo>
                      <a:pt x="1" y="12"/>
                      <a:pt x="2" y="9"/>
                      <a:pt x="4" y="6"/>
                    </a:cubicBezTo>
                    <a:cubicBezTo>
                      <a:pt x="6" y="3"/>
                      <a:pt x="9" y="2"/>
                      <a:pt x="11" y="1"/>
                    </a:cubicBezTo>
                    <a:cubicBezTo>
                      <a:pt x="13" y="0"/>
                      <a:pt x="14" y="0"/>
                      <a:pt x="14" y="0"/>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7" name="任意多边形 3"/>
              <p:cNvSpPr/>
              <p:nvPr/>
            </p:nvSpPr>
            <p:spPr bwMode="auto">
              <a:xfrm>
                <a:off x="7104063" y="5375275"/>
                <a:ext cx="28575" cy="44450"/>
              </a:xfrm>
              <a:custGeom>
                <a:avLst/>
                <a:gdLst>
                  <a:gd name="T0" fmla="*/ 11 w 11"/>
                  <a:gd name="T1" fmla="*/ 1 h 17"/>
                  <a:gd name="T2" fmla="*/ 5 w 11"/>
                  <a:gd name="T3" fmla="*/ 8 h 17"/>
                  <a:gd name="T4" fmla="*/ 1 w 11"/>
                  <a:gd name="T5" fmla="*/ 16 h 17"/>
                  <a:gd name="T6" fmla="*/ 3 w 11"/>
                  <a:gd name="T7" fmla="*/ 6 h 17"/>
                  <a:gd name="T8" fmla="*/ 11 w 11"/>
                  <a:gd name="T9" fmla="*/ 1 h 17"/>
                </a:gdLst>
                <a:ahLst/>
                <a:cxnLst>
                  <a:cxn ang="0">
                    <a:pos x="T0" y="T1"/>
                  </a:cxn>
                  <a:cxn ang="0">
                    <a:pos x="T2" y="T3"/>
                  </a:cxn>
                  <a:cxn ang="0">
                    <a:pos x="T4" y="T5"/>
                  </a:cxn>
                  <a:cxn ang="0">
                    <a:pos x="T6" y="T7"/>
                  </a:cxn>
                  <a:cxn ang="0">
                    <a:pos x="T8" y="T9"/>
                  </a:cxn>
                </a:cxnLst>
                <a:rect l="0" t="0" r="r" b="b"/>
                <a:pathLst>
                  <a:path w="11" h="17">
                    <a:moveTo>
                      <a:pt x="11" y="1"/>
                    </a:moveTo>
                    <a:cubicBezTo>
                      <a:pt x="11" y="1"/>
                      <a:pt x="7" y="3"/>
                      <a:pt x="5" y="8"/>
                    </a:cubicBezTo>
                    <a:cubicBezTo>
                      <a:pt x="2" y="12"/>
                      <a:pt x="2" y="16"/>
                      <a:pt x="1" y="16"/>
                    </a:cubicBezTo>
                    <a:cubicBezTo>
                      <a:pt x="1" y="17"/>
                      <a:pt x="0" y="12"/>
                      <a:pt x="3" y="6"/>
                    </a:cubicBezTo>
                    <a:cubicBezTo>
                      <a:pt x="6" y="1"/>
                      <a:pt x="11" y="0"/>
                      <a:pt x="11" y="1"/>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8" name="任意多边形 4"/>
              <p:cNvSpPr/>
              <p:nvPr/>
            </p:nvSpPr>
            <p:spPr bwMode="auto">
              <a:xfrm>
                <a:off x="7108826" y="5164138"/>
                <a:ext cx="22225" cy="53975"/>
              </a:xfrm>
              <a:custGeom>
                <a:avLst/>
                <a:gdLst>
                  <a:gd name="T0" fmla="*/ 3 w 8"/>
                  <a:gd name="T1" fmla="*/ 20 h 20"/>
                  <a:gd name="T2" fmla="*/ 1 w 8"/>
                  <a:gd name="T3" fmla="*/ 17 h 20"/>
                  <a:gd name="T4" fmla="*/ 1 w 8"/>
                  <a:gd name="T5" fmla="*/ 9 h 20"/>
                  <a:gd name="T6" fmla="*/ 5 w 8"/>
                  <a:gd name="T7" fmla="*/ 2 h 20"/>
                  <a:gd name="T8" fmla="*/ 8 w 8"/>
                  <a:gd name="T9" fmla="*/ 1 h 20"/>
                  <a:gd name="T10" fmla="*/ 3 w 8"/>
                  <a:gd name="T11" fmla="*/ 10 h 20"/>
                  <a:gd name="T12" fmla="*/ 3 w 8"/>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8" h="20">
                    <a:moveTo>
                      <a:pt x="3" y="20"/>
                    </a:moveTo>
                    <a:cubicBezTo>
                      <a:pt x="3" y="20"/>
                      <a:pt x="2" y="19"/>
                      <a:pt x="1" y="17"/>
                    </a:cubicBezTo>
                    <a:cubicBezTo>
                      <a:pt x="1" y="15"/>
                      <a:pt x="0" y="12"/>
                      <a:pt x="1" y="9"/>
                    </a:cubicBezTo>
                    <a:cubicBezTo>
                      <a:pt x="2" y="6"/>
                      <a:pt x="4" y="4"/>
                      <a:pt x="5" y="2"/>
                    </a:cubicBezTo>
                    <a:cubicBezTo>
                      <a:pt x="7" y="1"/>
                      <a:pt x="8" y="0"/>
                      <a:pt x="8" y="1"/>
                    </a:cubicBezTo>
                    <a:cubicBezTo>
                      <a:pt x="8" y="1"/>
                      <a:pt x="5" y="4"/>
                      <a:pt x="3" y="10"/>
                    </a:cubicBezTo>
                    <a:cubicBezTo>
                      <a:pt x="2" y="15"/>
                      <a:pt x="3" y="20"/>
                      <a:pt x="3" y="20"/>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9" name="任意多边形 5"/>
              <p:cNvSpPr/>
              <p:nvPr/>
            </p:nvSpPr>
            <p:spPr bwMode="auto">
              <a:xfrm>
                <a:off x="7007226" y="4948238"/>
                <a:ext cx="1811338" cy="806450"/>
              </a:xfrm>
              <a:custGeom>
                <a:avLst/>
                <a:gdLst>
                  <a:gd name="T0" fmla="*/ 473 w 673"/>
                  <a:gd name="T1" fmla="*/ 118 h 299"/>
                  <a:gd name="T2" fmla="*/ 416 w 673"/>
                  <a:gd name="T3" fmla="*/ 55 h 299"/>
                  <a:gd name="T4" fmla="*/ 267 w 673"/>
                  <a:gd name="T5" fmla="*/ 90 h 299"/>
                  <a:gd name="T6" fmla="*/ 0 w 673"/>
                  <a:gd name="T7" fmla="*/ 276 h 299"/>
                  <a:gd name="T8" fmla="*/ 8 w 673"/>
                  <a:gd name="T9" fmla="*/ 299 h 299"/>
                  <a:gd name="T10" fmla="*/ 279 w 673"/>
                  <a:gd name="T11" fmla="*/ 261 h 299"/>
                  <a:gd name="T12" fmla="*/ 303 w 673"/>
                  <a:gd name="T13" fmla="*/ 271 h 299"/>
                  <a:gd name="T14" fmla="*/ 494 w 673"/>
                  <a:gd name="T15" fmla="*/ 146 h 299"/>
                  <a:gd name="T16" fmla="*/ 673 w 673"/>
                  <a:gd name="T17" fmla="*/ 16 h 299"/>
                  <a:gd name="T18" fmla="*/ 653 w 673"/>
                  <a:gd name="T19" fmla="*/ 0 h 299"/>
                  <a:gd name="T20" fmla="*/ 570 w 673"/>
                  <a:gd name="T21" fmla="*/ 50 h 299"/>
                  <a:gd name="T22" fmla="*/ 473 w 673"/>
                  <a:gd name="T23" fmla="*/ 118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3" h="299">
                    <a:moveTo>
                      <a:pt x="473" y="118"/>
                    </a:moveTo>
                    <a:cubicBezTo>
                      <a:pt x="473" y="118"/>
                      <a:pt x="471" y="66"/>
                      <a:pt x="416" y="55"/>
                    </a:cubicBezTo>
                    <a:cubicBezTo>
                      <a:pt x="362" y="44"/>
                      <a:pt x="267" y="90"/>
                      <a:pt x="267" y="90"/>
                    </a:cubicBezTo>
                    <a:cubicBezTo>
                      <a:pt x="0" y="276"/>
                      <a:pt x="0" y="276"/>
                      <a:pt x="0" y="276"/>
                    </a:cubicBezTo>
                    <a:cubicBezTo>
                      <a:pt x="8" y="299"/>
                      <a:pt x="8" y="299"/>
                      <a:pt x="8" y="299"/>
                    </a:cubicBezTo>
                    <a:cubicBezTo>
                      <a:pt x="279" y="261"/>
                      <a:pt x="279" y="261"/>
                      <a:pt x="279" y="261"/>
                    </a:cubicBezTo>
                    <a:cubicBezTo>
                      <a:pt x="303" y="271"/>
                      <a:pt x="303" y="271"/>
                      <a:pt x="303" y="271"/>
                    </a:cubicBezTo>
                    <a:cubicBezTo>
                      <a:pt x="494" y="146"/>
                      <a:pt x="494" y="146"/>
                      <a:pt x="494" y="146"/>
                    </a:cubicBezTo>
                    <a:cubicBezTo>
                      <a:pt x="673" y="16"/>
                      <a:pt x="673" y="16"/>
                      <a:pt x="673" y="16"/>
                    </a:cubicBezTo>
                    <a:cubicBezTo>
                      <a:pt x="653" y="0"/>
                      <a:pt x="653" y="0"/>
                      <a:pt x="653" y="0"/>
                    </a:cubicBezTo>
                    <a:cubicBezTo>
                      <a:pt x="653" y="0"/>
                      <a:pt x="603" y="35"/>
                      <a:pt x="570" y="50"/>
                    </a:cubicBezTo>
                    <a:cubicBezTo>
                      <a:pt x="537" y="65"/>
                      <a:pt x="488" y="91"/>
                      <a:pt x="473" y="118"/>
                    </a:cubicBezTo>
                    <a:close/>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0" name="任意多边形 6"/>
              <p:cNvSpPr/>
              <p:nvPr/>
            </p:nvSpPr>
            <p:spPr bwMode="auto">
              <a:xfrm>
                <a:off x="6992938" y="4962525"/>
                <a:ext cx="1879600" cy="812800"/>
              </a:xfrm>
              <a:custGeom>
                <a:avLst/>
                <a:gdLst>
                  <a:gd name="T0" fmla="*/ 0 w 698"/>
                  <a:gd name="T1" fmla="*/ 302 h 302"/>
                  <a:gd name="T2" fmla="*/ 226 w 698"/>
                  <a:gd name="T3" fmla="*/ 161 h 302"/>
                  <a:gd name="T4" fmla="*/ 465 w 698"/>
                  <a:gd name="T5" fmla="*/ 123 h 302"/>
                  <a:gd name="T6" fmla="*/ 498 w 698"/>
                  <a:gd name="T7" fmla="*/ 136 h 302"/>
                  <a:gd name="T8" fmla="*/ 694 w 698"/>
                  <a:gd name="T9" fmla="*/ 0 h 302"/>
                  <a:gd name="T10" fmla="*/ 698 w 698"/>
                  <a:gd name="T11" fmla="*/ 9 h 302"/>
                  <a:gd name="T12" fmla="*/ 317 w 698"/>
                  <a:gd name="T13" fmla="*/ 276 h 302"/>
                  <a:gd name="T14" fmla="*/ 284 w 698"/>
                  <a:gd name="T15" fmla="*/ 270 h 302"/>
                  <a:gd name="T16" fmla="*/ 0 w 698"/>
                  <a:gd name="T1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8" h="302">
                    <a:moveTo>
                      <a:pt x="0" y="302"/>
                    </a:moveTo>
                    <a:cubicBezTo>
                      <a:pt x="226" y="161"/>
                      <a:pt x="226" y="161"/>
                      <a:pt x="226" y="161"/>
                    </a:cubicBezTo>
                    <a:cubicBezTo>
                      <a:pt x="465" y="123"/>
                      <a:pt x="465" y="123"/>
                      <a:pt x="465" y="123"/>
                    </a:cubicBezTo>
                    <a:cubicBezTo>
                      <a:pt x="465" y="123"/>
                      <a:pt x="477" y="140"/>
                      <a:pt x="498" y="136"/>
                    </a:cubicBezTo>
                    <a:cubicBezTo>
                      <a:pt x="694" y="0"/>
                      <a:pt x="694" y="0"/>
                      <a:pt x="694" y="0"/>
                    </a:cubicBezTo>
                    <a:cubicBezTo>
                      <a:pt x="698" y="9"/>
                      <a:pt x="698" y="9"/>
                      <a:pt x="698" y="9"/>
                    </a:cubicBezTo>
                    <a:cubicBezTo>
                      <a:pt x="317" y="276"/>
                      <a:pt x="317" y="276"/>
                      <a:pt x="317" y="276"/>
                    </a:cubicBezTo>
                    <a:cubicBezTo>
                      <a:pt x="303" y="280"/>
                      <a:pt x="292" y="277"/>
                      <a:pt x="284" y="270"/>
                    </a:cubicBezTo>
                    <a:lnTo>
                      <a:pt x="0" y="302"/>
                    </a:ln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1" name="任意多边形 7"/>
              <p:cNvSpPr/>
              <p:nvPr/>
            </p:nvSpPr>
            <p:spPr bwMode="auto">
              <a:xfrm>
                <a:off x="7758113" y="5294313"/>
                <a:ext cx="487363" cy="395288"/>
              </a:xfrm>
              <a:custGeom>
                <a:avLst/>
                <a:gdLst>
                  <a:gd name="T0" fmla="*/ 181 w 181"/>
                  <a:gd name="T1" fmla="*/ 0 h 147"/>
                  <a:gd name="T2" fmla="*/ 179 w 181"/>
                  <a:gd name="T3" fmla="*/ 2 h 147"/>
                  <a:gd name="T4" fmla="*/ 174 w 181"/>
                  <a:gd name="T5" fmla="*/ 6 h 147"/>
                  <a:gd name="T6" fmla="*/ 154 w 181"/>
                  <a:gd name="T7" fmla="*/ 20 h 147"/>
                  <a:gd name="T8" fmla="*/ 89 w 181"/>
                  <a:gd name="T9" fmla="*/ 71 h 147"/>
                  <a:gd name="T10" fmla="*/ 26 w 181"/>
                  <a:gd name="T11" fmla="*/ 124 h 147"/>
                  <a:gd name="T12" fmla="*/ 7 w 181"/>
                  <a:gd name="T13" fmla="*/ 141 h 147"/>
                  <a:gd name="T14" fmla="*/ 1 w 181"/>
                  <a:gd name="T15" fmla="*/ 145 h 147"/>
                  <a:gd name="T16" fmla="*/ 0 w 181"/>
                  <a:gd name="T17" fmla="*/ 147 h 147"/>
                  <a:gd name="T18" fmla="*/ 1 w 181"/>
                  <a:gd name="T19" fmla="*/ 145 h 147"/>
                  <a:gd name="T20" fmla="*/ 6 w 181"/>
                  <a:gd name="T21" fmla="*/ 140 h 147"/>
                  <a:gd name="T22" fmla="*/ 25 w 181"/>
                  <a:gd name="T23" fmla="*/ 123 h 147"/>
                  <a:gd name="T24" fmla="*/ 88 w 181"/>
                  <a:gd name="T25" fmla="*/ 70 h 147"/>
                  <a:gd name="T26" fmla="*/ 153 w 181"/>
                  <a:gd name="T27" fmla="*/ 19 h 147"/>
                  <a:gd name="T28" fmla="*/ 173 w 181"/>
                  <a:gd name="T29" fmla="*/ 5 h 147"/>
                  <a:gd name="T30" fmla="*/ 179 w 181"/>
                  <a:gd name="T31" fmla="*/ 1 h 147"/>
                  <a:gd name="T32" fmla="*/ 181 w 181"/>
                  <a:gd name="T33"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1" h="147">
                    <a:moveTo>
                      <a:pt x="181" y="0"/>
                    </a:moveTo>
                    <a:cubicBezTo>
                      <a:pt x="181" y="0"/>
                      <a:pt x="181" y="1"/>
                      <a:pt x="179" y="2"/>
                    </a:cubicBezTo>
                    <a:cubicBezTo>
                      <a:pt x="178" y="3"/>
                      <a:pt x="176" y="4"/>
                      <a:pt x="174" y="6"/>
                    </a:cubicBezTo>
                    <a:cubicBezTo>
                      <a:pt x="169" y="9"/>
                      <a:pt x="162" y="14"/>
                      <a:pt x="154" y="20"/>
                    </a:cubicBezTo>
                    <a:cubicBezTo>
                      <a:pt x="137" y="33"/>
                      <a:pt x="114" y="51"/>
                      <a:pt x="89" y="71"/>
                    </a:cubicBezTo>
                    <a:cubicBezTo>
                      <a:pt x="64" y="92"/>
                      <a:pt x="42" y="111"/>
                      <a:pt x="26" y="124"/>
                    </a:cubicBezTo>
                    <a:cubicBezTo>
                      <a:pt x="18" y="131"/>
                      <a:pt x="11" y="137"/>
                      <a:pt x="7" y="141"/>
                    </a:cubicBezTo>
                    <a:cubicBezTo>
                      <a:pt x="5" y="143"/>
                      <a:pt x="3" y="144"/>
                      <a:pt x="1" y="145"/>
                    </a:cubicBezTo>
                    <a:cubicBezTo>
                      <a:pt x="0" y="146"/>
                      <a:pt x="0" y="147"/>
                      <a:pt x="0" y="147"/>
                    </a:cubicBezTo>
                    <a:cubicBezTo>
                      <a:pt x="0" y="146"/>
                      <a:pt x="0" y="146"/>
                      <a:pt x="1" y="145"/>
                    </a:cubicBezTo>
                    <a:cubicBezTo>
                      <a:pt x="2" y="144"/>
                      <a:pt x="4" y="142"/>
                      <a:pt x="6" y="140"/>
                    </a:cubicBezTo>
                    <a:cubicBezTo>
                      <a:pt x="10" y="136"/>
                      <a:pt x="17" y="130"/>
                      <a:pt x="25" y="123"/>
                    </a:cubicBezTo>
                    <a:cubicBezTo>
                      <a:pt x="40" y="109"/>
                      <a:pt x="63" y="90"/>
                      <a:pt x="88" y="70"/>
                    </a:cubicBezTo>
                    <a:cubicBezTo>
                      <a:pt x="113" y="49"/>
                      <a:pt x="136" y="32"/>
                      <a:pt x="153" y="19"/>
                    </a:cubicBezTo>
                    <a:cubicBezTo>
                      <a:pt x="161" y="13"/>
                      <a:pt x="168" y="8"/>
                      <a:pt x="173" y="5"/>
                    </a:cubicBezTo>
                    <a:cubicBezTo>
                      <a:pt x="176" y="3"/>
                      <a:pt x="178" y="2"/>
                      <a:pt x="179" y="1"/>
                    </a:cubicBezTo>
                    <a:cubicBezTo>
                      <a:pt x="180" y="0"/>
                      <a:pt x="181" y="0"/>
                      <a:pt x="181"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2" name="任意多边形 8"/>
              <p:cNvSpPr/>
              <p:nvPr/>
            </p:nvSpPr>
            <p:spPr bwMode="auto">
              <a:xfrm>
                <a:off x="7015163" y="5129213"/>
                <a:ext cx="1225550" cy="606425"/>
              </a:xfrm>
              <a:custGeom>
                <a:avLst/>
                <a:gdLst>
                  <a:gd name="T0" fmla="*/ 455 w 455"/>
                  <a:gd name="T1" fmla="*/ 32 h 225"/>
                  <a:gd name="T2" fmla="*/ 367 w 455"/>
                  <a:gd name="T3" fmla="*/ 3 h 225"/>
                  <a:gd name="T4" fmla="*/ 276 w 455"/>
                  <a:gd name="T5" fmla="*/ 29 h 225"/>
                  <a:gd name="T6" fmla="*/ 0 w 455"/>
                  <a:gd name="T7" fmla="*/ 218 h 225"/>
                  <a:gd name="T8" fmla="*/ 2 w 455"/>
                  <a:gd name="T9" fmla="*/ 225 h 225"/>
                  <a:gd name="T10" fmla="*/ 280 w 455"/>
                  <a:gd name="T11" fmla="*/ 37 h 225"/>
                  <a:gd name="T12" fmla="*/ 370 w 455"/>
                  <a:gd name="T13" fmla="*/ 14 h 225"/>
                  <a:gd name="T14" fmla="*/ 455 w 455"/>
                  <a:gd name="T15" fmla="*/ 32 h 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5" h="225">
                    <a:moveTo>
                      <a:pt x="455" y="32"/>
                    </a:moveTo>
                    <a:cubicBezTo>
                      <a:pt x="433" y="9"/>
                      <a:pt x="399" y="0"/>
                      <a:pt x="367" y="3"/>
                    </a:cubicBezTo>
                    <a:cubicBezTo>
                      <a:pt x="336" y="5"/>
                      <a:pt x="306" y="17"/>
                      <a:pt x="276" y="29"/>
                    </a:cubicBezTo>
                    <a:cubicBezTo>
                      <a:pt x="0" y="218"/>
                      <a:pt x="0" y="218"/>
                      <a:pt x="0" y="218"/>
                    </a:cubicBezTo>
                    <a:cubicBezTo>
                      <a:pt x="2" y="225"/>
                      <a:pt x="2" y="225"/>
                      <a:pt x="2" y="225"/>
                    </a:cubicBezTo>
                    <a:cubicBezTo>
                      <a:pt x="280" y="37"/>
                      <a:pt x="280" y="37"/>
                      <a:pt x="280" y="37"/>
                    </a:cubicBezTo>
                    <a:cubicBezTo>
                      <a:pt x="280" y="37"/>
                      <a:pt x="342" y="17"/>
                      <a:pt x="370" y="14"/>
                    </a:cubicBezTo>
                    <a:cubicBezTo>
                      <a:pt x="416" y="8"/>
                      <a:pt x="455" y="32"/>
                      <a:pt x="455" y="32"/>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3" name="任意多边形 9"/>
              <p:cNvSpPr/>
              <p:nvPr/>
            </p:nvSpPr>
            <p:spPr bwMode="auto">
              <a:xfrm>
                <a:off x="8356601" y="5040313"/>
                <a:ext cx="357188" cy="242888"/>
              </a:xfrm>
              <a:custGeom>
                <a:avLst/>
                <a:gdLst>
                  <a:gd name="T0" fmla="*/ 0 w 133"/>
                  <a:gd name="T1" fmla="*/ 90 h 90"/>
                  <a:gd name="T2" fmla="*/ 133 w 133"/>
                  <a:gd name="T3" fmla="*/ 0 h 90"/>
                  <a:gd name="T4" fmla="*/ 0 w 133"/>
                  <a:gd name="T5" fmla="*/ 90 h 90"/>
                </a:gdLst>
                <a:ahLst/>
                <a:cxnLst>
                  <a:cxn ang="0">
                    <a:pos x="T0" y="T1"/>
                  </a:cxn>
                  <a:cxn ang="0">
                    <a:pos x="T2" y="T3"/>
                  </a:cxn>
                  <a:cxn ang="0">
                    <a:pos x="T4" y="T5"/>
                  </a:cxn>
                </a:cxnLst>
                <a:rect l="0" t="0" r="r" b="b"/>
                <a:pathLst>
                  <a:path w="133" h="90">
                    <a:moveTo>
                      <a:pt x="0" y="90"/>
                    </a:moveTo>
                    <a:cubicBezTo>
                      <a:pt x="133" y="0"/>
                      <a:pt x="133" y="0"/>
                      <a:pt x="133" y="0"/>
                    </a:cubicBezTo>
                    <a:cubicBezTo>
                      <a:pt x="133" y="0"/>
                      <a:pt x="24" y="57"/>
                      <a:pt x="0" y="9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4" name="任意多边形 10"/>
              <p:cNvSpPr/>
              <p:nvPr/>
            </p:nvSpPr>
            <p:spPr bwMode="auto">
              <a:xfrm>
                <a:off x="7015163" y="5126038"/>
                <a:ext cx="1262063" cy="590550"/>
              </a:xfrm>
              <a:custGeom>
                <a:avLst/>
                <a:gdLst>
                  <a:gd name="T0" fmla="*/ 0 w 469"/>
                  <a:gd name="T1" fmla="*/ 219 h 219"/>
                  <a:gd name="T2" fmla="*/ 1 w 469"/>
                  <a:gd name="T3" fmla="*/ 218 h 219"/>
                  <a:gd name="T4" fmla="*/ 4 w 469"/>
                  <a:gd name="T5" fmla="*/ 216 h 219"/>
                  <a:gd name="T6" fmla="*/ 18 w 469"/>
                  <a:gd name="T7" fmla="*/ 206 h 219"/>
                  <a:gd name="T8" fmla="*/ 67 w 469"/>
                  <a:gd name="T9" fmla="*/ 172 h 219"/>
                  <a:gd name="T10" fmla="*/ 229 w 469"/>
                  <a:gd name="T11" fmla="*/ 61 h 219"/>
                  <a:gd name="T12" fmla="*/ 276 w 469"/>
                  <a:gd name="T13" fmla="*/ 29 h 219"/>
                  <a:gd name="T14" fmla="*/ 276 w 469"/>
                  <a:gd name="T15" fmla="*/ 29 h 219"/>
                  <a:gd name="T16" fmla="*/ 276 w 469"/>
                  <a:gd name="T17" fmla="*/ 29 h 219"/>
                  <a:gd name="T18" fmla="*/ 360 w 469"/>
                  <a:gd name="T19" fmla="*/ 4 h 219"/>
                  <a:gd name="T20" fmla="*/ 429 w 469"/>
                  <a:gd name="T21" fmla="*/ 13 h 219"/>
                  <a:gd name="T22" fmla="*/ 451 w 469"/>
                  <a:gd name="T23" fmla="*/ 28 h 219"/>
                  <a:gd name="T24" fmla="*/ 463 w 469"/>
                  <a:gd name="T25" fmla="*/ 44 h 219"/>
                  <a:gd name="T26" fmla="*/ 468 w 469"/>
                  <a:gd name="T27" fmla="*/ 55 h 219"/>
                  <a:gd name="T28" fmla="*/ 469 w 469"/>
                  <a:gd name="T29" fmla="*/ 59 h 219"/>
                  <a:gd name="T30" fmla="*/ 469 w 469"/>
                  <a:gd name="T31" fmla="*/ 60 h 219"/>
                  <a:gd name="T32" fmla="*/ 462 w 469"/>
                  <a:gd name="T33" fmla="*/ 44 h 219"/>
                  <a:gd name="T34" fmla="*/ 450 w 469"/>
                  <a:gd name="T35" fmla="*/ 29 h 219"/>
                  <a:gd name="T36" fmla="*/ 428 w 469"/>
                  <a:gd name="T37" fmla="*/ 15 h 219"/>
                  <a:gd name="T38" fmla="*/ 360 w 469"/>
                  <a:gd name="T39" fmla="*/ 5 h 219"/>
                  <a:gd name="T40" fmla="*/ 277 w 469"/>
                  <a:gd name="T41" fmla="*/ 31 h 219"/>
                  <a:gd name="T42" fmla="*/ 277 w 469"/>
                  <a:gd name="T43" fmla="*/ 31 h 219"/>
                  <a:gd name="T44" fmla="*/ 230 w 469"/>
                  <a:gd name="T45" fmla="*/ 63 h 219"/>
                  <a:gd name="T46" fmla="*/ 67 w 469"/>
                  <a:gd name="T47" fmla="*/ 174 h 219"/>
                  <a:gd name="T48" fmla="*/ 18 w 469"/>
                  <a:gd name="T49" fmla="*/ 207 h 219"/>
                  <a:gd name="T50" fmla="*/ 5 w 469"/>
                  <a:gd name="T51" fmla="*/ 216 h 219"/>
                  <a:gd name="T52" fmla="*/ 1 w 469"/>
                  <a:gd name="T53" fmla="*/ 218 h 219"/>
                  <a:gd name="T54" fmla="*/ 0 w 469"/>
                  <a:gd name="T55" fmla="*/ 219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69" h="219">
                    <a:moveTo>
                      <a:pt x="0" y="219"/>
                    </a:moveTo>
                    <a:cubicBezTo>
                      <a:pt x="0" y="219"/>
                      <a:pt x="0" y="219"/>
                      <a:pt x="1" y="218"/>
                    </a:cubicBezTo>
                    <a:cubicBezTo>
                      <a:pt x="2" y="217"/>
                      <a:pt x="3" y="217"/>
                      <a:pt x="4" y="216"/>
                    </a:cubicBezTo>
                    <a:cubicBezTo>
                      <a:pt x="7" y="213"/>
                      <a:pt x="12" y="210"/>
                      <a:pt x="18" y="206"/>
                    </a:cubicBezTo>
                    <a:cubicBezTo>
                      <a:pt x="29" y="198"/>
                      <a:pt x="46" y="187"/>
                      <a:pt x="67" y="172"/>
                    </a:cubicBezTo>
                    <a:cubicBezTo>
                      <a:pt x="108" y="144"/>
                      <a:pt x="165" y="105"/>
                      <a:pt x="229" y="61"/>
                    </a:cubicBezTo>
                    <a:cubicBezTo>
                      <a:pt x="245" y="50"/>
                      <a:pt x="260" y="39"/>
                      <a:pt x="276" y="29"/>
                    </a:cubicBezTo>
                    <a:cubicBezTo>
                      <a:pt x="276" y="29"/>
                      <a:pt x="276" y="29"/>
                      <a:pt x="276" y="29"/>
                    </a:cubicBezTo>
                    <a:cubicBezTo>
                      <a:pt x="276" y="29"/>
                      <a:pt x="276" y="29"/>
                      <a:pt x="276" y="29"/>
                    </a:cubicBezTo>
                    <a:cubicBezTo>
                      <a:pt x="305" y="16"/>
                      <a:pt x="333" y="7"/>
                      <a:pt x="360" y="4"/>
                    </a:cubicBezTo>
                    <a:cubicBezTo>
                      <a:pt x="386" y="0"/>
                      <a:pt x="411" y="5"/>
                      <a:pt x="429" y="13"/>
                    </a:cubicBezTo>
                    <a:cubicBezTo>
                      <a:pt x="438" y="18"/>
                      <a:pt x="445" y="23"/>
                      <a:pt x="451" y="28"/>
                    </a:cubicBezTo>
                    <a:cubicBezTo>
                      <a:pt x="456" y="34"/>
                      <a:pt x="460" y="39"/>
                      <a:pt x="463" y="44"/>
                    </a:cubicBezTo>
                    <a:cubicBezTo>
                      <a:pt x="466" y="49"/>
                      <a:pt x="467" y="53"/>
                      <a:pt x="468" y="55"/>
                    </a:cubicBezTo>
                    <a:cubicBezTo>
                      <a:pt x="468" y="57"/>
                      <a:pt x="468" y="58"/>
                      <a:pt x="469" y="59"/>
                    </a:cubicBezTo>
                    <a:cubicBezTo>
                      <a:pt x="469" y="59"/>
                      <a:pt x="469" y="60"/>
                      <a:pt x="469" y="60"/>
                    </a:cubicBezTo>
                    <a:cubicBezTo>
                      <a:pt x="468" y="60"/>
                      <a:pt x="468" y="54"/>
                      <a:pt x="462" y="44"/>
                    </a:cubicBezTo>
                    <a:cubicBezTo>
                      <a:pt x="460" y="40"/>
                      <a:pt x="456" y="34"/>
                      <a:pt x="450" y="29"/>
                    </a:cubicBezTo>
                    <a:cubicBezTo>
                      <a:pt x="444" y="24"/>
                      <a:pt x="437" y="19"/>
                      <a:pt x="428" y="15"/>
                    </a:cubicBezTo>
                    <a:cubicBezTo>
                      <a:pt x="410" y="6"/>
                      <a:pt x="386" y="2"/>
                      <a:pt x="360" y="5"/>
                    </a:cubicBezTo>
                    <a:cubicBezTo>
                      <a:pt x="334" y="9"/>
                      <a:pt x="305" y="18"/>
                      <a:pt x="277" y="31"/>
                    </a:cubicBezTo>
                    <a:cubicBezTo>
                      <a:pt x="277" y="31"/>
                      <a:pt x="277" y="31"/>
                      <a:pt x="277" y="31"/>
                    </a:cubicBezTo>
                    <a:cubicBezTo>
                      <a:pt x="262" y="41"/>
                      <a:pt x="246" y="52"/>
                      <a:pt x="230" y="63"/>
                    </a:cubicBezTo>
                    <a:cubicBezTo>
                      <a:pt x="166" y="106"/>
                      <a:pt x="109" y="145"/>
                      <a:pt x="67" y="174"/>
                    </a:cubicBezTo>
                    <a:cubicBezTo>
                      <a:pt x="47" y="188"/>
                      <a:pt x="30" y="199"/>
                      <a:pt x="18" y="207"/>
                    </a:cubicBezTo>
                    <a:cubicBezTo>
                      <a:pt x="12" y="211"/>
                      <a:pt x="8" y="214"/>
                      <a:pt x="5" y="216"/>
                    </a:cubicBezTo>
                    <a:cubicBezTo>
                      <a:pt x="3" y="217"/>
                      <a:pt x="2" y="218"/>
                      <a:pt x="1" y="218"/>
                    </a:cubicBezTo>
                    <a:cubicBezTo>
                      <a:pt x="0" y="219"/>
                      <a:pt x="0" y="219"/>
                      <a:pt x="0" y="219"/>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5" name="任意多边形 11"/>
              <p:cNvSpPr/>
              <p:nvPr/>
            </p:nvSpPr>
            <p:spPr bwMode="auto">
              <a:xfrm>
                <a:off x="7666038" y="5210175"/>
                <a:ext cx="611188" cy="120650"/>
              </a:xfrm>
              <a:custGeom>
                <a:avLst/>
                <a:gdLst>
                  <a:gd name="T0" fmla="*/ 0 w 227"/>
                  <a:gd name="T1" fmla="*/ 45 h 45"/>
                  <a:gd name="T2" fmla="*/ 2 w 227"/>
                  <a:gd name="T3" fmla="*/ 44 h 45"/>
                  <a:gd name="T4" fmla="*/ 8 w 227"/>
                  <a:gd name="T5" fmla="*/ 40 h 45"/>
                  <a:gd name="T6" fmla="*/ 31 w 227"/>
                  <a:gd name="T7" fmla="*/ 29 h 45"/>
                  <a:gd name="T8" fmla="*/ 112 w 227"/>
                  <a:gd name="T9" fmla="*/ 4 h 45"/>
                  <a:gd name="T10" fmla="*/ 196 w 227"/>
                  <a:gd name="T11" fmla="*/ 12 h 45"/>
                  <a:gd name="T12" fmla="*/ 220 w 227"/>
                  <a:gd name="T13" fmla="*/ 23 h 45"/>
                  <a:gd name="T14" fmla="*/ 225 w 227"/>
                  <a:gd name="T15" fmla="*/ 27 h 45"/>
                  <a:gd name="T16" fmla="*/ 227 w 227"/>
                  <a:gd name="T17" fmla="*/ 29 h 45"/>
                  <a:gd name="T18" fmla="*/ 219 w 227"/>
                  <a:gd name="T19" fmla="*/ 24 h 45"/>
                  <a:gd name="T20" fmla="*/ 196 w 227"/>
                  <a:gd name="T21" fmla="*/ 14 h 45"/>
                  <a:gd name="T22" fmla="*/ 112 w 227"/>
                  <a:gd name="T23" fmla="*/ 6 h 45"/>
                  <a:gd name="T24" fmla="*/ 32 w 227"/>
                  <a:gd name="T25" fmla="*/ 31 h 45"/>
                  <a:gd name="T26" fmla="*/ 8 w 227"/>
                  <a:gd name="T27" fmla="*/ 41 h 45"/>
                  <a:gd name="T28" fmla="*/ 2 w 227"/>
                  <a:gd name="T29" fmla="*/ 44 h 45"/>
                  <a:gd name="T30" fmla="*/ 0 w 227"/>
                  <a:gd name="T31"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45">
                    <a:moveTo>
                      <a:pt x="0" y="45"/>
                    </a:moveTo>
                    <a:cubicBezTo>
                      <a:pt x="0" y="45"/>
                      <a:pt x="0" y="45"/>
                      <a:pt x="2" y="44"/>
                    </a:cubicBezTo>
                    <a:cubicBezTo>
                      <a:pt x="3" y="43"/>
                      <a:pt x="5" y="42"/>
                      <a:pt x="8" y="40"/>
                    </a:cubicBezTo>
                    <a:cubicBezTo>
                      <a:pt x="13" y="38"/>
                      <a:pt x="21" y="34"/>
                      <a:pt x="31" y="29"/>
                    </a:cubicBezTo>
                    <a:cubicBezTo>
                      <a:pt x="51" y="20"/>
                      <a:pt x="79" y="9"/>
                      <a:pt x="112" y="4"/>
                    </a:cubicBezTo>
                    <a:cubicBezTo>
                      <a:pt x="145" y="0"/>
                      <a:pt x="176" y="4"/>
                      <a:pt x="196" y="12"/>
                    </a:cubicBezTo>
                    <a:cubicBezTo>
                      <a:pt x="207" y="16"/>
                      <a:pt x="214" y="20"/>
                      <a:pt x="220" y="23"/>
                    </a:cubicBezTo>
                    <a:cubicBezTo>
                      <a:pt x="222" y="25"/>
                      <a:pt x="224" y="26"/>
                      <a:pt x="225" y="27"/>
                    </a:cubicBezTo>
                    <a:cubicBezTo>
                      <a:pt x="227" y="28"/>
                      <a:pt x="227" y="29"/>
                      <a:pt x="227" y="29"/>
                    </a:cubicBezTo>
                    <a:cubicBezTo>
                      <a:pt x="227" y="29"/>
                      <a:pt x="224" y="27"/>
                      <a:pt x="219" y="24"/>
                    </a:cubicBezTo>
                    <a:cubicBezTo>
                      <a:pt x="214" y="21"/>
                      <a:pt x="206" y="17"/>
                      <a:pt x="196" y="14"/>
                    </a:cubicBezTo>
                    <a:cubicBezTo>
                      <a:pt x="176" y="6"/>
                      <a:pt x="145" y="2"/>
                      <a:pt x="112" y="6"/>
                    </a:cubicBezTo>
                    <a:cubicBezTo>
                      <a:pt x="80" y="11"/>
                      <a:pt x="52" y="22"/>
                      <a:pt x="32" y="31"/>
                    </a:cubicBezTo>
                    <a:cubicBezTo>
                      <a:pt x="22" y="35"/>
                      <a:pt x="14" y="39"/>
                      <a:pt x="8" y="41"/>
                    </a:cubicBezTo>
                    <a:cubicBezTo>
                      <a:pt x="6" y="42"/>
                      <a:pt x="4" y="43"/>
                      <a:pt x="2" y="44"/>
                    </a:cubicBezTo>
                    <a:cubicBezTo>
                      <a:pt x="0" y="45"/>
                      <a:pt x="0" y="45"/>
                      <a:pt x="0" y="45"/>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6" name="任意多边形 12"/>
              <p:cNvSpPr/>
              <p:nvPr/>
            </p:nvSpPr>
            <p:spPr bwMode="auto">
              <a:xfrm>
                <a:off x="8321676" y="4975225"/>
                <a:ext cx="479425" cy="315913"/>
              </a:xfrm>
              <a:custGeom>
                <a:avLst/>
                <a:gdLst>
                  <a:gd name="T0" fmla="*/ 178 w 178"/>
                  <a:gd name="T1" fmla="*/ 0 h 117"/>
                  <a:gd name="T2" fmla="*/ 176 w 178"/>
                  <a:gd name="T3" fmla="*/ 2 h 117"/>
                  <a:gd name="T4" fmla="*/ 171 w 178"/>
                  <a:gd name="T5" fmla="*/ 5 h 117"/>
                  <a:gd name="T6" fmla="*/ 152 w 178"/>
                  <a:gd name="T7" fmla="*/ 18 h 117"/>
                  <a:gd name="T8" fmla="*/ 89 w 178"/>
                  <a:gd name="T9" fmla="*/ 58 h 117"/>
                  <a:gd name="T10" fmla="*/ 26 w 178"/>
                  <a:gd name="T11" fmla="*/ 100 h 117"/>
                  <a:gd name="T12" fmla="*/ 8 w 178"/>
                  <a:gd name="T13" fmla="*/ 113 h 117"/>
                  <a:gd name="T14" fmla="*/ 2 w 178"/>
                  <a:gd name="T15" fmla="*/ 116 h 117"/>
                  <a:gd name="T16" fmla="*/ 0 w 178"/>
                  <a:gd name="T17" fmla="*/ 117 h 117"/>
                  <a:gd name="T18" fmla="*/ 2 w 178"/>
                  <a:gd name="T19" fmla="*/ 116 h 117"/>
                  <a:gd name="T20" fmla="*/ 7 w 178"/>
                  <a:gd name="T21" fmla="*/ 112 h 117"/>
                  <a:gd name="T22" fmla="*/ 26 w 178"/>
                  <a:gd name="T23" fmla="*/ 99 h 117"/>
                  <a:gd name="T24" fmla="*/ 88 w 178"/>
                  <a:gd name="T25" fmla="*/ 57 h 117"/>
                  <a:gd name="T26" fmla="*/ 151 w 178"/>
                  <a:gd name="T27" fmla="*/ 16 h 117"/>
                  <a:gd name="T28" fmla="*/ 171 w 178"/>
                  <a:gd name="T29" fmla="*/ 5 h 117"/>
                  <a:gd name="T30" fmla="*/ 176 w 178"/>
                  <a:gd name="T31" fmla="*/ 1 h 117"/>
                  <a:gd name="T32" fmla="*/ 178 w 178"/>
                  <a:gd name="T33"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8" h="117">
                    <a:moveTo>
                      <a:pt x="178" y="0"/>
                    </a:moveTo>
                    <a:cubicBezTo>
                      <a:pt x="178" y="1"/>
                      <a:pt x="178" y="1"/>
                      <a:pt x="176" y="2"/>
                    </a:cubicBezTo>
                    <a:cubicBezTo>
                      <a:pt x="175" y="3"/>
                      <a:pt x="173" y="4"/>
                      <a:pt x="171" y="5"/>
                    </a:cubicBezTo>
                    <a:cubicBezTo>
                      <a:pt x="166" y="8"/>
                      <a:pt x="160" y="12"/>
                      <a:pt x="152" y="18"/>
                    </a:cubicBezTo>
                    <a:cubicBezTo>
                      <a:pt x="136" y="28"/>
                      <a:pt x="114" y="42"/>
                      <a:pt x="89" y="58"/>
                    </a:cubicBezTo>
                    <a:cubicBezTo>
                      <a:pt x="64" y="75"/>
                      <a:pt x="42" y="89"/>
                      <a:pt x="26" y="100"/>
                    </a:cubicBezTo>
                    <a:cubicBezTo>
                      <a:pt x="19" y="105"/>
                      <a:pt x="12" y="110"/>
                      <a:pt x="8" y="113"/>
                    </a:cubicBezTo>
                    <a:cubicBezTo>
                      <a:pt x="5" y="114"/>
                      <a:pt x="4" y="115"/>
                      <a:pt x="2" y="116"/>
                    </a:cubicBezTo>
                    <a:cubicBezTo>
                      <a:pt x="1" y="117"/>
                      <a:pt x="0" y="117"/>
                      <a:pt x="0" y="117"/>
                    </a:cubicBezTo>
                    <a:cubicBezTo>
                      <a:pt x="0" y="117"/>
                      <a:pt x="1" y="117"/>
                      <a:pt x="2" y="116"/>
                    </a:cubicBezTo>
                    <a:cubicBezTo>
                      <a:pt x="3" y="115"/>
                      <a:pt x="5" y="114"/>
                      <a:pt x="7" y="112"/>
                    </a:cubicBezTo>
                    <a:cubicBezTo>
                      <a:pt x="11" y="109"/>
                      <a:pt x="18" y="105"/>
                      <a:pt x="26" y="99"/>
                    </a:cubicBezTo>
                    <a:cubicBezTo>
                      <a:pt x="41" y="88"/>
                      <a:pt x="63" y="73"/>
                      <a:pt x="88" y="57"/>
                    </a:cubicBezTo>
                    <a:cubicBezTo>
                      <a:pt x="112" y="41"/>
                      <a:pt x="135" y="26"/>
                      <a:pt x="151" y="16"/>
                    </a:cubicBezTo>
                    <a:cubicBezTo>
                      <a:pt x="160" y="11"/>
                      <a:pt x="166" y="7"/>
                      <a:pt x="171" y="5"/>
                    </a:cubicBezTo>
                    <a:cubicBezTo>
                      <a:pt x="173" y="3"/>
                      <a:pt x="175" y="2"/>
                      <a:pt x="176" y="1"/>
                    </a:cubicBezTo>
                    <a:cubicBezTo>
                      <a:pt x="177" y="1"/>
                      <a:pt x="178" y="0"/>
                      <a:pt x="178"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7" name="任意多边形 13"/>
              <p:cNvSpPr/>
              <p:nvPr/>
            </p:nvSpPr>
            <p:spPr bwMode="auto">
              <a:xfrm>
                <a:off x="7700963" y="5191125"/>
                <a:ext cx="904875" cy="528638"/>
              </a:xfrm>
              <a:custGeom>
                <a:avLst/>
                <a:gdLst>
                  <a:gd name="T0" fmla="*/ 287 w 336"/>
                  <a:gd name="T1" fmla="*/ 64 h 196"/>
                  <a:gd name="T2" fmla="*/ 277 w 336"/>
                  <a:gd name="T3" fmla="*/ 83 h 196"/>
                  <a:gd name="T4" fmla="*/ 254 w 336"/>
                  <a:gd name="T5" fmla="*/ 109 h 196"/>
                  <a:gd name="T6" fmla="*/ 237 w 336"/>
                  <a:gd name="T7" fmla="*/ 168 h 196"/>
                  <a:gd name="T8" fmla="*/ 194 w 336"/>
                  <a:gd name="T9" fmla="*/ 196 h 196"/>
                  <a:gd name="T10" fmla="*/ 123 w 336"/>
                  <a:gd name="T11" fmla="*/ 189 h 196"/>
                  <a:gd name="T12" fmla="*/ 9 w 336"/>
                  <a:gd name="T13" fmla="*/ 144 h 196"/>
                  <a:gd name="T14" fmla="*/ 2 w 336"/>
                  <a:gd name="T15" fmla="*/ 132 h 196"/>
                  <a:gd name="T16" fmla="*/ 14 w 336"/>
                  <a:gd name="T17" fmla="*/ 122 h 196"/>
                  <a:gd name="T18" fmla="*/ 16 w 336"/>
                  <a:gd name="T19" fmla="*/ 121 h 196"/>
                  <a:gd name="T20" fmla="*/ 19 w 336"/>
                  <a:gd name="T21" fmla="*/ 106 h 196"/>
                  <a:gd name="T22" fmla="*/ 53 w 336"/>
                  <a:gd name="T23" fmla="*/ 106 h 196"/>
                  <a:gd name="T24" fmla="*/ 123 w 336"/>
                  <a:gd name="T25" fmla="*/ 134 h 196"/>
                  <a:gd name="T26" fmla="*/ 137 w 336"/>
                  <a:gd name="T27" fmla="*/ 139 h 196"/>
                  <a:gd name="T28" fmla="*/ 70 w 336"/>
                  <a:gd name="T29" fmla="*/ 89 h 196"/>
                  <a:gd name="T30" fmla="*/ 77 w 336"/>
                  <a:gd name="T31" fmla="*/ 74 h 196"/>
                  <a:gd name="T32" fmla="*/ 111 w 336"/>
                  <a:gd name="T33" fmla="*/ 79 h 196"/>
                  <a:gd name="T34" fmla="*/ 180 w 336"/>
                  <a:gd name="T35" fmla="*/ 113 h 196"/>
                  <a:gd name="T36" fmla="*/ 181 w 336"/>
                  <a:gd name="T37" fmla="*/ 105 h 196"/>
                  <a:gd name="T38" fmla="*/ 155 w 336"/>
                  <a:gd name="T39" fmla="*/ 69 h 196"/>
                  <a:gd name="T40" fmla="*/ 154 w 336"/>
                  <a:gd name="T41" fmla="*/ 58 h 196"/>
                  <a:gd name="T42" fmla="*/ 181 w 336"/>
                  <a:gd name="T43" fmla="*/ 59 h 196"/>
                  <a:gd name="T44" fmla="*/ 211 w 336"/>
                  <a:gd name="T45" fmla="*/ 81 h 196"/>
                  <a:gd name="T46" fmla="*/ 322 w 336"/>
                  <a:gd name="T47" fmla="*/ 1 h 196"/>
                  <a:gd name="T48" fmla="*/ 331 w 336"/>
                  <a:gd name="T49" fmla="*/ 19 h 196"/>
                  <a:gd name="T50" fmla="*/ 287 w 336"/>
                  <a:gd name="T51" fmla="*/ 6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6" h="196">
                    <a:moveTo>
                      <a:pt x="287" y="64"/>
                    </a:moveTo>
                    <a:cubicBezTo>
                      <a:pt x="287" y="64"/>
                      <a:pt x="282" y="77"/>
                      <a:pt x="277" y="83"/>
                    </a:cubicBezTo>
                    <a:cubicBezTo>
                      <a:pt x="272" y="89"/>
                      <a:pt x="255" y="97"/>
                      <a:pt x="254" y="109"/>
                    </a:cubicBezTo>
                    <a:cubicBezTo>
                      <a:pt x="252" y="120"/>
                      <a:pt x="255" y="148"/>
                      <a:pt x="237" y="168"/>
                    </a:cubicBezTo>
                    <a:cubicBezTo>
                      <a:pt x="219" y="189"/>
                      <a:pt x="194" y="196"/>
                      <a:pt x="194" y="196"/>
                    </a:cubicBezTo>
                    <a:cubicBezTo>
                      <a:pt x="123" y="189"/>
                      <a:pt x="123" y="189"/>
                      <a:pt x="123" y="189"/>
                    </a:cubicBezTo>
                    <a:cubicBezTo>
                      <a:pt x="9" y="144"/>
                      <a:pt x="9" y="144"/>
                      <a:pt x="9" y="144"/>
                    </a:cubicBezTo>
                    <a:cubicBezTo>
                      <a:pt x="9" y="144"/>
                      <a:pt x="0" y="142"/>
                      <a:pt x="2" y="132"/>
                    </a:cubicBezTo>
                    <a:cubicBezTo>
                      <a:pt x="3" y="127"/>
                      <a:pt x="8" y="122"/>
                      <a:pt x="14" y="122"/>
                    </a:cubicBezTo>
                    <a:cubicBezTo>
                      <a:pt x="16" y="121"/>
                      <a:pt x="16" y="121"/>
                      <a:pt x="16" y="121"/>
                    </a:cubicBezTo>
                    <a:cubicBezTo>
                      <a:pt x="16" y="121"/>
                      <a:pt x="10" y="116"/>
                      <a:pt x="19" y="106"/>
                    </a:cubicBezTo>
                    <a:cubicBezTo>
                      <a:pt x="27" y="98"/>
                      <a:pt x="44" y="103"/>
                      <a:pt x="53" y="106"/>
                    </a:cubicBezTo>
                    <a:cubicBezTo>
                      <a:pt x="62" y="109"/>
                      <a:pt x="114" y="130"/>
                      <a:pt x="123" y="134"/>
                    </a:cubicBezTo>
                    <a:cubicBezTo>
                      <a:pt x="131" y="137"/>
                      <a:pt x="137" y="139"/>
                      <a:pt x="137" y="139"/>
                    </a:cubicBezTo>
                    <a:cubicBezTo>
                      <a:pt x="137" y="139"/>
                      <a:pt x="71" y="95"/>
                      <a:pt x="70" y="89"/>
                    </a:cubicBezTo>
                    <a:cubicBezTo>
                      <a:pt x="69" y="82"/>
                      <a:pt x="70" y="79"/>
                      <a:pt x="77" y="74"/>
                    </a:cubicBezTo>
                    <a:cubicBezTo>
                      <a:pt x="85" y="68"/>
                      <a:pt x="98" y="74"/>
                      <a:pt x="111" y="79"/>
                    </a:cubicBezTo>
                    <a:cubicBezTo>
                      <a:pt x="120" y="83"/>
                      <a:pt x="180" y="113"/>
                      <a:pt x="180" y="113"/>
                    </a:cubicBezTo>
                    <a:cubicBezTo>
                      <a:pt x="180" y="113"/>
                      <a:pt x="183" y="111"/>
                      <a:pt x="181" y="105"/>
                    </a:cubicBezTo>
                    <a:cubicBezTo>
                      <a:pt x="178" y="100"/>
                      <a:pt x="158" y="74"/>
                      <a:pt x="155" y="69"/>
                    </a:cubicBezTo>
                    <a:cubicBezTo>
                      <a:pt x="152" y="65"/>
                      <a:pt x="151" y="62"/>
                      <a:pt x="154" y="58"/>
                    </a:cubicBezTo>
                    <a:cubicBezTo>
                      <a:pt x="158" y="52"/>
                      <a:pt x="170" y="49"/>
                      <a:pt x="181" y="59"/>
                    </a:cubicBezTo>
                    <a:cubicBezTo>
                      <a:pt x="187" y="65"/>
                      <a:pt x="211" y="81"/>
                      <a:pt x="211" y="81"/>
                    </a:cubicBezTo>
                    <a:cubicBezTo>
                      <a:pt x="322" y="1"/>
                      <a:pt x="322" y="1"/>
                      <a:pt x="322" y="1"/>
                    </a:cubicBezTo>
                    <a:cubicBezTo>
                      <a:pt x="322" y="1"/>
                      <a:pt x="336" y="0"/>
                      <a:pt x="331" y="19"/>
                    </a:cubicBezTo>
                    <a:cubicBezTo>
                      <a:pt x="326" y="39"/>
                      <a:pt x="287" y="64"/>
                      <a:pt x="287" y="64"/>
                    </a:cubicBezTo>
                    <a:close/>
                  </a:path>
                </a:pathLst>
              </a:custGeom>
              <a:solidFill>
                <a:srgbClr val="FFBE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8" name="任意多边形 14"/>
              <p:cNvSpPr/>
              <p:nvPr/>
            </p:nvSpPr>
            <p:spPr bwMode="auto">
              <a:xfrm>
                <a:off x="8197851" y="5500688"/>
                <a:ext cx="55563" cy="46038"/>
              </a:xfrm>
              <a:custGeom>
                <a:avLst/>
                <a:gdLst>
                  <a:gd name="T0" fmla="*/ 21 w 21"/>
                  <a:gd name="T1" fmla="*/ 17 h 17"/>
                  <a:gd name="T2" fmla="*/ 9 w 21"/>
                  <a:gd name="T3" fmla="*/ 11 h 17"/>
                  <a:gd name="T4" fmla="*/ 1 w 21"/>
                  <a:gd name="T5" fmla="*/ 0 h 17"/>
                  <a:gd name="T6" fmla="*/ 10 w 21"/>
                  <a:gd name="T7" fmla="*/ 9 h 17"/>
                  <a:gd name="T8" fmla="*/ 21 w 21"/>
                  <a:gd name="T9" fmla="*/ 17 h 17"/>
                </a:gdLst>
                <a:ahLst/>
                <a:cxnLst>
                  <a:cxn ang="0">
                    <a:pos x="T0" y="T1"/>
                  </a:cxn>
                  <a:cxn ang="0">
                    <a:pos x="T2" y="T3"/>
                  </a:cxn>
                  <a:cxn ang="0">
                    <a:pos x="T4" y="T5"/>
                  </a:cxn>
                  <a:cxn ang="0">
                    <a:pos x="T6" y="T7"/>
                  </a:cxn>
                  <a:cxn ang="0">
                    <a:pos x="T8" y="T9"/>
                  </a:cxn>
                </a:cxnLst>
                <a:rect l="0" t="0" r="r" b="b"/>
                <a:pathLst>
                  <a:path w="21" h="17">
                    <a:moveTo>
                      <a:pt x="21" y="17"/>
                    </a:moveTo>
                    <a:cubicBezTo>
                      <a:pt x="20" y="17"/>
                      <a:pt x="14" y="16"/>
                      <a:pt x="9" y="11"/>
                    </a:cubicBezTo>
                    <a:cubicBezTo>
                      <a:pt x="3" y="6"/>
                      <a:pt x="0" y="0"/>
                      <a:pt x="1" y="0"/>
                    </a:cubicBezTo>
                    <a:cubicBezTo>
                      <a:pt x="1" y="0"/>
                      <a:pt x="4" y="5"/>
                      <a:pt x="10" y="9"/>
                    </a:cubicBezTo>
                    <a:cubicBezTo>
                      <a:pt x="15" y="14"/>
                      <a:pt x="21" y="16"/>
                      <a:pt x="21" y="17"/>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9" name="任意多边形 16"/>
              <p:cNvSpPr/>
              <p:nvPr/>
            </p:nvSpPr>
            <p:spPr bwMode="auto">
              <a:xfrm>
                <a:off x="8267701" y="5407025"/>
                <a:ext cx="26988" cy="69850"/>
              </a:xfrm>
              <a:custGeom>
                <a:avLst/>
                <a:gdLst>
                  <a:gd name="T0" fmla="*/ 9 w 10"/>
                  <a:gd name="T1" fmla="*/ 26 h 26"/>
                  <a:gd name="T2" fmla="*/ 6 w 10"/>
                  <a:gd name="T3" fmla="*/ 13 h 26"/>
                  <a:gd name="T4" fmla="*/ 0 w 10"/>
                  <a:gd name="T5" fmla="*/ 1 h 26"/>
                  <a:gd name="T6" fmla="*/ 8 w 10"/>
                  <a:gd name="T7" fmla="*/ 12 h 26"/>
                  <a:gd name="T8" fmla="*/ 9 w 10"/>
                  <a:gd name="T9" fmla="*/ 26 h 26"/>
                </a:gdLst>
                <a:ahLst/>
                <a:cxnLst>
                  <a:cxn ang="0">
                    <a:pos x="T0" y="T1"/>
                  </a:cxn>
                  <a:cxn ang="0">
                    <a:pos x="T2" y="T3"/>
                  </a:cxn>
                  <a:cxn ang="0">
                    <a:pos x="T4" y="T5"/>
                  </a:cxn>
                  <a:cxn ang="0">
                    <a:pos x="T6" y="T7"/>
                  </a:cxn>
                  <a:cxn ang="0">
                    <a:pos x="T8" y="T9"/>
                  </a:cxn>
                </a:cxnLst>
                <a:rect l="0" t="0" r="r" b="b"/>
                <a:pathLst>
                  <a:path w="10" h="26">
                    <a:moveTo>
                      <a:pt x="9" y="26"/>
                    </a:moveTo>
                    <a:cubicBezTo>
                      <a:pt x="8" y="26"/>
                      <a:pt x="8" y="20"/>
                      <a:pt x="6" y="13"/>
                    </a:cubicBezTo>
                    <a:cubicBezTo>
                      <a:pt x="3" y="6"/>
                      <a:pt x="0" y="1"/>
                      <a:pt x="0" y="1"/>
                    </a:cubicBezTo>
                    <a:cubicBezTo>
                      <a:pt x="1" y="0"/>
                      <a:pt x="5" y="5"/>
                      <a:pt x="8" y="12"/>
                    </a:cubicBezTo>
                    <a:cubicBezTo>
                      <a:pt x="10" y="20"/>
                      <a:pt x="9" y="26"/>
                      <a:pt x="9" y="26"/>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0" name="任意多边形 17"/>
              <p:cNvSpPr/>
              <p:nvPr/>
            </p:nvSpPr>
            <p:spPr bwMode="auto">
              <a:xfrm>
                <a:off x="8450263" y="5286375"/>
                <a:ext cx="19050" cy="63500"/>
              </a:xfrm>
              <a:custGeom>
                <a:avLst/>
                <a:gdLst>
                  <a:gd name="T0" fmla="*/ 7 w 7"/>
                  <a:gd name="T1" fmla="*/ 24 h 24"/>
                  <a:gd name="T2" fmla="*/ 4 w 7"/>
                  <a:gd name="T3" fmla="*/ 21 h 24"/>
                  <a:gd name="T4" fmla="*/ 0 w 7"/>
                  <a:gd name="T5" fmla="*/ 12 h 24"/>
                  <a:gd name="T6" fmla="*/ 2 w 7"/>
                  <a:gd name="T7" fmla="*/ 3 h 24"/>
                  <a:gd name="T8" fmla="*/ 4 w 7"/>
                  <a:gd name="T9" fmla="*/ 0 h 24"/>
                  <a:gd name="T10" fmla="*/ 3 w 7"/>
                  <a:gd name="T11" fmla="*/ 12 h 24"/>
                  <a:gd name="T12" fmla="*/ 7 w 7"/>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7" h="24">
                    <a:moveTo>
                      <a:pt x="7" y="24"/>
                    </a:moveTo>
                    <a:cubicBezTo>
                      <a:pt x="6" y="24"/>
                      <a:pt x="5" y="23"/>
                      <a:pt x="4" y="21"/>
                    </a:cubicBezTo>
                    <a:cubicBezTo>
                      <a:pt x="2" y="19"/>
                      <a:pt x="1" y="16"/>
                      <a:pt x="0" y="12"/>
                    </a:cubicBezTo>
                    <a:cubicBezTo>
                      <a:pt x="0" y="9"/>
                      <a:pt x="1" y="5"/>
                      <a:pt x="2" y="3"/>
                    </a:cubicBezTo>
                    <a:cubicBezTo>
                      <a:pt x="3" y="1"/>
                      <a:pt x="4" y="0"/>
                      <a:pt x="4" y="0"/>
                    </a:cubicBezTo>
                    <a:cubicBezTo>
                      <a:pt x="5" y="0"/>
                      <a:pt x="2" y="5"/>
                      <a:pt x="3" y="12"/>
                    </a:cubicBezTo>
                    <a:cubicBezTo>
                      <a:pt x="3" y="19"/>
                      <a:pt x="7" y="23"/>
                      <a:pt x="7" y="24"/>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1" name="任意多边形 18"/>
              <p:cNvSpPr/>
              <p:nvPr/>
            </p:nvSpPr>
            <p:spPr bwMode="auto">
              <a:xfrm>
                <a:off x="8072438" y="5557838"/>
                <a:ext cx="125413" cy="65088"/>
              </a:xfrm>
              <a:custGeom>
                <a:avLst/>
                <a:gdLst>
                  <a:gd name="T0" fmla="*/ 46 w 46"/>
                  <a:gd name="T1" fmla="*/ 24 h 24"/>
                  <a:gd name="T2" fmla="*/ 38 w 46"/>
                  <a:gd name="T3" fmla="*/ 24 h 24"/>
                  <a:gd name="T4" fmla="*/ 21 w 46"/>
                  <a:gd name="T5" fmla="*/ 17 h 24"/>
                  <a:gd name="T6" fmla="*/ 6 w 46"/>
                  <a:gd name="T7" fmla="*/ 6 h 24"/>
                  <a:gd name="T8" fmla="*/ 0 w 46"/>
                  <a:gd name="T9" fmla="*/ 1 h 24"/>
                  <a:gd name="T10" fmla="*/ 7 w 46"/>
                  <a:gd name="T11" fmla="*/ 5 h 24"/>
                  <a:gd name="T12" fmla="*/ 22 w 46"/>
                  <a:gd name="T13" fmla="*/ 15 h 24"/>
                  <a:gd name="T14" fmla="*/ 39 w 46"/>
                  <a:gd name="T15" fmla="*/ 22 h 24"/>
                  <a:gd name="T16" fmla="*/ 46 w 4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24">
                    <a:moveTo>
                      <a:pt x="46" y="24"/>
                    </a:moveTo>
                    <a:cubicBezTo>
                      <a:pt x="46" y="24"/>
                      <a:pt x="43" y="24"/>
                      <a:pt x="38" y="24"/>
                    </a:cubicBezTo>
                    <a:cubicBezTo>
                      <a:pt x="34" y="23"/>
                      <a:pt x="27" y="21"/>
                      <a:pt x="21" y="17"/>
                    </a:cubicBezTo>
                    <a:cubicBezTo>
                      <a:pt x="14" y="13"/>
                      <a:pt x="9" y="9"/>
                      <a:pt x="6" y="6"/>
                    </a:cubicBezTo>
                    <a:cubicBezTo>
                      <a:pt x="2" y="3"/>
                      <a:pt x="0" y="1"/>
                      <a:pt x="0" y="1"/>
                    </a:cubicBezTo>
                    <a:cubicBezTo>
                      <a:pt x="0" y="0"/>
                      <a:pt x="3" y="2"/>
                      <a:pt x="7" y="5"/>
                    </a:cubicBezTo>
                    <a:cubicBezTo>
                      <a:pt x="10" y="8"/>
                      <a:pt x="16" y="12"/>
                      <a:pt x="22" y="15"/>
                    </a:cubicBezTo>
                    <a:cubicBezTo>
                      <a:pt x="28" y="19"/>
                      <a:pt x="34" y="21"/>
                      <a:pt x="39" y="22"/>
                    </a:cubicBezTo>
                    <a:cubicBezTo>
                      <a:pt x="43" y="23"/>
                      <a:pt x="46" y="23"/>
                      <a:pt x="46" y="24"/>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2" name="任意多边形 21"/>
              <p:cNvSpPr/>
              <p:nvPr/>
            </p:nvSpPr>
            <p:spPr bwMode="auto">
              <a:xfrm>
                <a:off x="7743826" y="5519738"/>
                <a:ext cx="319088" cy="139700"/>
              </a:xfrm>
              <a:custGeom>
                <a:avLst/>
                <a:gdLst>
                  <a:gd name="T0" fmla="*/ 118 w 118"/>
                  <a:gd name="T1" fmla="*/ 52 h 52"/>
                  <a:gd name="T2" fmla="*/ 59 w 118"/>
                  <a:gd name="T3" fmla="*/ 27 h 52"/>
                  <a:gd name="T4" fmla="*/ 0 w 118"/>
                  <a:gd name="T5" fmla="*/ 0 h 52"/>
                  <a:gd name="T6" fmla="*/ 60 w 118"/>
                  <a:gd name="T7" fmla="*/ 25 h 52"/>
                  <a:gd name="T8" fmla="*/ 118 w 118"/>
                  <a:gd name="T9" fmla="*/ 52 h 52"/>
                </a:gdLst>
                <a:ahLst/>
                <a:cxnLst>
                  <a:cxn ang="0">
                    <a:pos x="T0" y="T1"/>
                  </a:cxn>
                  <a:cxn ang="0">
                    <a:pos x="T2" y="T3"/>
                  </a:cxn>
                  <a:cxn ang="0">
                    <a:pos x="T4" y="T5"/>
                  </a:cxn>
                  <a:cxn ang="0">
                    <a:pos x="T6" y="T7"/>
                  </a:cxn>
                  <a:cxn ang="0">
                    <a:pos x="T8" y="T9"/>
                  </a:cxn>
                </a:cxnLst>
                <a:rect l="0" t="0" r="r" b="b"/>
                <a:pathLst>
                  <a:path w="118" h="52">
                    <a:moveTo>
                      <a:pt x="118" y="52"/>
                    </a:moveTo>
                    <a:cubicBezTo>
                      <a:pt x="118" y="52"/>
                      <a:pt x="91" y="41"/>
                      <a:pt x="59" y="27"/>
                    </a:cubicBezTo>
                    <a:cubicBezTo>
                      <a:pt x="26" y="13"/>
                      <a:pt x="0" y="1"/>
                      <a:pt x="0" y="0"/>
                    </a:cubicBezTo>
                    <a:cubicBezTo>
                      <a:pt x="1" y="0"/>
                      <a:pt x="27" y="11"/>
                      <a:pt x="60" y="25"/>
                    </a:cubicBezTo>
                    <a:cubicBezTo>
                      <a:pt x="92" y="39"/>
                      <a:pt x="118" y="51"/>
                      <a:pt x="118" y="52"/>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3" name="任意多边形 1333"/>
              <p:cNvSpPr/>
              <p:nvPr/>
            </p:nvSpPr>
            <p:spPr bwMode="auto">
              <a:xfrm flipH="1">
                <a:off x="6337444" y="2352051"/>
                <a:ext cx="1216755" cy="1096612"/>
              </a:xfrm>
              <a:custGeom>
                <a:avLst/>
                <a:gdLst>
                  <a:gd name="T0" fmla="*/ 291 w 291"/>
                  <a:gd name="T1" fmla="*/ 112 h 262"/>
                  <a:gd name="T2" fmla="*/ 226 w 291"/>
                  <a:gd name="T3" fmla="*/ 34 h 262"/>
                  <a:gd name="T4" fmla="*/ 128 w 291"/>
                  <a:gd name="T5" fmla="*/ 9 h 262"/>
                  <a:gd name="T6" fmla="*/ 1 w 291"/>
                  <a:gd name="T7" fmla="*/ 140 h 262"/>
                  <a:gd name="T8" fmla="*/ 0 w 291"/>
                  <a:gd name="T9" fmla="*/ 142 h 262"/>
                  <a:gd name="T10" fmla="*/ 25 w 291"/>
                  <a:gd name="T11" fmla="*/ 136 h 262"/>
                  <a:gd name="T12" fmla="*/ 15 w 291"/>
                  <a:gd name="T13" fmla="*/ 157 h 262"/>
                  <a:gd name="T14" fmla="*/ 28 w 291"/>
                  <a:gd name="T15" fmla="*/ 166 h 262"/>
                  <a:gd name="T16" fmla="*/ 25 w 291"/>
                  <a:gd name="T17" fmla="*/ 169 h 262"/>
                  <a:gd name="T18" fmla="*/ 40 w 291"/>
                  <a:gd name="T19" fmla="*/ 184 h 262"/>
                  <a:gd name="T20" fmla="*/ 35 w 291"/>
                  <a:gd name="T21" fmla="*/ 157 h 262"/>
                  <a:gd name="T22" fmla="*/ 58 w 291"/>
                  <a:gd name="T23" fmla="*/ 115 h 262"/>
                  <a:gd name="T24" fmla="*/ 45 w 291"/>
                  <a:gd name="T25" fmla="*/ 148 h 262"/>
                  <a:gd name="T26" fmla="*/ 101 w 291"/>
                  <a:gd name="T27" fmla="*/ 108 h 262"/>
                  <a:gd name="T28" fmla="*/ 77 w 291"/>
                  <a:gd name="T29" fmla="*/ 145 h 262"/>
                  <a:gd name="T30" fmla="*/ 149 w 291"/>
                  <a:gd name="T31" fmla="*/ 109 h 262"/>
                  <a:gd name="T32" fmla="*/ 185 w 291"/>
                  <a:gd name="T33" fmla="*/ 156 h 262"/>
                  <a:gd name="T34" fmla="*/ 201 w 291"/>
                  <a:gd name="T35" fmla="*/ 186 h 262"/>
                  <a:gd name="T36" fmla="*/ 237 w 291"/>
                  <a:gd name="T37" fmla="*/ 236 h 262"/>
                  <a:gd name="T38" fmla="*/ 256 w 291"/>
                  <a:gd name="T39" fmla="*/ 262 h 262"/>
                  <a:gd name="T40" fmla="*/ 291 w 291"/>
                  <a:gd name="T41" fmla="*/ 112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1" h="262">
                    <a:moveTo>
                      <a:pt x="291" y="112"/>
                    </a:moveTo>
                    <a:cubicBezTo>
                      <a:pt x="291" y="88"/>
                      <a:pt x="268" y="39"/>
                      <a:pt x="226" y="34"/>
                    </a:cubicBezTo>
                    <a:cubicBezTo>
                      <a:pt x="203" y="9"/>
                      <a:pt x="169" y="0"/>
                      <a:pt x="128" y="9"/>
                    </a:cubicBezTo>
                    <a:cubicBezTo>
                      <a:pt x="34" y="31"/>
                      <a:pt x="5" y="124"/>
                      <a:pt x="1" y="140"/>
                    </a:cubicBezTo>
                    <a:cubicBezTo>
                      <a:pt x="0" y="141"/>
                      <a:pt x="0" y="142"/>
                      <a:pt x="0" y="142"/>
                    </a:cubicBezTo>
                    <a:cubicBezTo>
                      <a:pt x="25" y="136"/>
                      <a:pt x="25" y="136"/>
                      <a:pt x="25" y="136"/>
                    </a:cubicBezTo>
                    <a:cubicBezTo>
                      <a:pt x="15" y="157"/>
                      <a:pt x="15" y="157"/>
                      <a:pt x="15" y="157"/>
                    </a:cubicBezTo>
                    <a:cubicBezTo>
                      <a:pt x="28" y="166"/>
                      <a:pt x="28" y="166"/>
                      <a:pt x="28" y="166"/>
                    </a:cubicBezTo>
                    <a:cubicBezTo>
                      <a:pt x="25" y="169"/>
                      <a:pt x="25" y="169"/>
                      <a:pt x="25" y="169"/>
                    </a:cubicBezTo>
                    <a:cubicBezTo>
                      <a:pt x="40" y="184"/>
                      <a:pt x="40" y="184"/>
                      <a:pt x="40" y="184"/>
                    </a:cubicBezTo>
                    <a:cubicBezTo>
                      <a:pt x="35" y="157"/>
                      <a:pt x="35" y="157"/>
                      <a:pt x="35" y="157"/>
                    </a:cubicBezTo>
                    <a:cubicBezTo>
                      <a:pt x="38" y="139"/>
                      <a:pt x="58" y="115"/>
                      <a:pt x="58" y="115"/>
                    </a:cubicBezTo>
                    <a:cubicBezTo>
                      <a:pt x="47" y="129"/>
                      <a:pt x="45" y="148"/>
                      <a:pt x="45" y="148"/>
                    </a:cubicBezTo>
                    <a:cubicBezTo>
                      <a:pt x="53" y="127"/>
                      <a:pt x="101" y="108"/>
                      <a:pt x="101" y="108"/>
                    </a:cubicBezTo>
                    <a:cubicBezTo>
                      <a:pt x="86" y="121"/>
                      <a:pt x="77" y="145"/>
                      <a:pt x="77" y="145"/>
                    </a:cubicBezTo>
                    <a:cubicBezTo>
                      <a:pt x="92" y="127"/>
                      <a:pt x="127" y="115"/>
                      <a:pt x="149" y="109"/>
                    </a:cubicBezTo>
                    <a:cubicBezTo>
                      <a:pt x="157" y="127"/>
                      <a:pt x="168" y="146"/>
                      <a:pt x="185" y="156"/>
                    </a:cubicBezTo>
                    <a:cubicBezTo>
                      <a:pt x="201" y="166"/>
                      <a:pt x="201" y="186"/>
                      <a:pt x="201" y="186"/>
                    </a:cubicBezTo>
                    <a:cubicBezTo>
                      <a:pt x="229" y="205"/>
                      <a:pt x="237" y="236"/>
                      <a:pt x="237" y="236"/>
                    </a:cubicBezTo>
                    <a:cubicBezTo>
                      <a:pt x="256" y="262"/>
                      <a:pt x="256" y="262"/>
                      <a:pt x="256" y="262"/>
                    </a:cubicBezTo>
                    <a:cubicBezTo>
                      <a:pt x="256" y="262"/>
                      <a:pt x="291" y="219"/>
                      <a:pt x="291" y="11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414" name="组合 413"/>
              <p:cNvGrpSpPr/>
              <p:nvPr/>
            </p:nvGrpSpPr>
            <p:grpSpPr>
              <a:xfrm>
                <a:off x="6474947" y="3163882"/>
                <a:ext cx="180975" cy="328613"/>
                <a:chOff x="8999539" y="2978151"/>
                <a:chExt cx="180975" cy="328613"/>
              </a:xfrm>
            </p:grpSpPr>
            <p:sp>
              <p:nvSpPr>
                <p:cNvPr id="415" name="任意多边形 1402"/>
                <p:cNvSpPr/>
                <p:nvPr/>
              </p:nvSpPr>
              <p:spPr bwMode="auto">
                <a:xfrm>
                  <a:off x="8999539" y="2978151"/>
                  <a:ext cx="180975" cy="328613"/>
                </a:xfrm>
                <a:custGeom>
                  <a:avLst/>
                  <a:gdLst>
                    <a:gd name="T0" fmla="*/ 67 w 67"/>
                    <a:gd name="T1" fmla="*/ 24 h 122"/>
                    <a:gd name="T2" fmla="*/ 4 w 67"/>
                    <a:gd name="T3" fmla="*/ 61 h 122"/>
                    <a:gd name="T4" fmla="*/ 63 w 67"/>
                    <a:gd name="T5" fmla="*/ 112 h 122"/>
                    <a:gd name="T6" fmla="*/ 67 w 67"/>
                    <a:gd name="T7" fmla="*/ 24 h 122"/>
                  </a:gdLst>
                  <a:ahLst/>
                  <a:cxnLst>
                    <a:cxn ang="0">
                      <a:pos x="T0" y="T1"/>
                    </a:cxn>
                    <a:cxn ang="0">
                      <a:pos x="T2" y="T3"/>
                    </a:cxn>
                    <a:cxn ang="0">
                      <a:pos x="T4" y="T5"/>
                    </a:cxn>
                    <a:cxn ang="0">
                      <a:pos x="T6" y="T7"/>
                    </a:cxn>
                  </a:cxnLst>
                  <a:rect l="0" t="0" r="r" b="b"/>
                  <a:pathLst>
                    <a:path w="67" h="122">
                      <a:moveTo>
                        <a:pt x="67" y="24"/>
                      </a:moveTo>
                      <a:cubicBezTo>
                        <a:pt x="66" y="23"/>
                        <a:pt x="8" y="0"/>
                        <a:pt x="4" y="61"/>
                      </a:cubicBezTo>
                      <a:cubicBezTo>
                        <a:pt x="0" y="122"/>
                        <a:pt x="62" y="113"/>
                        <a:pt x="63" y="112"/>
                      </a:cubicBezTo>
                      <a:cubicBezTo>
                        <a:pt x="63" y="110"/>
                        <a:pt x="67" y="24"/>
                        <a:pt x="67" y="24"/>
                      </a:cubicBezTo>
                      <a:close/>
                    </a:path>
                  </a:pathLst>
                </a:custGeom>
                <a:solidFill>
                  <a:srgbClr val="FFBE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6" name="任意多边形 1403"/>
                <p:cNvSpPr/>
                <p:nvPr/>
              </p:nvSpPr>
              <p:spPr bwMode="auto">
                <a:xfrm>
                  <a:off x="9050339" y="3081339"/>
                  <a:ext cx="73025" cy="147638"/>
                </a:xfrm>
                <a:custGeom>
                  <a:avLst/>
                  <a:gdLst>
                    <a:gd name="T0" fmla="*/ 26 w 27"/>
                    <a:gd name="T1" fmla="*/ 49 h 55"/>
                    <a:gd name="T2" fmla="*/ 23 w 27"/>
                    <a:gd name="T3" fmla="*/ 51 h 55"/>
                    <a:gd name="T4" fmla="*/ 15 w 27"/>
                    <a:gd name="T5" fmla="*/ 50 h 55"/>
                    <a:gd name="T6" fmla="*/ 5 w 27"/>
                    <a:gd name="T7" fmla="*/ 26 h 55"/>
                    <a:gd name="T8" fmla="*/ 9 w 27"/>
                    <a:gd name="T9" fmla="*/ 11 h 55"/>
                    <a:gd name="T10" fmla="*/ 17 w 27"/>
                    <a:gd name="T11" fmla="*/ 3 h 55"/>
                    <a:gd name="T12" fmla="*/ 23 w 27"/>
                    <a:gd name="T13" fmla="*/ 6 h 55"/>
                    <a:gd name="T14" fmla="*/ 24 w 27"/>
                    <a:gd name="T15" fmla="*/ 10 h 55"/>
                    <a:gd name="T16" fmla="*/ 25 w 27"/>
                    <a:gd name="T17" fmla="*/ 6 h 55"/>
                    <a:gd name="T18" fmla="*/ 23 w 27"/>
                    <a:gd name="T19" fmla="*/ 2 h 55"/>
                    <a:gd name="T20" fmla="*/ 17 w 27"/>
                    <a:gd name="T21" fmla="*/ 0 h 55"/>
                    <a:gd name="T22" fmla="*/ 5 w 27"/>
                    <a:gd name="T23" fmla="*/ 9 h 55"/>
                    <a:gd name="T24" fmla="*/ 0 w 27"/>
                    <a:gd name="T25" fmla="*/ 26 h 55"/>
                    <a:gd name="T26" fmla="*/ 14 w 27"/>
                    <a:gd name="T27" fmla="*/ 53 h 55"/>
                    <a:gd name="T28" fmla="*/ 24 w 27"/>
                    <a:gd name="T29" fmla="*/ 52 h 55"/>
                    <a:gd name="T30" fmla="*/ 26 w 27"/>
                    <a:gd name="T31"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55">
                      <a:moveTo>
                        <a:pt x="26" y="49"/>
                      </a:moveTo>
                      <a:cubicBezTo>
                        <a:pt x="26" y="49"/>
                        <a:pt x="25" y="50"/>
                        <a:pt x="23" y="51"/>
                      </a:cubicBezTo>
                      <a:cubicBezTo>
                        <a:pt x="22" y="51"/>
                        <a:pt x="19" y="52"/>
                        <a:pt x="15" y="50"/>
                      </a:cubicBezTo>
                      <a:cubicBezTo>
                        <a:pt x="9" y="48"/>
                        <a:pt x="4" y="37"/>
                        <a:pt x="5" y="26"/>
                      </a:cubicBezTo>
                      <a:cubicBezTo>
                        <a:pt x="5" y="20"/>
                        <a:pt x="6" y="15"/>
                        <a:pt x="9" y="11"/>
                      </a:cubicBezTo>
                      <a:cubicBezTo>
                        <a:pt x="11" y="7"/>
                        <a:pt x="14" y="4"/>
                        <a:pt x="17" y="3"/>
                      </a:cubicBezTo>
                      <a:cubicBezTo>
                        <a:pt x="20" y="3"/>
                        <a:pt x="23" y="5"/>
                        <a:pt x="23" y="6"/>
                      </a:cubicBezTo>
                      <a:cubicBezTo>
                        <a:pt x="24" y="8"/>
                        <a:pt x="23" y="9"/>
                        <a:pt x="24" y="10"/>
                      </a:cubicBezTo>
                      <a:cubicBezTo>
                        <a:pt x="24" y="10"/>
                        <a:pt x="25" y="9"/>
                        <a:pt x="25" y="6"/>
                      </a:cubicBezTo>
                      <a:cubicBezTo>
                        <a:pt x="25" y="5"/>
                        <a:pt x="24" y="3"/>
                        <a:pt x="23" y="2"/>
                      </a:cubicBezTo>
                      <a:cubicBezTo>
                        <a:pt x="21" y="1"/>
                        <a:pt x="19" y="0"/>
                        <a:pt x="17" y="0"/>
                      </a:cubicBezTo>
                      <a:cubicBezTo>
                        <a:pt x="12" y="0"/>
                        <a:pt x="8" y="4"/>
                        <a:pt x="5" y="9"/>
                      </a:cubicBezTo>
                      <a:cubicBezTo>
                        <a:pt x="2" y="14"/>
                        <a:pt x="1" y="20"/>
                        <a:pt x="0" y="26"/>
                      </a:cubicBezTo>
                      <a:cubicBezTo>
                        <a:pt x="0" y="38"/>
                        <a:pt x="6" y="50"/>
                        <a:pt x="14" y="53"/>
                      </a:cubicBezTo>
                      <a:cubicBezTo>
                        <a:pt x="19" y="55"/>
                        <a:pt x="22" y="54"/>
                        <a:pt x="24" y="52"/>
                      </a:cubicBezTo>
                      <a:cubicBezTo>
                        <a:pt x="26" y="51"/>
                        <a:pt x="27" y="49"/>
                        <a:pt x="26" y="49"/>
                      </a:cubicBezTo>
                      <a:close/>
                    </a:path>
                  </a:pathLst>
                </a:custGeom>
                <a:solidFill>
                  <a:srgbClr val="EB99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55" name="组合 354"/>
            <p:cNvGrpSpPr/>
            <p:nvPr/>
          </p:nvGrpSpPr>
          <p:grpSpPr>
            <a:xfrm flipH="1">
              <a:off x="6015265" y="4552950"/>
              <a:ext cx="2314575" cy="1203325"/>
              <a:chOff x="4600576" y="4552950"/>
              <a:chExt cx="2314575" cy="1203325"/>
            </a:xfrm>
          </p:grpSpPr>
          <p:sp>
            <p:nvSpPr>
              <p:cNvPr id="356" name="任意多边形 23"/>
              <p:cNvSpPr/>
              <p:nvPr/>
            </p:nvSpPr>
            <p:spPr bwMode="auto">
              <a:xfrm>
                <a:off x="4600576" y="4552950"/>
                <a:ext cx="2311400" cy="1201738"/>
              </a:xfrm>
              <a:custGeom>
                <a:avLst/>
                <a:gdLst>
                  <a:gd name="T0" fmla="*/ 2 w 858"/>
                  <a:gd name="T1" fmla="*/ 20 h 446"/>
                  <a:gd name="T2" fmla="*/ 89 w 858"/>
                  <a:gd name="T3" fmla="*/ 446 h 446"/>
                  <a:gd name="T4" fmla="*/ 691 w 858"/>
                  <a:gd name="T5" fmla="*/ 446 h 446"/>
                  <a:gd name="T6" fmla="*/ 843 w 858"/>
                  <a:gd name="T7" fmla="*/ 446 h 446"/>
                  <a:gd name="T8" fmla="*/ 858 w 858"/>
                  <a:gd name="T9" fmla="*/ 431 h 446"/>
                  <a:gd name="T10" fmla="*/ 843 w 858"/>
                  <a:gd name="T11" fmla="*/ 416 h 446"/>
                  <a:gd name="T12" fmla="*/ 691 w 858"/>
                  <a:gd name="T13" fmla="*/ 416 h 446"/>
                  <a:gd name="T14" fmla="*/ 610 w 858"/>
                  <a:gd name="T15" fmla="*/ 20 h 446"/>
                  <a:gd name="T16" fmla="*/ 595 w 858"/>
                  <a:gd name="T17" fmla="*/ 7 h 446"/>
                  <a:gd name="T18" fmla="*/ 19 w 858"/>
                  <a:gd name="T19" fmla="*/ 0 h 446"/>
                  <a:gd name="T20" fmla="*/ 2 w 858"/>
                  <a:gd name="T21" fmla="*/ 20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8" h="446">
                    <a:moveTo>
                      <a:pt x="2" y="20"/>
                    </a:moveTo>
                    <a:cubicBezTo>
                      <a:pt x="89" y="446"/>
                      <a:pt x="89" y="446"/>
                      <a:pt x="89" y="446"/>
                    </a:cubicBezTo>
                    <a:cubicBezTo>
                      <a:pt x="691" y="446"/>
                      <a:pt x="691" y="446"/>
                      <a:pt x="691" y="446"/>
                    </a:cubicBezTo>
                    <a:cubicBezTo>
                      <a:pt x="843" y="446"/>
                      <a:pt x="843" y="446"/>
                      <a:pt x="843" y="446"/>
                    </a:cubicBezTo>
                    <a:cubicBezTo>
                      <a:pt x="851" y="446"/>
                      <a:pt x="858" y="440"/>
                      <a:pt x="858" y="431"/>
                    </a:cubicBezTo>
                    <a:cubicBezTo>
                      <a:pt x="858" y="423"/>
                      <a:pt x="851" y="416"/>
                      <a:pt x="843" y="416"/>
                    </a:cubicBezTo>
                    <a:cubicBezTo>
                      <a:pt x="691" y="416"/>
                      <a:pt x="691" y="416"/>
                      <a:pt x="691" y="416"/>
                    </a:cubicBezTo>
                    <a:cubicBezTo>
                      <a:pt x="610" y="20"/>
                      <a:pt x="610" y="20"/>
                      <a:pt x="610" y="20"/>
                    </a:cubicBezTo>
                    <a:cubicBezTo>
                      <a:pt x="609" y="12"/>
                      <a:pt x="602" y="7"/>
                      <a:pt x="595" y="7"/>
                    </a:cubicBezTo>
                    <a:cubicBezTo>
                      <a:pt x="19" y="0"/>
                      <a:pt x="19" y="0"/>
                      <a:pt x="19" y="0"/>
                    </a:cubicBezTo>
                    <a:cubicBezTo>
                      <a:pt x="8" y="0"/>
                      <a:pt x="0" y="10"/>
                      <a:pt x="2" y="20"/>
                    </a:cubicBezTo>
                    <a:close/>
                  </a:path>
                </a:pathLst>
              </a:custGeom>
              <a:solidFill>
                <a:srgbClr val="CED3F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7" name="任意多边形 24"/>
              <p:cNvSpPr/>
              <p:nvPr/>
            </p:nvSpPr>
            <p:spPr bwMode="auto">
              <a:xfrm>
                <a:off x="4606926" y="4552950"/>
                <a:ext cx="2308225" cy="1203325"/>
              </a:xfrm>
              <a:custGeom>
                <a:avLst/>
                <a:gdLst>
                  <a:gd name="T0" fmla="*/ 0 w 857"/>
                  <a:gd name="T1" fmla="*/ 19 h 447"/>
                  <a:gd name="T2" fmla="*/ 8 w 857"/>
                  <a:gd name="T3" fmla="*/ 3 h 447"/>
                  <a:gd name="T4" fmla="*/ 19 w 857"/>
                  <a:gd name="T5" fmla="*/ 0 h 447"/>
                  <a:gd name="T6" fmla="*/ 66 w 857"/>
                  <a:gd name="T7" fmla="*/ 1 h 447"/>
                  <a:gd name="T8" fmla="*/ 436 w 857"/>
                  <a:gd name="T9" fmla="*/ 4 h 447"/>
                  <a:gd name="T10" fmla="*/ 566 w 857"/>
                  <a:gd name="T11" fmla="*/ 6 h 447"/>
                  <a:gd name="T12" fmla="*/ 594 w 857"/>
                  <a:gd name="T13" fmla="*/ 6 h 447"/>
                  <a:gd name="T14" fmla="*/ 608 w 857"/>
                  <a:gd name="T15" fmla="*/ 16 h 447"/>
                  <a:gd name="T16" fmla="*/ 611 w 857"/>
                  <a:gd name="T17" fmla="*/ 28 h 447"/>
                  <a:gd name="T18" fmla="*/ 618 w 857"/>
                  <a:gd name="T19" fmla="*/ 63 h 447"/>
                  <a:gd name="T20" fmla="*/ 648 w 857"/>
                  <a:gd name="T21" fmla="*/ 208 h 447"/>
                  <a:gd name="T22" fmla="*/ 689 w 857"/>
                  <a:gd name="T23" fmla="*/ 415 h 447"/>
                  <a:gd name="T24" fmla="*/ 821 w 857"/>
                  <a:gd name="T25" fmla="*/ 415 h 447"/>
                  <a:gd name="T26" fmla="*/ 838 w 857"/>
                  <a:gd name="T27" fmla="*/ 415 h 447"/>
                  <a:gd name="T28" fmla="*/ 854 w 857"/>
                  <a:gd name="T29" fmla="*/ 422 h 447"/>
                  <a:gd name="T30" fmla="*/ 848 w 857"/>
                  <a:gd name="T31" fmla="*/ 445 h 447"/>
                  <a:gd name="T32" fmla="*/ 834 w 857"/>
                  <a:gd name="T33" fmla="*/ 447 h 447"/>
                  <a:gd name="T34" fmla="*/ 752 w 857"/>
                  <a:gd name="T35" fmla="*/ 447 h 447"/>
                  <a:gd name="T36" fmla="*/ 441 w 857"/>
                  <a:gd name="T37" fmla="*/ 447 h 447"/>
                  <a:gd name="T38" fmla="*/ 87 w 857"/>
                  <a:gd name="T39" fmla="*/ 447 h 447"/>
                  <a:gd name="T40" fmla="*/ 23 w 857"/>
                  <a:gd name="T41" fmla="*/ 135 h 447"/>
                  <a:gd name="T42" fmla="*/ 2 w 857"/>
                  <a:gd name="T43" fmla="*/ 28 h 447"/>
                  <a:gd name="T44" fmla="*/ 2 w 857"/>
                  <a:gd name="T45" fmla="*/ 28 h 447"/>
                  <a:gd name="T46" fmla="*/ 24 w 857"/>
                  <a:gd name="T47" fmla="*/ 135 h 447"/>
                  <a:gd name="T48" fmla="*/ 87 w 857"/>
                  <a:gd name="T49" fmla="*/ 446 h 447"/>
                  <a:gd name="T50" fmla="*/ 645 w 857"/>
                  <a:gd name="T51" fmla="*/ 445 h 447"/>
                  <a:gd name="T52" fmla="*/ 807 w 857"/>
                  <a:gd name="T53" fmla="*/ 445 h 447"/>
                  <a:gd name="T54" fmla="*/ 841 w 857"/>
                  <a:gd name="T55" fmla="*/ 445 h 447"/>
                  <a:gd name="T56" fmla="*/ 854 w 857"/>
                  <a:gd name="T57" fmla="*/ 433 h 447"/>
                  <a:gd name="T58" fmla="*/ 844 w 857"/>
                  <a:gd name="T59" fmla="*/ 418 h 447"/>
                  <a:gd name="T60" fmla="*/ 832 w 857"/>
                  <a:gd name="T61" fmla="*/ 417 h 447"/>
                  <a:gd name="T62" fmla="*/ 776 w 857"/>
                  <a:gd name="T63" fmla="*/ 417 h 447"/>
                  <a:gd name="T64" fmla="*/ 688 w 857"/>
                  <a:gd name="T65" fmla="*/ 417 h 447"/>
                  <a:gd name="T66" fmla="*/ 646 w 857"/>
                  <a:gd name="T67" fmla="*/ 209 h 447"/>
                  <a:gd name="T68" fmla="*/ 616 w 857"/>
                  <a:gd name="T69" fmla="*/ 63 h 447"/>
                  <a:gd name="T70" fmla="*/ 609 w 857"/>
                  <a:gd name="T71" fmla="*/ 28 h 447"/>
                  <a:gd name="T72" fmla="*/ 607 w 857"/>
                  <a:gd name="T73" fmla="*/ 17 h 447"/>
                  <a:gd name="T74" fmla="*/ 594 w 857"/>
                  <a:gd name="T75" fmla="*/ 8 h 447"/>
                  <a:gd name="T76" fmla="*/ 566 w 857"/>
                  <a:gd name="T77" fmla="*/ 7 h 447"/>
                  <a:gd name="T78" fmla="*/ 436 w 857"/>
                  <a:gd name="T79" fmla="*/ 6 h 447"/>
                  <a:gd name="T80" fmla="*/ 66 w 857"/>
                  <a:gd name="T81" fmla="*/ 1 h 447"/>
                  <a:gd name="T82" fmla="*/ 19 w 857"/>
                  <a:gd name="T83" fmla="*/ 1 h 447"/>
                  <a:gd name="T84" fmla="*/ 8 w 857"/>
                  <a:gd name="T85" fmla="*/ 3 h 447"/>
                  <a:gd name="T86" fmla="*/ 0 w 857"/>
                  <a:gd name="T87" fmla="*/ 2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7" h="447">
                    <a:moveTo>
                      <a:pt x="0" y="20"/>
                    </a:moveTo>
                    <a:cubicBezTo>
                      <a:pt x="0" y="20"/>
                      <a:pt x="0" y="20"/>
                      <a:pt x="0" y="19"/>
                    </a:cubicBezTo>
                    <a:cubicBezTo>
                      <a:pt x="0" y="18"/>
                      <a:pt x="0" y="17"/>
                      <a:pt x="0" y="15"/>
                    </a:cubicBezTo>
                    <a:cubicBezTo>
                      <a:pt x="0" y="12"/>
                      <a:pt x="2" y="6"/>
                      <a:pt x="8" y="3"/>
                    </a:cubicBezTo>
                    <a:cubicBezTo>
                      <a:pt x="10" y="2"/>
                      <a:pt x="11" y="1"/>
                      <a:pt x="13" y="1"/>
                    </a:cubicBezTo>
                    <a:cubicBezTo>
                      <a:pt x="15" y="0"/>
                      <a:pt x="17" y="0"/>
                      <a:pt x="19" y="0"/>
                    </a:cubicBezTo>
                    <a:cubicBezTo>
                      <a:pt x="23" y="0"/>
                      <a:pt x="28" y="0"/>
                      <a:pt x="33" y="0"/>
                    </a:cubicBezTo>
                    <a:cubicBezTo>
                      <a:pt x="42" y="0"/>
                      <a:pt x="54" y="1"/>
                      <a:pt x="66" y="1"/>
                    </a:cubicBezTo>
                    <a:cubicBezTo>
                      <a:pt x="118" y="1"/>
                      <a:pt x="192" y="2"/>
                      <a:pt x="284" y="3"/>
                    </a:cubicBezTo>
                    <a:cubicBezTo>
                      <a:pt x="330" y="3"/>
                      <a:pt x="381" y="4"/>
                      <a:pt x="436" y="4"/>
                    </a:cubicBezTo>
                    <a:cubicBezTo>
                      <a:pt x="463" y="5"/>
                      <a:pt x="492" y="5"/>
                      <a:pt x="521" y="5"/>
                    </a:cubicBezTo>
                    <a:cubicBezTo>
                      <a:pt x="536" y="5"/>
                      <a:pt x="550" y="5"/>
                      <a:pt x="566" y="6"/>
                    </a:cubicBezTo>
                    <a:cubicBezTo>
                      <a:pt x="573" y="6"/>
                      <a:pt x="581" y="6"/>
                      <a:pt x="588" y="6"/>
                    </a:cubicBezTo>
                    <a:cubicBezTo>
                      <a:pt x="590" y="6"/>
                      <a:pt x="592" y="6"/>
                      <a:pt x="594" y="6"/>
                    </a:cubicBezTo>
                    <a:cubicBezTo>
                      <a:pt x="596" y="6"/>
                      <a:pt x="598" y="7"/>
                      <a:pt x="600" y="8"/>
                    </a:cubicBezTo>
                    <a:cubicBezTo>
                      <a:pt x="604" y="9"/>
                      <a:pt x="607" y="13"/>
                      <a:pt x="608" y="16"/>
                    </a:cubicBezTo>
                    <a:cubicBezTo>
                      <a:pt x="609" y="18"/>
                      <a:pt x="609" y="20"/>
                      <a:pt x="610" y="22"/>
                    </a:cubicBezTo>
                    <a:cubicBezTo>
                      <a:pt x="611" y="28"/>
                      <a:pt x="611" y="28"/>
                      <a:pt x="611" y="28"/>
                    </a:cubicBezTo>
                    <a:cubicBezTo>
                      <a:pt x="612" y="32"/>
                      <a:pt x="613" y="36"/>
                      <a:pt x="613" y="39"/>
                    </a:cubicBezTo>
                    <a:cubicBezTo>
                      <a:pt x="615" y="47"/>
                      <a:pt x="617" y="55"/>
                      <a:pt x="618" y="63"/>
                    </a:cubicBezTo>
                    <a:cubicBezTo>
                      <a:pt x="621" y="78"/>
                      <a:pt x="625" y="94"/>
                      <a:pt x="628" y="110"/>
                    </a:cubicBezTo>
                    <a:cubicBezTo>
                      <a:pt x="634" y="142"/>
                      <a:pt x="641" y="175"/>
                      <a:pt x="648" y="208"/>
                    </a:cubicBezTo>
                    <a:cubicBezTo>
                      <a:pt x="661" y="275"/>
                      <a:pt x="675" y="344"/>
                      <a:pt x="690" y="416"/>
                    </a:cubicBezTo>
                    <a:cubicBezTo>
                      <a:pt x="689" y="415"/>
                      <a:pt x="689" y="415"/>
                      <a:pt x="689" y="415"/>
                    </a:cubicBezTo>
                    <a:cubicBezTo>
                      <a:pt x="717" y="415"/>
                      <a:pt x="747" y="415"/>
                      <a:pt x="776" y="415"/>
                    </a:cubicBezTo>
                    <a:cubicBezTo>
                      <a:pt x="791" y="415"/>
                      <a:pt x="806" y="415"/>
                      <a:pt x="821" y="415"/>
                    </a:cubicBezTo>
                    <a:cubicBezTo>
                      <a:pt x="832" y="415"/>
                      <a:pt x="832" y="415"/>
                      <a:pt x="832" y="415"/>
                    </a:cubicBezTo>
                    <a:cubicBezTo>
                      <a:pt x="838" y="415"/>
                      <a:pt x="838" y="415"/>
                      <a:pt x="838" y="415"/>
                    </a:cubicBezTo>
                    <a:cubicBezTo>
                      <a:pt x="840" y="415"/>
                      <a:pt x="842" y="415"/>
                      <a:pt x="844" y="416"/>
                    </a:cubicBezTo>
                    <a:cubicBezTo>
                      <a:pt x="848" y="416"/>
                      <a:pt x="852" y="419"/>
                      <a:pt x="854" y="422"/>
                    </a:cubicBezTo>
                    <a:cubicBezTo>
                      <a:pt x="856" y="425"/>
                      <a:pt x="857" y="430"/>
                      <a:pt x="857" y="434"/>
                    </a:cubicBezTo>
                    <a:cubicBezTo>
                      <a:pt x="856" y="439"/>
                      <a:pt x="853" y="443"/>
                      <a:pt x="848" y="445"/>
                    </a:cubicBezTo>
                    <a:cubicBezTo>
                      <a:pt x="846" y="447"/>
                      <a:pt x="844" y="447"/>
                      <a:pt x="841" y="447"/>
                    </a:cubicBezTo>
                    <a:cubicBezTo>
                      <a:pt x="834" y="447"/>
                      <a:pt x="834" y="447"/>
                      <a:pt x="834" y="447"/>
                    </a:cubicBezTo>
                    <a:cubicBezTo>
                      <a:pt x="825" y="447"/>
                      <a:pt x="816" y="447"/>
                      <a:pt x="807" y="447"/>
                    </a:cubicBezTo>
                    <a:cubicBezTo>
                      <a:pt x="788" y="447"/>
                      <a:pt x="770" y="447"/>
                      <a:pt x="752" y="447"/>
                    </a:cubicBezTo>
                    <a:cubicBezTo>
                      <a:pt x="716" y="447"/>
                      <a:pt x="680" y="447"/>
                      <a:pt x="645" y="447"/>
                    </a:cubicBezTo>
                    <a:cubicBezTo>
                      <a:pt x="575" y="447"/>
                      <a:pt x="506" y="447"/>
                      <a:pt x="441" y="447"/>
                    </a:cubicBezTo>
                    <a:cubicBezTo>
                      <a:pt x="310" y="447"/>
                      <a:pt x="191" y="447"/>
                      <a:pt x="87" y="447"/>
                    </a:cubicBezTo>
                    <a:cubicBezTo>
                      <a:pt x="87" y="447"/>
                      <a:pt x="87" y="447"/>
                      <a:pt x="87" y="447"/>
                    </a:cubicBezTo>
                    <a:cubicBezTo>
                      <a:pt x="86" y="446"/>
                      <a:pt x="86" y="446"/>
                      <a:pt x="86" y="446"/>
                    </a:cubicBezTo>
                    <a:cubicBezTo>
                      <a:pt x="60" y="316"/>
                      <a:pt x="38" y="209"/>
                      <a:pt x="23" y="135"/>
                    </a:cubicBezTo>
                    <a:cubicBezTo>
                      <a:pt x="16" y="98"/>
                      <a:pt x="10" y="70"/>
                      <a:pt x="6" y="50"/>
                    </a:cubicBezTo>
                    <a:cubicBezTo>
                      <a:pt x="4" y="40"/>
                      <a:pt x="3" y="33"/>
                      <a:pt x="2" y="28"/>
                    </a:cubicBezTo>
                    <a:cubicBezTo>
                      <a:pt x="1" y="23"/>
                      <a:pt x="0" y="20"/>
                      <a:pt x="0" y="20"/>
                    </a:cubicBezTo>
                    <a:cubicBezTo>
                      <a:pt x="0" y="20"/>
                      <a:pt x="1" y="23"/>
                      <a:pt x="2" y="28"/>
                    </a:cubicBezTo>
                    <a:cubicBezTo>
                      <a:pt x="3" y="33"/>
                      <a:pt x="5" y="40"/>
                      <a:pt x="7" y="50"/>
                    </a:cubicBezTo>
                    <a:cubicBezTo>
                      <a:pt x="11" y="69"/>
                      <a:pt x="17" y="98"/>
                      <a:pt x="24" y="135"/>
                    </a:cubicBezTo>
                    <a:cubicBezTo>
                      <a:pt x="39" y="209"/>
                      <a:pt x="61" y="315"/>
                      <a:pt x="88" y="446"/>
                    </a:cubicBezTo>
                    <a:cubicBezTo>
                      <a:pt x="87" y="446"/>
                      <a:pt x="87" y="446"/>
                      <a:pt x="87" y="446"/>
                    </a:cubicBezTo>
                    <a:cubicBezTo>
                      <a:pt x="191" y="445"/>
                      <a:pt x="310" y="445"/>
                      <a:pt x="441" y="445"/>
                    </a:cubicBezTo>
                    <a:cubicBezTo>
                      <a:pt x="506" y="445"/>
                      <a:pt x="575" y="445"/>
                      <a:pt x="645" y="445"/>
                    </a:cubicBezTo>
                    <a:cubicBezTo>
                      <a:pt x="680" y="445"/>
                      <a:pt x="716" y="445"/>
                      <a:pt x="752" y="445"/>
                    </a:cubicBezTo>
                    <a:cubicBezTo>
                      <a:pt x="770" y="445"/>
                      <a:pt x="788" y="445"/>
                      <a:pt x="807" y="445"/>
                    </a:cubicBezTo>
                    <a:cubicBezTo>
                      <a:pt x="816" y="445"/>
                      <a:pt x="825" y="445"/>
                      <a:pt x="834" y="445"/>
                    </a:cubicBezTo>
                    <a:cubicBezTo>
                      <a:pt x="841" y="445"/>
                      <a:pt x="841" y="445"/>
                      <a:pt x="841" y="445"/>
                    </a:cubicBezTo>
                    <a:cubicBezTo>
                      <a:pt x="843" y="445"/>
                      <a:pt x="845" y="445"/>
                      <a:pt x="847" y="444"/>
                    </a:cubicBezTo>
                    <a:cubicBezTo>
                      <a:pt x="851" y="442"/>
                      <a:pt x="854" y="438"/>
                      <a:pt x="854" y="433"/>
                    </a:cubicBezTo>
                    <a:cubicBezTo>
                      <a:pt x="855" y="430"/>
                      <a:pt x="854" y="426"/>
                      <a:pt x="852" y="423"/>
                    </a:cubicBezTo>
                    <a:cubicBezTo>
                      <a:pt x="850" y="420"/>
                      <a:pt x="847" y="418"/>
                      <a:pt x="844" y="418"/>
                    </a:cubicBezTo>
                    <a:cubicBezTo>
                      <a:pt x="842" y="417"/>
                      <a:pt x="840" y="417"/>
                      <a:pt x="838" y="417"/>
                    </a:cubicBezTo>
                    <a:cubicBezTo>
                      <a:pt x="832" y="417"/>
                      <a:pt x="832" y="417"/>
                      <a:pt x="832" y="417"/>
                    </a:cubicBezTo>
                    <a:cubicBezTo>
                      <a:pt x="821" y="417"/>
                      <a:pt x="821" y="417"/>
                      <a:pt x="821" y="417"/>
                    </a:cubicBezTo>
                    <a:cubicBezTo>
                      <a:pt x="806" y="417"/>
                      <a:pt x="791" y="417"/>
                      <a:pt x="776" y="417"/>
                    </a:cubicBezTo>
                    <a:cubicBezTo>
                      <a:pt x="747" y="417"/>
                      <a:pt x="717" y="417"/>
                      <a:pt x="689" y="417"/>
                    </a:cubicBezTo>
                    <a:cubicBezTo>
                      <a:pt x="688" y="417"/>
                      <a:pt x="688" y="417"/>
                      <a:pt x="688" y="417"/>
                    </a:cubicBezTo>
                    <a:cubicBezTo>
                      <a:pt x="688" y="416"/>
                      <a:pt x="688" y="416"/>
                      <a:pt x="688" y="416"/>
                    </a:cubicBezTo>
                    <a:cubicBezTo>
                      <a:pt x="673" y="345"/>
                      <a:pt x="659" y="275"/>
                      <a:pt x="646" y="209"/>
                    </a:cubicBezTo>
                    <a:cubicBezTo>
                      <a:pt x="639" y="175"/>
                      <a:pt x="632" y="142"/>
                      <a:pt x="626" y="110"/>
                    </a:cubicBezTo>
                    <a:cubicBezTo>
                      <a:pt x="623" y="94"/>
                      <a:pt x="619" y="79"/>
                      <a:pt x="616" y="63"/>
                    </a:cubicBezTo>
                    <a:cubicBezTo>
                      <a:pt x="615" y="55"/>
                      <a:pt x="613" y="47"/>
                      <a:pt x="612" y="40"/>
                    </a:cubicBezTo>
                    <a:cubicBezTo>
                      <a:pt x="611" y="36"/>
                      <a:pt x="610" y="32"/>
                      <a:pt x="609" y="28"/>
                    </a:cubicBezTo>
                    <a:cubicBezTo>
                      <a:pt x="608" y="22"/>
                      <a:pt x="608" y="22"/>
                      <a:pt x="608" y="22"/>
                    </a:cubicBezTo>
                    <a:cubicBezTo>
                      <a:pt x="608" y="21"/>
                      <a:pt x="607" y="19"/>
                      <a:pt x="607" y="17"/>
                    </a:cubicBezTo>
                    <a:cubicBezTo>
                      <a:pt x="605" y="14"/>
                      <a:pt x="602" y="11"/>
                      <a:pt x="599" y="9"/>
                    </a:cubicBezTo>
                    <a:cubicBezTo>
                      <a:pt x="598" y="8"/>
                      <a:pt x="596" y="8"/>
                      <a:pt x="594" y="8"/>
                    </a:cubicBezTo>
                    <a:cubicBezTo>
                      <a:pt x="592" y="8"/>
                      <a:pt x="590" y="8"/>
                      <a:pt x="588" y="8"/>
                    </a:cubicBezTo>
                    <a:cubicBezTo>
                      <a:pt x="581" y="8"/>
                      <a:pt x="573" y="7"/>
                      <a:pt x="566" y="7"/>
                    </a:cubicBezTo>
                    <a:cubicBezTo>
                      <a:pt x="550" y="7"/>
                      <a:pt x="536" y="7"/>
                      <a:pt x="521" y="7"/>
                    </a:cubicBezTo>
                    <a:cubicBezTo>
                      <a:pt x="492" y="7"/>
                      <a:pt x="463" y="6"/>
                      <a:pt x="436" y="6"/>
                    </a:cubicBezTo>
                    <a:cubicBezTo>
                      <a:pt x="381" y="5"/>
                      <a:pt x="330" y="5"/>
                      <a:pt x="284" y="4"/>
                    </a:cubicBezTo>
                    <a:cubicBezTo>
                      <a:pt x="192" y="3"/>
                      <a:pt x="118" y="2"/>
                      <a:pt x="66" y="1"/>
                    </a:cubicBezTo>
                    <a:cubicBezTo>
                      <a:pt x="54" y="1"/>
                      <a:pt x="42" y="1"/>
                      <a:pt x="33" y="1"/>
                    </a:cubicBezTo>
                    <a:cubicBezTo>
                      <a:pt x="28" y="1"/>
                      <a:pt x="23" y="1"/>
                      <a:pt x="19" y="1"/>
                    </a:cubicBezTo>
                    <a:cubicBezTo>
                      <a:pt x="17" y="1"/>
                      <a:pt x="15" y="1"/>
                      <a:pt x="13" y="1"/>
                    </a:cubicBezTo>
                    <a:cubicBezTo>
                      <a:pt x="11" y="1"/>
                      <a:pt x="10" y="2"/>
                      <a:pt x="8" y="3"/>
                    </a:cubicBezTo>
                    <a:cubicBezTo>
                      <a:pt x="3" y="6"/>
                      <a:pt x="1" y="12"/>
                      <a:pt x="0" y="15"/>
                    </a:cubicBezTo>
                    <a:cubicBezTo>
                      <a:pt x="0" y="18"/>
                      <a:pt x="1" y="20"/>
                      <a:pt x="0" y="2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8" name="椭圆 357"/>
              <p:cNvSpPr/>
              <p:nvPr/>
            </p:nvSpPr>
            <p:spPr bwMode="auto">
              <a:xfrm>
                <a:off x="5408613" y="5064125"/>
                <a:ext cx="134938" cy="1349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9" name="任意多边形 26"/>
              <p:cNvSpPr/>
              <p:nvPr/>
            </p:nvSpPr>
            <p:spPr bwMode="auto">
              <a:xfrm>
                <a:off x="4610101" y="4618038"/>
                <a:ext cx="1795463" cy="1136650"/>
              </a:xfrm>
              <a:custGeom>
                <a:avLst/>
                <a:gdLst>
                  <a:gd name="T0" fmla="*/ 0 w 667"/>
                  <a:gd name="T1" fmla="*/ 0 h 422"/>
                  <a:gd name="T2" fmla="*/ 3 w 667"/>
                  <a:gd name="T3" fmla="*/ 0 h 422"/>
                  <a:gd name="T4" fmla="*/ 10 w 667"/>
                  <a:gd name="T5" fmla="*/ 0 h 422"/>
                  <a:gd name="T6" fmla="*/ 40 w 667"/>
                  <a:gd name="T7" fmla="*/ 0 h 422"/>
                  <a:gd name="T8" fmla="*/ 147 w 667"/>
                  <a:gd name="T9" fmla="*/ 0 h 422"/>
                  <a:gd name="T10" fmla="*/ 503 w 667"/>
                  <a:gd name="T11" fmla="*/ 3 h 422"/>
                  <a:gd name="T12" fmla="*/ 554 w 667"/>
                  <a:gd name="T13" fmla="*/ 3 h 422"/>
                  <a:gd name="T14" fmla="*/ 567 w 667"/>
                  <a:gd name="T15" fmla="*/ 3 h 422"/>
                  <a:gd name="T16" fmla="*/ 573 w 667"/>
                  <a:gd name="T17" fmla="*/ 4 h 422"/>
                  <a:gd name="T18" fmla="*/ 579 w 667"/>
                  <a:gd name="T19" fmla="*/ 6 h 422"/>
                  <a:gd name="T20" fmla="*/ 587 w 667"/>
                  <a:gd name="T21" fmla="*/ 16 h 422"/>
                  <a:gd name="T22" fmla="*/ 589 w 667"/>
                  <a:gd name="T23" fmla="*/ 29 h 422"/>
                  <a:gd name="T24" fmla="*/ 608 w 667"/>
                  <a:gd name="T25" fmla="*/ 121 h 422"/>
                  <a:gd name="T26" fmla="*/ 639 w 667"/>
                  <a:gd name="T27" fmla="*/ 278 h 422"/>
                  <a:gd name="T28" fmla="*/ 660 w 667"/>
                  <a:gd name="T29" fmla="*/ 384 h 422"/>
                  <a:gd name="T30" fmla="*/ 665 w 667"/>
                  <a:gd name="T31" fmla="*/ 412 h 422"/>
                  <a:gd name="T32" fmla="*/ 666 w 667"/>
                  <a:gd name="T33" fmla="*/ 420 h 422"/>
                  <a:gd name="T34" fmla="*/ 667 w 667"/>
                  <a:gd name="T35" fmla="*/ 422 h 422"/>
                  <a:gd name="T36" fmla="*/ 666 w 667"/>
                  <a:gd name="T37" fmla="*/ 420 h 422"/>
                  <a:gd name="T38" fmla="*/ 665 w 667"/>
                  <a:gd name="T39" fmla="*/ 412 h 422"/>
                  <a:gd name="T40" fmla="*/ 659 w 667"/>
                  <a:gd name="T41" fmla="*/ 384 h 422"/>
                  <a:gd name="T42" fmla="*/ 637 w 667"/>
                  <a:gd name="T43" fmla="*/ 278 h 422"/>
                  <a:gd name="T44" fmla="*/ 606 w 667"/>
                  <a:gd name="T45" fmla="*/ 121 h 422"/>
                  <a:gd name="T46" fmla="*/ 587 w 667"/>
                  <a:gd name="T47" fmla="*/ 29 h 422"/>
                  <a:gd name="T48" fmla="*/ 585 w 667"/>
                  <a:gd name="T49" fmla="*/ 17 h 422"/>
                  <a:gd name="T50" fmla="*/ 578 w 667"/>
                  <a:gd name="T51" fmla="*/ 8 h 422"/>
                  <a:gd name="T52" fmla="*/ 573 w 667"/>
                  <a:gd name="T53" fmla="*/ 6 h 422"/>
                  <a:gd name="T54" fmla="*/ 567 w 667"/>
                  <a:gd name="T55" fmla="*/ 5 h 422"/>
                  <a:gd name="T56" fmla="*/ 554 w 667"/>
                  <a:gd name="T57" fmla="*/ 5 h 422"/>
                  <a:gd name="T58" fmla="*/ 503 w 667"/>
                  <a:gd name="T59" fmla="*/ 5 h 422"/>
                  <a:gd name="T60" fmla="*/ 147 w 667"/>
                  <a:gd name="T61" fmla="*/ 2 h 422"/>
                  <a:gd name="T62" fmla="*/ 40 w 667"/>
                  <a:gd name="T63" fmla="*/ 0 h 422"/>
                  <a:gd name="T64" fmla="*/ 10 w 667"/>
                  <a:gd name="T65" fmla="*/ 0 h 422"/>
                  <a:gd name="T66" fmla="*/ 3 w 667"/>
                  <a:gd name="T67" fmla="*/ 0 h 422"/>
                  <a:gd name="T68" fmla="*/ 0 w 667"/>
                  <a:gd name="T69"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67" h="422">
                    <a:moveTo>
                      <a:pt x="0" y="0"/>
                    </a:moveTo>
                    <a:cubicBezTo>
                      <a:pt x="0" y="0"/>
                      <a:pt x="1" y="0"/>
                      <a:pt x="3" y="0"/>
                    </a:cubicBezTo>
                    <a:cubicBezTo>
                      <a:pt x="5" y="0"/>
                      <a:pt x="7" y="0"/>
                      <a:pt x="10" y="0"/>
                    </a:cubicBezTo>
                    <a:cubicBezTo>
                      <a:pt x="17" y="0"/>
                      <a:pt x="27" y="0"/>
                      <a:pt x="40" y="0"/>
                    </a:cubicBezTo>
                    <a:cubicBezTo>
                      <a:pt x="65" y="0"/>
                      <a:pt x="102" y="0"/>
                      <a:pt x="147" y="0"/>
                    </a:cubicBezTo>
                    <a:cubicBezTo>
                      <a:pt x="238" y="1"/>
                      <a:pt x="364" y="2"/>
                      <a:pt x="503" y="3"/>
                    </a:cubicBezTo>
                    <a:cubicBezTo>
                      <a:pt x="520" y="3"/>
                      <a:pt x="537" y="3"/>
                      <a:pt x="554" y="3"/>
                    </a:cubicBezTo>
                    <a:cubicBezTo>
                      <a:pt x="558" y="3"/>
                      <a:pt x="563" y="3"/>
                      <a:pt x="567" y="3"/>
                    </a:cubicBezTo>
                    <a:cubicBezTo>
                      <a:pt x="569" y="3"/>
                      <a:pt x="571" y="3"/>
                      <a:pt x="573" y="4"/>
                    </a:cubicBezTo>
                    <a:cubicBezTo>
                      <a:pt x="575" y="4"/>
                      <a:pt x="578" y="5"/>
                      <a:pt x="579" y="6"/>
                    </a:cubicBezTo>
                    <a:cubicBezTo>
                      <a:pt x="583" y="8"/>
                      <a:pt x="586" y="12"/>
                      <a:pt x="587" y="16"/>
                    </a:cubicBezTo>
                    <a:cubicBezTo>
                      <a:pt x="588" y="21"/>
                      <a:pt x="589" y="24"/>
                      <a:pt x="589" y="29"/>
                    </a:cubicBezTo>
                    <a:cubicBezTo>
                      <a:pt x="596" y="61"/>
                      <a:pt x="602" y="92"/>
                      <a:pt x="608" y="121"/>
                    </a:cubicBezTo>
                    <a:cubicBezTo>
                      <a:pt x="619" y="180"/>
                      <a:pt x="630" y="233"/>
                      <a:pt x="639" y="278"/>
                    </a:cubicBezTo>
                    <a:cubicBezTo>
                      <a:pt x="648" y="322"/>
                      <a:pt x="655" y="358"/>
                      <a:pt x="660" y="384"/>
                    </a:cubicBezTo>
                    <a:cubicBezTo>
                      <a:pt x="662" y="396"/>
                      <a:pt x="664" y="406"/>
                      <a:pt x="665" y="412"/>
                    </a:cubicBezTo>
                    <a:cubicBezTo>
                      <a:pt x="666" y="416"/>
                      <a:pt x="666" y="418"/>
                      <a:pt x="666" y="420"/>
                    </a:cubicBezTo>
                    <a:cubicBezTo>
                      <a:pt x="667" y="421"/>
                      <a:pt x="667" y="422"/>
                      <a:pt x="667" y="422"/>
                    </a:cubicBezTo>
                    <a:cubicBezTo>
                      <a:pt x="667" y="422"/>
                      <a:pt x="667" y="421"/>
                      <a:pt x="666" y="420"/>
                    </a:cubicBezTo>
                    <a:cubicBezTo>
                      <a:pt x="666" y="418"/>
                      <a:pt x="665" y="416"/>
                      <a:pt x="665" y="412"/>
                    </a:cubicBezTo>
                    <a:cubicBezTo>
                      <a:pt x="663" y="406"/>
                      <a:pt x="661" y="396"/>
                      <a:pt x="659" y="384"/>
                    </a:cubicBezTo>
                    <a:cubicBezTo>
                      <a:pt x="654" y="359"/>
                      <a:pt x="646" y="323"/>
                      <a:pt x="637" y="278"/>
                    </a:cubicBezTo>
                    <a:cubicBezTo>
                      <a:pt x="628" y="233"/>
                      <a:pt x="618" y="180"/>
                      <a:pt x="606" y="121"/>
                    </a:cubicBezTo>
                    <a:cubicBezTo>
                      <a:pt x="600" y="92"/>
                      <a:pt x="594" y="61"/>
                      <a:pt x="587" y="29"/>
                    </a:cubicBezTo>
                    <a:cubicBezTo>
                      <a:pt x="587" y="25"/>
                      <a:pt x="586" y="21"/>
                      <a:pt x="585" y="17"/>
                    </a:cubicBezTo>
                    <a:cubicBezTo>
                      <a:pt x="584" y="13"/>
                      <a:pt x="582" y="10"/>
                      <a:pt x="578" y="8"/>
                    </a:cubicBezTo>
                    <a:cubicBezTo>
                      <a:pt x="577" y="7"/>
                      <a:pt x="575" y="6"/>
                      <a:pt x="573" y="6"/>
                    </a:cubicBezTo>
                    <a:cubicBezTo>
                      <a:pt x="571" y="5"/>
                      <a:pt x="569" y="5"/>
                      <a:pt x="567" y="5"/>
                    </a:cubicBezTo>
                    <a:cubicBezTo>
                      <a:pt x="563" y="5"/>
                      <a:pt x="558" y="5"/>
                      <a:pt x="554" y="5"/>
                    </a:cubicBezTo>
                    <a:cubicBezTo>
                      <a:pt x="537" y="5"/>
                      <a:pt x="520" y="5"/>
                      <a:pt x="503" y="5"/>
                    </a:cubicBezTo>
                    <a:cubicBezTo>
                      <a:pt x="364" y="3"/>
                      <a:pt x="238" y="2"/>
                      <a:pt x="147" y="2"/>
                    </a:cubicBezTo>
                    <a:cubicBezTo>
                      <a:pt x="102" y="1"/>
                      <a:pt x="65" y="1"/>
                      <a:pt x="40" y="0"/>
                    </a:cubicBezTo>
                    <a:cubicBezTo>
                      <a:pt x="27" y="0"/>
                      <a:pt x="17" y="0"/>
                      <a:pt x="10" y="0"/>
                    </a:cubicBezTo>
                    <a:cubicBezTo>
                      <a:pt x="7" y="0"/>
                      <a:pt x="5" y="0"/>
                      <a:pt x="3" y="0"/>
                    </a:cubicBezTo>
                    <a:cubicBezTo>
                      <a:pt x="1" y="0"/>
                      <a:pt x="0" y="0"/>
                      <a:pt x="0"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20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1400"/>
                                        <p:tgtEl>
                                          <p:spTgt spid="89"/>
                                        </p:tgtEl>
                                      </p:cBhvr>
                                    </p:animEffect>
                                    <p:anim calcmode="lin" valueType="num">
                                      <p:cBhvr>
                                        <p:cTn id="8" dur="1400" fill="hold"/>
                                        <p:tgtEl>
                                          <p:spTgt spid="89"/>
                                        </p:tgtEl>
                                        <p:attrNameLst>
                                          <p:attrName>ppt_x</p:attrName>
                                        </p:attrNameLst>
                                      </p:cBhvr>
                                      <p:tavLst>
                                        <p:tav tm="0">
                                          <p:val>
                                            <p:strVal val="#ppt_x"/>
                                          </p:val>
                                        </p:tav>
                                        <p:tav tm="100000">
                                          <p:val>
                                            <p:strVal val="#ppt_x"/>
                                          </p:val>
                                        </p:tav>
                                      </p:tavLst>
                                    </p:anim>
                                    <p:anim calcmode="lin" valueType="num">
                                      <p:cBhvr>
                                        <p:cTn id="9" dur="1400" fill="hold"/>
                                        <p:tgtEl>
                                          <p:spTgt spid="8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fade">
                                      <p:cBhvr>
                                        <p:cTn id="12" dur="1300"/>
                                        <p:tgtEl>
                                          <p:spTgt spid="90"/>
                                        </p:tgtEl>
                                      </p:cBhvr>
                                    </p:animEffect>
                                    <p:anim calcmode="lin" valueType="num">
                                      <p:cBhvr>
                                        <p:cTn id="13" dur="1300" fill="hold"/>
                                        <p:tgtEl>
                                          <p:spTgt spid="90"/>
                                        </p:tgtEl>
                                        <p:attrNameLst>
                                          <p:attrName>ppt_x</p:attrName>
                                        </p:attrNameLst>
                                      </p:cBhvr>
                                      <p:tavLst>
                                        <p:tav tm="0">
                                          <p:val>
                                            <p:strVal val="#ppt_x"/>
                                          </p:val>
                                        </p:tav>
                                        <p:tav tm="100000">
                                          <p:val>
                                            <p:strVal val="#ppt_x"/>
                                          </p:val>
                                        </p:tav>
                                      </p:tavLst>
                                    </p:anim>
                                    <p:anim calcmode="lin" valueType="num">
                                      <p:cBhvr>
                                        <p:cTn id="14" dur="1300" fill="hold"/>
                                        <p:tgtEl>
                                          <p:spTgt spid="90"/>
                                        </p:tgtEl>
                                        <p:attrNameLst>
                                          <p:attrName>ppt_y</p:attrName>
                                        </p:attrNameLst>
                                      </p:cBhvr>
                                      <p:tavLst>
                                        <p:tav tm="0">
                                          <p:val>
                                            <p:strVal val="#ppt_y+.1"/>
                                          </p:val>
                                        </p:tav>
                                        <p:tav tm="100000">
                                          <p:val>
                                            <p:strVal val="#ppt_y"/>
                                          </p:val>
                                        </p:tav>
                                      </p:tavLst>
                                    </p:anim>
                                  </p:childTnLst>
                                </p:cTn>
                              </p:par>
                              <p:par>
                                <p:cTn id="15" presetID="2" presetClass="entr" presetSubtype="8" fill="hold" nodeType="withEffect">
                                  <p:stCondLst>
                                    <p:cond delay="200"/>
                                  </p:stCondLst>
                                  <p:childTnLst>
                                    <p:set>
                                      <p:cBhvr>
                                        <p:cTn id="16" dur="1" fill="hold">
                                          <p:stCondLst>
                                            <p:cond delay="0"/>
                                          </p:stCondLst>
                                        </p:cTn>
                                        <p:tgtEl>
                                          <p:spTgt spid="335"/>
                                        </p:tgtEl>
                                        <p:attrNameLst>
                                          <p:attrName>style.visibility</p:attrName>
                                        </p:attrNameLst>
                                      </p:cBhvr>
                                      <p:to>
                                        <p:strVal val="visible"/>
                                      </p:to>
                                    </p:set>
                                    <p:anim calcmode="lin" valueType="num">
                                      <p:cBhvr additive="base">
                                        <p:cTn id="17" dur="1000" fill="hold"/>
                                        <p:tgtEl>
                                          <p:spTgt spid="335"/>
                                        </p:tgtEl>
                                        <p:attrNameLst>
                                          <p:attrName>ppt_x</p:attrName>
                                        </p:attrNameLst>
                                      </p:cBhvr>
                                      <p:tavLst>
                                        <p:tav tm="0">
                                          <p:val>
                                            <p:strVal val="0-#ppt_w/2"/>
                                          </p:val>
                                        </p:tav>
                                        <p:tav tm="100000">
                                          <p:val>
                                            <p:strVal val="#ppt_x"/>
                                          </p:val>
                                        </p:tav>
                                      </p:tavLst>
                                    </p:anim>
                                    <p:anim calcmode="lin" valueType="num">
                                      <p:cBhvr additive="base">
                                        <p:cTn id="18" dur="1000" fill="hold"/>
                                        <p:tgtEl>
                                          <p:spTgt spid="335"/>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1000" fill="hold"/>
                                        <p:tgtEl>
                                          <p:spTgt spid="2"/>
                                        </p:tgtEl>
                                        <p:attrNameLst>
                                          <p:attrName>ppt_x</p:attrName>
                                        </p:attrNameLst>
                                      </p:cBhvr>
                                      <p:tavLst>
                                        <p:tav tm="0">
                                          <p:val>
                                            <p:strVal val="0-#ppt_w/2"/>
                                          </p:val>
                                        </p:tav>
                                        <p:tav tm="100000">
                                          <p:val>
                                            <p:strVal val="#ppt_x"/>
                                          </p:val>
                                        </p:tav>
                                      </p:tavLst>
                                    </p:anim>
                                    <p:anim calcmode="lin" valueType="num">
                                      <p:cBhvr additive="base">
                                        <p:cTn id="22" dur="1000" fill="hold"/>
                                        <p:tgtEl>
                                          <p:spTgt spid="2"/>
                                        </p:tgtEl>
                                        <p:attrNameLst>
                                          <p:attrName>ppt_y</p:attrName>
                                        </p:attrNameLst>
                                      </p:cBhvr>
                                      <p:tavLst>
                                        <p:tav tm="0">
                                          <p:val>
                                            <p:strVal val="#ppt_y"/>
                                          </p:val>
                                        </p:tav>
                                        <p:tav tm="100000">
                                          <p:val>
                                            <p:strVal val="#ppt_y"/>
                                          </p:val>
                                        </p:tav>
                                      </p:tavLst>
                                    </p:anim>
                                  </p:childTnLst>
                                </p:cTn>
                              </p:par>
                              <p:par>
                                <p:cTn id="23" presetID="42" presetClass="entr" presetSubtype="0" fill="hold" nodeType="withEffect">
                                  <p:stCondLst>
                                    <p:cond delay="300"/>
                                  </p:stCondLst>
                                  <p:childTnLst>
                                    <p:set>
                                      <p:cBhvr>
                                        <p:cTn id="24" dur="1" fill="hold">
                                          <p:stCondLst>
                                            <p:cond delay="0"/>
                                          </p:stCondLst>
                                        </p:cTn>
                                        <p:tgtEl>
                                          <p:spTgt spid="350"/>
                                        </p:tgtEl>
                                        <p:attrNameLst>
                                          <p:attrName>style.visibility</p:attrName>
                                        </p:attrNameLst>
                                      </p:cBhvr>
                                      <p:to>
                                        <p:strVal val="visible"/>
                                      </p:to>
                                    </p:set>
                                    <p:animEffect transition="in" filter="fade">
                                      <p:cBhvr>
                                        <p:cTn id="25" dur="1200"/>
                                        <p:tgtEl>
                                          <p:spTgt spid="350"/>
                                        </p:tgtEl>
                                      </p:cBhvr>
                                    </p:animEffect>
                                    <p:anim calcmode="lin" valueType="num">
                                      <p:cBhvr>
                                        <p:cTn id="26" dur="1200" fill="hold"/>
                                        <p:tgtEl>
                                          <p:spTgt spid="350"/>
                                        </p:tgtEl>
                                        <p:attrNameLst>
                                          <p:attrName>ppt_x</p:attrName>
                                        </p:attrNameLst>
                                      </p:cBhvr>
                                      <p:tavLst>
                                        <p:tav tm="0">
                                          <p:val>
                                            <p:strVal val="#ppt_x"/>
                                          </p:val>
                                        </p:tav>
                                        <p:tav tm="100000">
                                          <p:val>
                                            <p:strVal val="#ppt_x"/>
                                          </p:val>
                                        </p:tav>
                                      </p:tavLst>
                                    </p:anim>
                                    <p:anim calcmode="lin" valueType="num">
                                      <p:cBhvr>
                                        <p:cTn id="27" dur="1200" fill="hold"/>
                                        <p:tgtEl>
                                          <p:spTgt spid="3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 name="椭圆 1"/>
          <p:cNvSpPr/>
          <p:nvPr userDrawn="1"/>
        </p:nvSpPr>
        <p:spPr>
          <a:xfrm rot="13485177">
            <a:off x="1339567" y="1686643"/>
            <a:ext cx="3251526" cy="3251526"/>
          </a:xfrm>
          <a:prstGeom prst="ellipse">
            <a:avLst/>
          </a:prstGeom>
          <a:gradFill>
            <a:gsLst>
              <a:gs pos="7000">
                <a:srgbClr val="00416A"/>
              </a:gs>
              <a:gs pos="82000">
                <a:srgbClr val="E4E5E6"/>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userDrawn="1"/>
        </p:nvSpPr>
        <p:spPr>
          <a:xfrm>
            <a:off x="1907572" y="2810757"/>
            <a:ext cx="1257300" cy="1003300"/>
          </a:xfrm>
          <a:custGeom>
            <a:avLst/>
            <a:gdLst>
              <a:gd name="connsiteX0" fmla="*/ 0 w 1854200"/>
              <a:gd name="connsiteY0" fmla="*/ 1270000 h 1270000"/>
              <a:gd name="connsiteX1" fmla="*/ 0 w 1854200"/>
              <a:gd name="connsiteY1" fmla="*/ 0 h 1270000"/>
              <a:gd name="connsiteX2" fmla="*/ 1600200 w 1854200"/>
              <a:gd name="connsiteY2" fmla="*/ 0 h 1270000"/>
              <a:gd name="connsiteX3" fmla="*/ 1854200 w 1854200"/>
              <a:gd name="connsiteY3" fmla="*/ 0 h 1270000"/>
            </a:gdLst>
            <a:ahLst/>
            <a:cxnLst>
              <a:cxn ang="0">
                <a:pos x="connsiteX0" y="connsiteY0"/>
              </a:cxn>
              <a:cxn ang="0">
                <a:pos x="connsiteX1" y="connsiteY1"/>
              </a:cxn>
              <a:cxn ang="0">
                <a:pos x="connsiteX2" y="connsiteY2"/>
              </a:cxn>
              <a:cxn ang="0">
                <a:pos x="connsiteX3" y="connsiteY3"/>
              </a:cxn>
            </a:cxnLst>
            <a:rect l="l" t="t" r="r" b="b"/>
            <a:pathLst>
              <a:path w="1854200" h="1270000">
                <a:moveTo>
                  <a:pt x="0" y="1270000"/>
                </a:moveTo>
                <a:lnTo>
                  <a:pt x="0" y="0"/>
                </a:lnTo>
                <a:lnTo>
                  <a:pt x="1600200" y="0"/>
                </a:lnTo>
                <a:lnTo>
                  <a:pt x="1854200" y="0"/>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userDrawn="1"/>
        </p:nvSpPr>
        <p:spPr>
          <a:xfrm>
            <a:off x="2033770" y="3050797"/>
            <a:ext cx="1131102" cy="523220"/>
          </a:xfrm>
          <a:prstGeom prst="rect">
            <a:avLst/>
          </a:prstGeom>
          <a:noFill/>
        </p:spPr>
        <p:txBody>
          <a:bodyPr wrap="square" rtlCol="0">
            <a:spAutoFit/>
          </a:bodyPr>
          <a:lstStyle/>
          <a:p>
            <a:pPr algn="dist"/>
            <a:r>
              <a:rPr lang="zh-CN" altLang="en-US" sz="2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6" name="文本框 15"/>
          <p:cNvSpPr txBox="1"/>
          <p:nvPr userDrawn="1"/>
        </p:nvSpPr>
        <p:spPr>
          <a:xfrm>
            <a:off x="2965331" y="3469221"/>
            <a:ext cx="1477417" cy="400110"/>
          </a:xfrm>
          <a:prstGeom prst="rect">
            <a:avLst/>
          </a:prstGeom>
          <a:noFill/>
        </p:spPr>
        <p:txBody>
          <a:bodyPr wrap="square" rtlCol="0">
            <a:spAutoFit/>
          </a:bodyPr>
          <a:lstStyle/>
          <a:p>
            <a:pPr algn="dist"/>
            <a:r>
              <a:rPr lang="en-US" altLang="zh-CN" sz="2000" dirty="0">
                <a:solidFill>
                  <a:schemeClr val="bg1"/>
                </a:solidFill>
                <a:latin typeface="Neo Sans Std Medium" panose="020B0704030504040204" pitchFamily="34" charset="0"/>
              </a:rPr>
              <a:t>Contents</a:t>
            </a:r>
            <a:endParaRPr lang="zh-CN" altLang="en-US" sz="2000" dirty="0">
              <a:solidFill>
                <a:schemeClr val="bg1"/>
              </a:solidFill>
              <a:latin typeface="Neo Sans Std Medium" panose="020B0704030504040204" pitchFamily="34" charset="0"/>
            </a:endParaRPr>
          </a:p>
        </p:txBody>
      </p:sp>
      <p:cxnSp>
        <p:nvCxnSpPr>
          <p:cNvPr id="17" name="直接连接符 16"/>
          <p:cNvCxnSpPr/>
          <p:nvPr userDrawn="1"/>
        </p:nvCxnSpPr>
        <p:spPr>
          <a:xfrm flipH="1">
            <a:off x="2776820" y="2979015"/>
            <a:ext cx="538489" cy="97269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userDrawn="1"/>
        </p:nvGrpSpPr>
        <p:grpSpPr>
          <a:xfrm>
            <a:off x="1640201" y="2513995"/>
            <a:ext cx="279400" cy="279400"/>
            <a:chOff x="2108200" y="2565400"/>
            <a:chExt cx="279400" cy="279400"/>
          </a:xfrm>
        </p:grpSpPr>
        <p:cxnSp>
          <p:nvCxnSpPr>
            <p:cNvPr id="22" name="直接连接符 21"/>
            <p:cNvCxnSpPr/>
            <p:nvPr/>
          </p:nvCxnSpPr>
          <p:spPr>
            <a:xfrm>
              <a:off x="2108200" y="2705100"/>
              <a:ext cx="27940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16200000">
              <a:off x="2107398" y="2705100"/>
              <a:ext cx="27940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 name="矩形 19"/>
          <p:cNvSpPr/>
          <p:nvPr userDrawn="1"/>
        </p:nvSpPr>
        <p:spPr>
          <a:xfrm>
            <a:off x="0" y="6634901"/>
            <a:ext cx="12192000" cy="223099"/>
          </a:xfrm>
          <a:prstGeom prst="rect">
            <a:avLst/>
          </a:prstGeom>
          <a:gradFill flip="none" rotWithShape="1">
            <a:gsLst>
              <a:gs pos="99000">
                <a:srgbClr val="00416A"/>
              </a:gs>
              <a:gs pos="0">
                <a:srgbClr val="E4E5E6"/>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anim calcmode="lin" valueType="num">
                                      <p:cBhvr>
                                        <p:cTn id="8" dur="1500" fill="hold"/>
                                        <p:tgtEl>
                                          <p:spTgt spid="2"/>
                                        </p:tgtEl>
                                        <p:attrNameLst>
                                          <p:attrName>ppt_x</p:attrName>
                                        </p:attrNameLst>
                                      </p:cBhvr>
                                      <p:tavLst>
                                        <p:tav tm="0">
                                          <p:val>
                                            <p:strVal val="#ppt_x"/>
                                          </p:val>
                                        </p:tav>
                                        <p:tav tm="100000">
                                          <p:val>
                                            <p:strVal val="#ppt_x"/>
                                          </p:val>
                                        </p:tav>
                                      </p:tavLst>
                                    </p:anim>
                                    <p:anim calcmode="lin" valueType="num">
                                      <p:cBhvr>
                                        <p:cTn id="9" dur="15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80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600"/>
                                        <p:tgtEl>
                                          <p:spTgt spid="21"/>
                                        </p:tgtEl>
                                      </p:cBhvr>
                                    </p:animEffect>
                                    <p:anim calcmode="lin" valueType="num">
                                      <p:cBhvr>
                                        <p:cTn id="13" dur="1600" fill="hold"/>
                                        <p:tgtEl>
                                          <p:spTgt spid="21"/>
                                        </p:tgtEl>
                                        <p:attrNameLst>
                                          <p:attrName>ppt_x</p:attrName>
                                        </p:attrNameLst>
                                      </p:cBhvr>
                                      <p:tavLst>
                                        <p:tav tm="0">
                                          <p:val>
                                            <p:strVal val="#ppt_x"/>
                                          </p:val>
                                        </p:tav>
                                        <p:tav tm="100000">
                                          <p:val>
                                            <p:strVal val="#ppt_x"/>
                                          </p:val>
                                        </p:tav>
                                      </p:tavLst>
                                    </p:anim>
                                    <p:anim calcmode="lin" valueType="num">
                                      <p:cBhvr>
                                        <p:cTn id="14" dur="1600" fill="hold"/>
                                        <p:tgtEl>
                                          <p:spTgt spid="21"/>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60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600" fill="hold"/>
                                        <p:tgtEl>
                                          <p:spTgt spid="14"/>
                                        </p:tgtEl>
                                        <p:attrNameLst>
                                          <p:attrName>ppt_w</p:attrName>
                                        </p:attrNameLst>
                                      </p:cBhvr>
                                      <p:tavLst>
                                        <p:tav tm="0">
                                          <p:val>
                                            <p:fltVal val="0"/>
                                          </p:val>
                                        </p:tav>
                                        <p:tav tm="100000">
                                          <p:val>
                                            <p:strVal val="#ppt_w"/>
                                          </p:val>
                                        </p:tav>
                                      </p:tavLst>
                                    </p:anim>
                                    <p:anim calcmode="lin" valueType="num">
                                      <p:cBhvr>
                                        <p:cTn id="18" dur="1600" fill="hold"/>
                                        <p:tgtEl>
                                          <p:spTgt spid="14"/>
                                        </p:tgtEl>
                                        <p:attrNameLst>
                                          <p:attrName>ppt_h</p:attrName>
                                        </p:attrNameLst>
                                      </p:cBhvr>
                                      <p:tavLst>
                                        <p:tav tm="0">
                                          <p:val>
                                            <p:fltVal val="0"/>
                                          </p:val>
                                        </p:tav>
                                        <p:tav tm="100000">
                                          <p:val>
                                            <p:strVal val="#ppt_h"/>
                                          </p:val>
                                        </p:tav>
                                      </p:tavLst>
                                    </p:anim>
                                    <p:animEffect transition="in" filter="fade">
                                      <p:cBhvr>
                                        <p:cTn id="19" dur="1600"/>
                                        <p:tgtEl>
                                          <p:spTgt spid="14"/>
                                        </p:tgtEl>
                                      </p:cBhvr>
                                    </p:animEffect>
                                  </p:childTnLst>
                                </p:cTn>
                              </p:par>
                              <p:par>
                                <p:cTn id="20" presetID="42" presetClass="entr" presetSubtype="0" fill="hold" nodeType="withEffect">
                                  <p:stCondLst>
                                    <p:cond delay="10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400"/>
                                        <p:tgtEl>
                                          <p:spTgt spid="17"/>
                                        </p:tgtEl>
                                      </p:cBhvr>
                                    </p:animEffect>
                                    <p:anim calcmode="lin" valueType="num">
                                      <p:cBhvr>
                                        <p:cTn id="23" dur="1400" fill="hold"/>
                                        <p:tgtEl>
                                          <p:spTgt spid="17"/>
                                        </p:tgtEl>
                                        <p:attrNameLst>
                                          <p:attrName>ppt_x</p:attrName>
                                        </p:attrNameLst>
                                      </p:cBhvr>
                                      <p:tavLst>
                                        <p:tav tm="0">
                                          <p:val>
                                            <p:strVal val="#ppt_x"/>
                                          </p:val>
                                        </p:tav>
                                        <p:tav tm="100000">
                                          <p:val>
                                            <p:strVal val="#ppt_x"/>
                                          </p:val>
                                        </p:tav>
                                      </p:tavLst>
                                    </p:anim>
                                    <p:anim calcmode="lin" valueType="num">
                                      <p:cBhvr>
                                        <p:cTn id="24" dur="1400" fill="hold"/>
                                        <p:tgtEl>
                                          <p:spTgt spid="17"/>
                                        </p:tgtEl>
                                        <p:attrNameLst>
                                          <p:attrName>ppt_y</p:attrName>
                                        </p:attrNameLst>
                                      </p:cBhvr>
                                      <p:tavLst>
                                        <p:tav tm="0">
                                          <p:val>
                                            <p:strVal val="#ppt_y+.1"/>
                                          </p:val>
                                        </p:tav>
                                        <p:tav tm="100000">
                                          <p:val>
                                            <p:strVal val="#ppt_y"/>
                                          </p:val>
                                        </p:tav>
                                      </p:tavLst>
                                    </p:anim>
                                  </p:childTnLst>
                                </p:cTn>
                              </p:par>
                              <p:par>
                                <p:cTn id="25" presetID="55" presetClass="entr" presetSubtype="0" fill="hold" grpId="0" nodeType="withEffect">
                                  <p:stCondLst>
                                    <p:cond delay="13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1500" fill="hold"/>
                                        <p:tgtEl>
                                          <p:spTgt spid="16"/>
                                        </p:tgtEl>
                                        <p:attrNameLst>
                                          <p:attrName>ppt_w</p:attrName>
                                        </p:attrNameLst>
                                      </p:cBhvr>
                                      <p:tavLst>
                                        <p:tav tm="0">
                                          <p:val>
                                            <p:strVal val="#ppt_w*0.70"/>
                                          </p:val>
                                        </p:tav>
                                        <p:tav tm="100000">
                                          <p:val>
                                            <p:strVal val="#ppt_w"/>
                                          </p:val>
                                        </p:tav>
                                      </p:tavLst>
                                    </p:anim>
                                    <p:anim calcmode="lin" valueType="num">
                                      <p:cBhvr>
                                        <p:cTn id="28" dur="1500" fill="hold"/>
                                        <p:tgtEl>
                                          <p:spTgt spid="16"/>
                                        </p:tgtEl>
                                        <p:attrNameLst>
                                          <p:attrName>ppt_h</p:attrName>
                                        </p:attrNameLst>
                                      </p:cBhvr>
                                      <p:tavLst>
                                        <p:tav tm="0">
                                          <p:val>
                                            <p:strVal val="#ppt_h"/>
                                          </p:val>
                                        </p:tav>
                                        <p:tav tm="100000">
                                          <p:val>
                                            <p:strVal val="#ppt_h"/>
                                          </p:val>
                                        </p:tav>
                                      </p:tavLst>
                                    </p:anim>
                                    <p:animEffect transition="in" filter="fade">
                                      <p:cBhvr>
                                        <p:cTn id="29" dur="1500"/>
                                        <p:tgtEl>
                                          <p:spTgt spid="16"/>
                                        </p:tgtEl>
                                      </p:cBhvr>
                                    </p:animEffect>
                                  </p:childTnLst>
                                </p:cTn>
                              </p:par>
                              <p:par>
                                <p:cTn id="30" presetID="42" presetClass="entr" presetSubtype="0" fill="hold" grpId="0" nodeType="withEffect">
                                  <p:stCondLst>
                                    <p:cond delay="7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500"/>
                                        <p:tgtEl>
                                          <p:spTgt spid="15"/>
                                        </p:tgtEl>
                                      </p:cBhvr>
                                    </p:animEffect>
                                    <p:anim calcmode="lin" valueType="num">
                                      <p:cBhvr>
                                        <p:cTn id="33" dur="1500" fill="hold"/>
                                        <p:tgtEl>
                                          <p:spTgt spid="15"/>
                                        </p:tgtEl>
                                        <p:attrNameLst>
                                          <p:attrName>ppt_x</p:attrName>
                                        </p:attrNameLst>
                                      </p:cBhvr>
                                      <p:tavLst>
                                        <p:tav tm="0">
                                          <p:val>
                                            <p:strVal val="#ppt_x"/>
                                          </p:val>
                                        </p:tav>
                                        <p:tav tm="100000">
                                          <p:val>
                                            <p:strVal val="#ppt_x"/>
                                          </p:val>
                                        </p:tav>
                                      </p:tavLst>
                                    </p:anim>
                                    <p:anim calcmode="lin" valueType="num">
                                      <p:cBhvr>
                                        <p:cTn id="34" dur="1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bldLvl="0" animBg="1"/>
      <p:bldP spid="15" grpId="0"/>
      <p:bldP spid="16"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正文">
    <p:spTree>
      <p:nvGrpSpPr>
        <p:cNvPr id="1" name=""/>
        <p:cNvGrpSpPr/>
        <p:nvPr/>
      </p:nvGrpSpPr>
      <p:grpSpPr>
        <a:xfrm>
          <a:off x="0" y="0"/>
          <a:ext cx="0" cy="0"/>
          <a:chOff x="0" y="0"/>
          <a:chExt cx="0" cy="0"/>
        </a:xfrm>
      </p:grpSpPr>
      <p:sp>
        <p:nvSpPr>
          <p:cNvPr id="2" name="矩形 1"/>
          <p:cNvSpPr/>
          <p:nvPr userDrawn="1"/>
        </p:nvSpPr>
        <p:spPr>
          <a:xfrm flipV="1">
            <a:off x="0" y="822959"/>
            <a:ext cx="12192000" cy="97155"/>
          </a:xfrm>
          <a:prstGeom prst="rect">
            <a:avLst/>
          </a:prstGeom>
          <a:gradFill>
            <a:gsLst>
              <a:gs pos="100000">
                <a:srgbClr val="FBD786"/>
              </a:gs>
              <a:gs pos="0">
                <a:srgbClr val="00416A">
                  <a:alpha val="94902"/>
                </a:srgbClr>
              </a:gs>
              <a:gs pos="40000">
                <a:srgbClr val="E4E5E6"/>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userDrawn="1"/>
        </p:nvSpPr>
        <p:spPr>
          <a:xfrm>
            <a:off x="0" y="6634901"/>
            <a:ext cx="12192000" cy="223099"/>
          </a:xfrm>
          <a:prstGeom prst="rect">
            <a:avLst/>
          </a:prstGeom>
          <a:gradFill flip="none" rotWithShape="1">
            <a:gsLst>
              <a:gs pos="99000">
                <a:srgbClr val="00416A"/>
              </a:gs>
              <a:gs pos="0">
                <a:srgbClr val="E4E5E6"/>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grpSp>
        <p:nvGrpSpPr>
          <p:cNvPr id="88" name="组合 87"/>
          <p:cNvGrpSpPr/>
          <p:nvPr userDrawn="1"/>
        </p:nvGrpSpPr>
        <p:grpSpPr>
          <a:xfrm>
            <a:off x="692585" y="3714352"/>
            <a:ext cx="6248173" cy="1866741"/>
            <a:chOff x="-152173" y="5011154"/>
            <a:chExt cx="6248173" cy="1866741"/>
          </a:xfrm>
        </p:grpSpPr>
        <p:pic>
          <p:nvPicPr>
            <p:cNvPr id="89" name="图片 88"/>
            <p:cNvPicPr>
              <a:picLocks noChangeAspect="1"/>
            </p:cNvPicPr>
            <p:nvPr userDrawn="1"/>
          </p:nvPicPr>
          <p:blipFill rotWithShape="1">
            <a:blip r:embed="rId2" cstate="print">
              <a:extLst>
                <a:ext uri="{28A0092B-C50C-407E-A947-70E740481C1C}">
                  <a14:useLocalDpi xmlns:a14="http://schemas.microsoft.com/office/drawing/2010/main" val="0"/>
                </a:ext>
              </a:extLst>
            </a:blip>
            <a:srcRect b="45649"/>
            <a:stretch>
              <a:fillRect/>
            </a:stretch>
          </p:blipFill>
          <p:spPr>
            <a:xfrm>
              <a:off x="-152173" y="5011154"/>
              <a:ext cx="4530416" cy="1423925"/>
            </a:xfrm>
            <a:prstGeom prst="rect">
              <a:avLst/>
            </a:prstGeom>
          </p:spPr>
        </p:pic>
        <p:pic>
          <p:nvPicPr>
            <p:cNvPr id="90" name="图片 89"/>
            <p:cNvPicPr>
              <a:picLocks noChangeAspect="1"/>
            </p:cNvPicPr>
            <p:nvPr userDrawn="1"/>
          </p:nvPicPr>
          <p:blipFill rotWithShape="1">
            <a:blip r:embed="rId3" cstate="print">
              <a:extLst>
                <a:ext uri="{28A0092B-C50C-407E-A947-70E740481C1C}">
                  <a14:useLocalDpi xmlns:a14="http://schemas.microsoft.com/office/drawing/2010/main" val="0"/>
                </a:ext>
              </a:extLst>
            </a:blip>
            <a:srcRect t="54432" r="57595"/>
            <a:stretch>
              <a:fillRect/>
            </a:stretch>
          </p:blipFill>
          <p:spPr>
            <a:xfrm>
              <a:off x="4090167" y="5631450"/>
              <a:ext cx="2005833" cy="1246445"/>
            </a:xfrm>
            <a:prstGeom prst="rect">
              <a:avLst/>
            </a:prstGeom>
          </p:spPr>
        </p:pic>
        <p:pic>
          <p:nvPicPr>
            <p:cNvPr id="94" name="图片 93"/>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12" t="55076" r="28712"/>
            <a:stretch>
              <a:fillRect/>
            </a:stretch>
          </p:blipFill>
          <p:spPr>
            <a:xfrm>
              <a:off x="4236513" y="5026480"/>
              <a:ext cx="1290898" cy="1207385"/>
            </a:xfrm>
            <a:prstGeom prst="rect">
              <a:avLst/>
            </a:prstGeom>
          </p:spPr>
        </p:pic>
      </p:grpSp>
      <p:grpSp>
        <p:nvGrpSpPr>
          <p:cNvPr id="95" name="组合 94"/>
          <p:cNvGrpSpPr/>
          <p:nvPr userDrawn="1"/>
        </p:nvGrpSpPr>
        <p:grpSpPr>
          <a:xfrm>
            <a:off x="1235048" y="1607581"/>
            <a:ext cx="6096000" cy="1520741"/>
            <a:chOff x="470456" y="2967335"/>
            <a:chExt cx="6096000" cy="1520741"/>
          </a:xfrm>
        </p:grpSpPr>
        <p:sp>
          <p:nvSpPr>
            <p:cNvPr id="96" name="文本框 95"/>
            <p:cNvSpPr txBox="1"/>
            <p:nvPr/>
          </p:nvSpPr>
          <p:spPr>
            <a:xfrm>
              <a:off x="571500" y="2967335"/>
              <a:ext cx="5257799" cy="923330"/>
            </a:xfrm>
            <a:prstGeom prst="rect">
              <a:avLst/>
            </a:prstGeom>
            <a:noFill/>
          </p:spPr>
          <p:txBody>
            <a:bodyPr wrap="square">
              <a:spAutoFit/>
            </a:bodyPr>
            <a:lstStyle/>
            <a:p>
              <a:r>
                <a:rPr lang="en-US" altLang="zh-CN" sz="5400" b="1" dirty="0">
                  <a:solidFill>
                    <a:schemeClr val="tx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THANK YOU</a:t>
              </a:r>
              <a:endParaRPr lang="zh-CN" altLang="en-US" sz="5400" b="1" dirty="0">
                <a:solidFill>
                  <a:schemeClr val="tx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sp>
          <p:nvSpPr>
            <p:cNvPr id="97" name="文本框 96"/>
            <p:cNvSpPr txBox="1"/>
            <p:nvPr/>
          </p:nvSpPr>
          <p:spPr>
            <a:xfrm>
              <a:off x="470456" y="3903301"/>
              <a:ext cx="6096000" cy="584775"/>
            </a:xfrm>
            <a:prstGeom prst="rect">
              <a:avLst/>
            </a:prstGeom>
            <a:noFill/>
          </p:spPr>
          <p:txBody>
            <a:bodyPr wrap="square">
              <a:spAutoFit/>
            </a:bodyPr>
            <a:lstStyle/>
            <a:p>
              <a:r>
                <a:rPr lang="en-US" altLang="zh-CN" sz="3200" dirty="0">
                  <a:solidFill>
                    <a:schemeClr val="tx1"/>
                  </a:solidFill>
                  <a:latin typeface="方正兰亭粗黑_GBK" panose="02000000000000000000" pitchFamily="2" charset="-122"/>
                  <a:ea typeface="方正兰亭粗黑_GBK" panose="02000000000000000000" pitchFamily="2" charset="-122"/>
                  <a:sym typeface="方正兰亭粗黑_GBK" panose="02000000000000000000" pitchFamily="2" charset="-122"/>
                </a:rPr>
                <a:t>FOR YOUR WATCHING</a:t>
              </a:r>
              <a:endParaRPr lang="zh-CN" altLang="en-US" sz="3200" dirty="0">
                <a:solidFill>
                  <a:schemeClr val="tx1"/>
                </a:solidFill>
                <a:latin typeface="方正兰亭粗黑_GBK" panose="02000000000000000000" pitchFamily="2" charset="-122"/>
                <a:ea typeface="方正兰亭粗黑_GBK" panose="02000000000000000000" pitchFamily="2" charset="-122"/>
                <a:sym typeface="方正兰亭粗黑_GBK" panose="02000000000000000000"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30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1200"/>
                                        <p:tgtEl>
                                          <p:spTgt spid="95"/>
                                        </p:tgtEl>
                                      </p:cBhvr>
                                    </p:animEffect>
                                    <p:anim calcmode="lin" valueType="num">
                                      <p:cBhvr>
                                        <p:cTn id="8" dur="1200" fill="hold"/>
                                        <p:tgtEl>
                                          <p:spTgt spid="95"/>
                                        </p:tgtEl>
                                        <p:attrNameLst>
                                          <p:attrName>ppt_x</p:attrName>
                                        </p:attrNameLst>
                                      </p:cBhvr>
                                      <p:tavLst>
                                        <p:tav tm="0">
                                          <p:val>
                                            <p:strVal val="#ppt_x"/>
                                          </p:val>
                                        </p:tav>
                                        <p:tav tm="100000">
                                          <p:val>
                                            <p:strVal val="#ppt_x"/>
                                          </p:val>
                                        </p:tav>
                                      </p:tavLst>
                                    </p:anim>
                                    <p:anim calcmode="lin" valueType="num">
                                      <p:cBhvr>
                                        <p:cTn id="9" dur="1200" fill="hold"/>
                                        <p:tgtEl>
                                          <p:spTgt spid="95"/>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200"/>
                                  </p:stCondLst>
                                  <p:childTnLst>
                                    <p:set>
                                      <p:cBhvr>
                                        <p:cTn id="11" dur="1" fill="hold">
                                          <p:stCondLst>
                                            <p:cond delay="0"/>
                                          </p:stCondLst>
                                        </p:cTn>
                                        <p:tgtEl>
                                          <p:spTgt spid="88"/>
                                        </p:tgtEl>
                                        <p:attrNameLst>
                                          <p:attrName>style.visibility</p:attrName>
                                        </p:attrNameLst>
                                      </p:cBhvr>
                                      <p:to>
                                        <p:strVal val="visible"/>
                                      </p:to>
                                    </p:set>
                                    <p:anim calcmode="lin" valueType="num">
                                      <p:cBhvr additive="base">
                                        <p:cTn id="12" dur="1000" fill="hold"/>
                                        <p:tgtEl>
                                          <p:spTgt spid="88"/>
                                        </p:tgtEl>
                                        <p:attrNameLst>
                                          <p:attrName>ppt_x</p:attrName>
                                        </p:attrNameLst>
                                      </p:cBhvr>
                                      <p:tavLst>
                                        <p:tav tm="0">
                                          <p:val>
                                            <p:strVal val="#ppt_x"/>
                                          </p:val>
                                        </p:tav>
                                        <p:tav tm="100000">
                                          <p:val>
                                            <p:strVal val="#ppt_x"/>
                                          </p:val>
                                        </p:tav>
                                      </p:tavLst>
                                    </p:anim>
                                    <p:anim calcmode="lin" valueType="num">
                                      <p:cBhvr additive="base">
                                        <p:cTn id="13" dur="100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07B095-49C6-4C53-844A-199276FE01D2}" type="datetimeFigureOut">
              <a:rPr lang="zh-CN" altLang="en-US" smtClean="0"/>
              <a:t>2026/9/15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EDE8C9-4269-43FD-84F3-C3D9B7E8398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5.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4.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slideLayout" Target="../slideLayouts/slideLayout14.xml"/><Relationship Id="rId4" Type="http://schemas.openxmlformats.org/officeDocument/2006/relationships/tags" Target="../tags/tag18.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1.xml"/><Relationship Id="rId7" Type="http://schemas.openxmlformats.org/officeDocument/2006/relationships/slideLayout" Target="../slideLayouts/slideLayout14.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s/_rels/slide1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6.png"/><Relationship Id="rId5" Type="http://schemas.openxmlformats.org/officeDocument/2006/relationships/slideLayout" Target="../slideLayouts/slideLayout14.xml"/><Relationship Id="rId4" Type="http://schemas.openxmlformats.org/officeDocument/2006/relationships/tags" Target="../tags/tag28.xml"/></Relationships>
</file>

<file path=ppt/slides/_rels/slide17.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slideLayout" Target="../slideLayouts/slideLayout14.xml"/><Relationship Id="rId4" Type="http://schemas.openxmlformats.org/officeDocument/2006/relationships/tags" Target="../tags/tag32.xml"/></Relationships>
</file>

<file path=ppt/slides/_rels/slide18.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Layout" Target="../slideLayouts/slideLayout14.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7.png"/><Relationship Id="rId5" Type="http://schemas.openxmlformats.org/officeDocument/2006/relationships/slideLayout" Target="../slideLayouts/slideLayout14.xml"/><Relationship Id="rId4" Type="http://schemas.openxmlformats.org/officeDocument/2006/relationships/tags" Target="../tags/tag42.xml"/></Relationships>
</file>

<file path=ppt/slides/_rels/slide20.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Layout" Target="../slideLayouts/slideLayout14.xml"/><Relationship Id="rId4" Type="http://schemas.openxmlformats.org/officeDocument/2006/relationships/tags" Target="../tags/tag49.xml"/></Relationships>
</file>

<file path=ppt/slides/_rels/slide22.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slideLayout" Target="../slideLayouts/slideLayout14.xml"/><Relationship Id="rId4" Type="http://schemas.openxmlformats.org/officeDocument/2006/relationships/tags" Target="../tags/tag53.xml"/></Relationships>
</file>

<file path=ppt/slides/_rels/slide23.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8.png"/><Relationship Id="rId5" Type="http://schemas.openxmlformats.org/officeDocument/2006/relationships/slideLayout" Target="../slideLayouts/slideLayout14.xml"/><Relationship Id="rId4" Type="http://schemas.openxmlformats.org/officeDocument/2006/relationships/tags" Target="../tags/tag60.xml"/></Relationships>
</file>

<file path=ppt/slides/_rels/slide25.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slideLayout" Target="../slideLayouts/slideLayout14.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s>
</file>

<file path=ppt/slides/_rels/slide27.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4"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7.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9.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81.xml"/><Relationship Id="rId1" Type="http://schemas.openxmlformats.org/officeDocument/2006/relationships/tags" Target="../tags/tag80.xml"/></Relationships>
</file>

<file path=ppt/slides/_rels/slide33.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Layout" Target="../slideLayouts/slideLayout14.xml"/><Relationship Id="rId5" Type="http://schemas.openxmlformats.org/officeDocument/2006/relationships/tags" Target="../tags/tag86.xml"/><Relationship Id="rId4" Type="http://schemas.openxmlformats.org/officeDocument/2006/relationships/tags" Target="../tags/tag85.xml"/></Relationships>
</file>

<file path=ppt/slides/_rels/slide34.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image" Target="../media/image9.png"/><Relationship Id="rId4"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91.xml"/><Relationship Id="rId1" Type="http://schemas.openxmlformats.org/officeDocument/2006/relationships/tags" Target="../tags/tag90.xml"/></Relationships>
</file>

<file path=ppt/slides/_rels/slide37.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slideLayout" Target="../slideLayouts/slideLayout14.xml"/><Relationship Id="rId4" Type="http://schemas.openxmlformats.org/officeDocument/2006/relationships/tags" Target="../tags/tag95.xml"/></Relationships>
</file>

<file path=ppt/slides/_rels/slide38.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slideLayout" Target="../slideLayouts/slideLayout14.xml"/><Relationship Id="rId4" Type="http://schemas.openxmlformats.org/officeDocument/2006/relationships/tags" Target="../tags/tag99.xml"/></Relationships>
</file>

<file path=ppt/slides/_rels/slide39.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Layout" Target="../slideLayouts/slideLayout14.xml"/><Relationship Id="rId5" Type="http://schemas.openxmlformats.org/officeDocument/2006/relationships/tags" Target="../tags/tag107.xml"/><Relationship Id="rId4" Type="http://schemas.openxmlformats.org/officeDocument/2006/relationships/tags" Target="../tags/tag106.xml"/></Relationships>
</file>

<file path=ppt/slides/_rels/slide41.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4"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slideLayout" Target="../slideLayouts/slideLayout14.xml"/><Relationship Id="rId4" Type="http://schemas.openxmlformats.org/officeDocument/2006/relationships/tags" Target="../tags/tag120.xml"/></Relationships>
</file>

<file path=ppt/slides/_rels/slide45.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slideLayout" Target="../slideLayouts/slideLayout14.xml"/><Relationship Id="rId5" Type="http://schemas.openxmlformats.org/officeDocument/2006/relationships/tags" Target="../tags/tag128.xml"/><Relationship Id="rId4" Type="http://schemas.openxmlformats.org/officeDocument/2006/relationships/tags" Target="../tags/tag127.xml"/></Relationships>
</file>

<file path=ppt/slides/_rels/slide47.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slideLayout" Target="../slideLayouts/slideLayout14.xml"/><Relationship Id="rId4" Type="http://schemas.openxmlformats.org/officeDocument/2006/relationships/tags" Target="../tags/tag132.xml"/></Relationships>
</file>

<file path=ppt/slides/_rels/slide48.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tags" Target="../tags/tag138.xml"/><Relationship Id="rId7" Type="http://schemas.openxmlformats.org/officeDocument/2006/relationships/slideLayout" Target="../slideLayouts/slideLayout14.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s>
</file>

<file path=ppt/slides/_rels/slide50.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image" Target="../media/image10.png"/><Relationship Id="rId5" Type="http://schemas.openxmlformats.org/officeDocument/2006/relationships/slideLayout" Target="../slideLayouts/slideLayout14.xml"/><Relationship Id="rId4" Type="http://schemas.openxmlformats.org/officeDocument/2006/relationships/tags" Target="../tags/tag145.xml"/></Relationships>
</file>

<file path=ppt/slides/_rels/slide51.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slideLayout" Target="../slideLayouts/slideLayout14.xml"/><Relationship Id="rId5" Type="http://schemas.openxmlformats.org/officeDocument/2006/relationships/tags" Target="../tags/tag150.xml"/><Relationship Id="rId4" Type="http://schemas.openxmlformats.org/officeDocument/2006/relationships/tags" Target="../tags/tag149.xml"/></Relationships>
</file>

<file path=ppt/slides/_rels/slide52.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5" Type="http://schemas.openxmlformats.org/officeDocument/2006/relationships/slideLayout" Target="../slideLayouts/slideLayout14.xml"/><Relationship Id="rId4" Type="http://schemas.openxmlformats.org/officeDocument/2006/relationships/tags" Target="../tags/tag154.xml"/></Relationships>
</file>

<file path=ppt/slides/_rels/slide53.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Layout" Target="../slideLayouts/slideLayout14.xml"/><Relationship Id="rId4" Type="http://schemas.openxmlformats.org/officeDocument/2006/relationships/tags" Target="../tags/tag158.xml"/></Relationships>
</file>

<file path=ppt/slides/_rels/slide54.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Layout" Target="../slideLayouts/slideLayout14.xml"/><Relationship Id="rId4" Type="http://schemas.openxmlformats.org/officeDocument/2006/relationships/tags" Target="../tags/tag162.xml"/></Relationships>
</file>

<file path=ppt/slides/_rels/slide55.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5" Type="http://schemas.openxmlformats.org/officeDocument/2006/relationships/slideLayout" Target="../slideLayouts/slideLayout14.xml"/><Relationship Id="rId4" Type="http://schemas.openxmlformats.org/officeDocument/2006/relationships/tags" Target="../tags/tag166.xml"/></Relationships>
</file>

<file path=ppt/slides/_rels/slide56.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slideLayout" Target="../slideLayouts/slideLayout14.xml"/><Relationship Id="rId4" Type="http://schemas.openxmlformats.org/officeDocument/2006/relationships/tags" Target="../tags/tag170.xml"/></Relationships>
</file>

<file path=ppt/slides/_rels/slide57.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82.xml"/><Relationship Id="rId7" Type="http://schemas.openxmlformats.org/officeDocument/2006/relationships/slideLayout" Target="../slideLayouts/slideLayout14.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9" Type="http://schemas.openxmlformats.org/officeDocument/2006/relationships/image" Target="../media/image12.png"/></Relationships>
</file>

<file path=ppt/slides/_rels/slide6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tags" Target="../tags/tag194.xml"/><Relationship Id="rId7" Type="http://schemas.openxmlformats.org/officeDocument/2006/relationships/image" Target="../media/image13.png"/><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14.xml"/><Relationship Id="rId5" Type="http://schemas.openxmlformats.org/officeDocument/2006/relationships/tags" Target="../tags/tag196.xml"/><Relationship Id="rId4" Type="http://schemas.openxmlformats.org/officeDocument/2006/relationships/tags" Target="../tags/tag195.xml"/></Relationships>
</file>

<file path=ppt/slides/_rels/slide64.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4"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tags" Target="../tags/tag202.xml"/><Relationship Id="rId7" Type="http://schemas.openxmlformats.org/officeDocument/2006/relationships/slideLayout" Target="../slideLayouts/slideLayout14.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s>
</file>

<file path=ppt/slides/_rels/slide66.xml.rels><?xml version="1.0" encoding="UTF-8" standalone="yes"?>
<Relationships xmlns="http://schemas.openxmlformats.org/package/2006/relationships"><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image" Target="../media/image14.png"/><Relationship Id="rId5" Type="http://schemas.openxmlformats.org/officeDocument/2006/relationships/slideLayout" Target="../slideLayouts/slideLayout14.xml"/><Relationship Id="rId4" Type="http://schemas.openxmlformats.org/officeDocument/2006/relationships/tags" Target="../tags/tag209.xml"/></Relationships>
</file>

<file path=ppt/slides/_rels/slide67.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slideLayout" Target="../slideLayouts/slideLayout14.xml"/><Relationship Id="rId4" Type="http://schemas.openxmlformats.org/officeDocument/2006/relationships/tags" Target="../tags/tag213.xml"/></Relationships>
</file>

<file path=ppt/slides/_rels/slide68.xml.rels><?xml version="1.0" encoding="UTF-8" standalone="yes"?>
<Relationships xmlns="http://schemas.openxmlformats.org/package/2006/relationships"><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 Id="rId4"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 Id="rId5" Type="http://schemas.openxmlformats.org/officeDocument/2006/relationships/slideLayout" Target="../slideLayouts/slideLayout14.xml"/><Relationship Id="rId4" Type="http://schemas.openxmlformats.org/officeDocument/2006/relationships/tags" Target="../tags/tag220.xml"/></Relationships>
</file>

<file path=ppt/slides/_rels/slide70.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5" Type="http://schemas.openxmlformats.org/officeDocument/2006/relationships/slideLayout" Target="../slideLayouts/slideLayout14.xml"/><Relationship Id="rId4" Type="http://schemas.openxmlformats.org/officeDocument/2006/relationships/tags" Target="../tags/tag224.xml"/></Relationships>
</file>

<file path=ppt/slides/_rels/slide71.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5" Type="http://schemas.openxmlformats.org/officeDocument/2006/relationships/slideLayout" Target="../slideLayouts/slideLayout14.xml"/><Relationship Id="rId4" Type="http://schemas.openxmlformats.org/officeDocument/2006/relationships/tags" Target="../tags/tag228.xml"/></Relationships>
</file>

<file path=ppt/slides/_rels/slide72.xml.rels><?xml version="1.0" encoding="UTF-8" standalone="yes"?>
<Relationships xmlns="http://schemas.openxmlformats.org/package/2006/relationships"><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 Id="rId4"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 Id="rId5" Type="http://schemas.openxmlformats.org/officeDocument/2006/relationships/slideLayout" Target="../slideLayouts/slideLayout14.xml"/><Relationship Id="rId4" Type="http://schemas.openxmlformats.org/officeDocument/2006/relationships/tags" Target="../tags/tag235.xml"/></Relationships>
</file>

<file path=ppt/slides/_rels/slide74.xml.rels><?xml version="1.0" encoding="UTF-8" standalone="yes"?>
<Relationships xmlns="http://schemas.openxmlformats.org/package/2006/relationships"><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 Id="rId4"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 Id="rId5" Type="http://schemas.openxmlformats.org/officeDocument/2006/relationships/slideLayout" Target="../slideLayouts/slideLayout14.xml"/><Relationship Id="rId4" Type="http://schemas.openxmlformats.org/officeDocument/2006/relationships/tags" Target="../tags/tag242.xml"/></Relationships>
</file>

<file path=ppt/slides/_rels/slide76.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5" Type="http://schemas.openxmlformats.org/officeDocument/2006/relationships/slideLayout" Target="../slideLayouts/slideLayout14.xml"/><Relationship Id="rId4" Type="http://schemas.openxmlformats.org/officeDocument/2006/relationships/tags" Target="../tags/tag246.xml"/></Relationships>
</file>

<file path=ppt/slides/_rels/slide77.xml.rels><?xml version="1.0" encoding="UTF-8" standalone="yes"?>
<Relationships xmlns="http://schemas.openxmlformats.org/package/2006/relationships"><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tags" Target="../tags/tag247.xml"/><Relationship Id="rId4"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 Id="rId4"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4"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 Id="rId5" Type="http://schemas.openxmlformats.org/officeDocument/2006/relationships/slideLayout" Target="../slideLayouts/slideLayout14.xml"/><Relationship Id="rId4" Type="http://schemas.openxmlformats.org/officeDocument/2006/relationships/tags" Target="../tags/tag259.xml"/></Relationships>
</file>

<file path=ppt/slides/_rels/slide81.xml.rels><?xml version="1.0" encoding="UTF-8" standalone="yes"?>
<Relationships xmlns="http://schemas.openxmlformats.org/package/2006/relationships"><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 Id="rId5" Type="http://schemas.openxmlformats.org/officeDocument/2006/relationships/slideLayout" Target="../slideLayouts/slideLayout14.xml"/><Relationship Id="rId4" Type="http://schemas.openxmlformats.org/officeDocument/2006/relationships/tags" Target="../tags/tag263.xml"/></Relationships>
</file>

<file path=ppt/slides/_rels/slide82.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slideLayout" Target="../slideLayouts/slideLayout14.xml"/><Relationship Id="rId4" Type="http://schemas.openxmlformats.org/officeDocument/2006/relationships/tags" Target="../tags/tag267.xml"/></Relationships>
</file>

<file path=ppt/slides/_rels/slide83.xml.rels><?xml version="1.0" encoding="UTF-8" standalone="yes"?>
<Relationships xmlns="http://schemas.openxmlformats.org/package/2006/relationships"><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 Id="rId4"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 Id="rId4"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image" Target="../media/image15.png"/><Relationship Id="rId5" Type="http://schemas.openxmlformats.org/officeDocument/2006/relationships/slideLayout" Target="../slideLayouts/slideLayout14.xml"/><Relationship Id="rId4" Type="http://schemas.openxmlformats.org/officeDocument/2006/relationships/tags" Target="../tags/tag277.xml"/></Relationships>
</file>

<file path=ppt/slides/_rels/slide86.xml.rels><?xml version="1.0" encoding="UTF-8" standalone="yes"?>
<Relationships xmlns="http://schemas.openxmlformats.org/package/2006/relationships"><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image" Target="../media/image16.png"/><Relationship Id="rId5" Type="http://schemas.openxmlformats.org/officeDocument/2006/relationships/slideLayout" Target="../slideLayouts/slideLayout14.xml"/><Relationship Id="rId4" Type="http://schemas.openxmlformats.org/officeDocument/2006/relationships/tags" Target="../tags/tag281.xml"/></Relationships>
</file>

<file path=ppt/slides/_rels/slide87.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image" Target="../media/image17.png"/><Relationship Id="rId5" Type="http://schemas.openxmlformats.org/officeDocument/2006/relationships/slideLayout" Target="../slideLayouts/slideLayout14.xml"/><Relationship Id="rId4" Type="http://schemas.openxmlformats.org/officeDocument/2006/relationships/tags" Target="../tags/tag285.xml"/></Relationships>
</file>

<file path=ppt/slides/_rels/slide88.xml.rels><?xml version="1.0" encoding="UTF-8" standalone="yes"?>
<Relationships xmlns="http://schemas.openxmlformats.org/package/2006/relationships"><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 Id="rId4"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 Id="rId4"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 Id="rId5" Type="http://schemas.openxmlformats.org/officeDocument/2006/relationships/slideLayout" Target="../slideLayouts/slideLayout14.xml"/><Relationship Id="rId4" Type="http://schemas.openxmlformats.org/officeDocument/2006/relationships/tags" Target="../tags/tag295.xml"/></Relationships>
</file>

<file path=ppt/slides/_rels/slide91.xml.rels><?xml version="1.0" encoding="UTF-8" standalone="yes"?>
<Relationships xmlns="http://schemas.openxmlformats.org/package/2006/relationships"><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 Id="rId5" Type="http://schemas.openxmlformats.org/officeDocument/2006/relationships/slideLayout" Target="../slideLayouts/slideLayout14.xml"/><Relationship Id="rId4" Type="http://schemas.openxmlformats.org/officeDocument/2006/relationships/tags" Target="../tags/tag299.xml"/></Relationships>
</file>

<file path=ppt/slides/_rels/slide92.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4"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 Id="rId4"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 Id="rId4"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 Id="rId4"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 Id="rId4"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 Id="rId4"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 Id="rId4"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image" Target="../media/image18.png"/><Relationship Id="rId5" Type="http://schemas.openxmlformats.org/officeDocument/2006/relationships/slideLayout" Target="../slideLayouts/slideLayout14.xml"/><Relationship Id="rId4" Type="http://schemas.openxmlformats.org/officeDocument/2006/relationships/tags" Target="../tags/tag324.xml"/></Relationships>
</file>

<file path=ppt/slides/_rels/slide100.xml.rels><?xml version="1.0" encoding="UTF-8" standalone="yes"?>
<Relationships xmlns="http://schemas.openxmlformats.org/package/2006/relationships"><Relationship Id="rId3" Type="http://schemas.openxmlformats.org/officeDocument/2006/relationships/tags" Target="../tags/tag327.xml"/><Relationship Id="rId2" Type="http://schemas.openxmlformats.org/officeDocument/2006/relationships/tags" Target="../tags/tag326.xml"/><Relationship Id="rId1" Type="http://schemas.openxmlformats.org/officeDocument/2006/relationships/tags" Target="../tags/tag325.xml"/><Relationship Id="rId5" Type="http://schemas.openxmlformats.org/officeDocument/2006/relationships/slideLayout" Target="../slideLayouts/slideLayout14.xml"/><Relationship Id="rId4" Type="http://schemas.openxmlformats.org/officeDocument/2006/relationships/tags" Target="../tags/tag328.xml"/></Relationships>
</file>

<file path=ppt/slides/_rels/slide101.xml.rels><?xml version="1.0" encoding="UTF-8" standalone="yes"?>
<Relationships xmlns="http://schemas.openxmlformats.org/package/2006/relationships"><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 Id="rId4"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3" Type="http://schemas.openxmlformats.org/officeDocument/2006/relationships/tags" Target="../tags/tag334.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image" Target="../media/image19.png"/><Relationship Id="rId5" Type="http://schemas.openxmlformats.org/officeDocument/2006/relationships/slideLayout" Target="../slideLayouts/slideLayout14.xml"/><Relationship Id="rId4" Type="http://schemas.openxmlformats.org/officeDocument/2006/relationships/tags" Target="../tags/tag335.xml"/></Relationships>
</file>

<file path=ppt/slides/_rels/slide103.xml.rels><?xml version="1.0" encoding="UTF-8" standalone="yes"?>
<Relationships xmlns="http://schemas.openxmlformats.org/package/2006/relationships"><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 Id="rId4"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 Id="rId4"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 Id="rId5" Type="http://schemas.openxmlformats.org/officeDocument/2006/relationships/slideLayout" Target="../slideLayouts/slideLayout14.xml"/><Relationship Id="rId4" Type="http://schemas.openxmlformats.org/officeDocument/2006/relationships/tags" Target="../tags/tag345.xml"/></Relationships>
</file>

<file path=ppt/slides/_rels/slide107.xml.rels><?xml version="1.0" encoding="UTF-8" standalone="yes"?>
<Relationships xmlns="http://schemas.openxmlformats.org/package/2006/relationships"><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 Id="rId5" Type="http://schemas.openxmlformats.org/officeDocument/2006/relationships/slideLayout" Target="../slideLayouts/slideLayout14.xml"/><Relationship Id="rId4" Type="http://schemas.openxmlformats.org/officeDocument/2006/relationships/tags" Target="../tags/tag349.xml"/></Relationships>
</file>

<file path=ppt/slides/_rels/slide108.xml.rels><?xml version="1.0" encoding="UTF-8" standalone="yes"?>
<Relationships xmlns="http://schemas.openxmlformats.org/package/2006/relationships"><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slideLayout" Target="../slideLayouts/slideLayout14.xml"/><Relationship Id="rId5" Type="http://schemas.openxmlformats.org/officeDocument/2006/relationships/tags" Target="../tags/tag354.xml"/><Relationship Id="rId4" Type="http://schemas.openxmlformats.org/officeDocument/2006/relationships/tags" Target="../tags/tag353.xml"/></Relationships>
</file>

<file path=ppt/slides/_rels/slide109.xml.rels><?xml version="1.0" encoding="UTF-8" standalone="yes"?>
<Relationships xmlns="http://schemas.openxmlformats.org/package/2006/relationships"><Relationship Id="rId3" Type="http://schemas.openxmlformats.org/officeDocument/2006/relationships/tags" Target="../tags/tag357.xml"/><Relationship Id="rId2" Type="http://schemas.openxmlformats.org/officeDocument/2006/relationships/tags" Target="../tags/tag356.xml"/><Relationship Id="rId1" Type="http://schemas.openxmlformats.org/officeDocument/2006/relationships/tags" Target="../tags/tag355.xml"/><Relationship Id="rId6" Type="http://schemas.openxmlformats.org/officeDocument/2006/relationships/image" Target="../media/image20.png"/><Relationship Id="rId5" Type="http://schemas.openxmlformats.org/officeDocument/2006/relationships/slideLayout" Target="../slideLayouts/slideLayout14.xml"/><Relationship Id="rId4" Type="http://schemas.openxmlformats.org/officeDocument/2006/relationships/tags" Target="../tags/tag358.xml"/></Relationships>
</file>

<file path=ppt/slides/_rels/slide110.xml.rels><?xml version="1.0" encoding="UTF-8" standalone="yes"?>
<Relationships xmlns="http://schemas.openxmlformats.org/package/2006/relationships"><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image" Target="../media/image21.png"/><Relationship Id="rId5" Type="http://schemas.openxmlformats.org/officeDocument/2006/relationships/slideLayout" Target="../slideLayouts/slideLayout14.xml"/><Relationship Id="rId4" Type="http://schemas.openxmlformats.org/officeDocument/2006/relationships/tags" Target="../tags/tag362.xml"/></Relationships>
</file>

<file path=ppt/slides/_rels/slide111.xml.rels><?xml version="1.0" encoding="UTF-8" standalone="yes"?>
<Relationships xmlns="http://schemas.openxmlformats.org/package/2006/relationships"><Relationship Id="rId3" Type="http://schemas.openxmlformats.org/officeDocument/2006/relationships/tags" Target="../tags/tag365.xml"/><Relationship Id="rId7" Type="http://schemas.openxmlformats.org/officeDocument/2006/relationships/slideLayout" Target="../slideLayouts/slideLayout14.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tags" Target="../tags/tag368.xml"/><Relationship Id="rId5" Type="http://schemas.openxmlformats.org/officeDocument/2006/relationships/tags" Target="../tags/tag367.xml"/><Relationship Id="rId4" Type="http://schemas.openxmlformats.org/officeDocument/2006/relationships/tags" Target="../tags/tag366.xml"/></Relationships>
</file>

<file path=ppt/slides/_rels/slide112.xml.rels><?xml version="1.0" encoding="UTF-8" standalone="yes"?>
<Relationships xmlns="http://schemas.openxmlformats.org/package/2006/relationships"><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 Id="rId6" Type="http://schemas.openxmlformats.org/officeDocument/2006/relationships/image" Target="../media/image22.png"/><Relationship Id="rId5" Type="http://schemas.openxmlformats.org/officeDocument/2006/relationships/slideLayout" Target="../slideLayouts/slideLayout14.xml"/><Relationship Id="rId4" Type="http://schemas.openxmlformats.org/officeDocument/2006/relationships/tags" Target="../tags/tag372.xml"/></Relationships>
</file>

<file path=ppt/slides/_rels/slide113.xml.rels><?xml version="1.0" encoding="UTF-8" standalone="yes"?>
<Relationships xmlns="http://schemas.openxmlformats.org/package/2006/relationships"><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 Id="rId6" Type="http://schemas.openxmlformats.org/officeDocument/2006/relationships/image" Target="../media/image23.png"/><Relationship Id="rId5" Type="http://schemas.openxmlformats.org/officeDocument/2006/relationships/slideLayout" Target="../slideLayouts/slideLayout14.xml"/><Relationship Id="rId4" Type="http://schemas.openxmlformats.org/officeDocument/2006/relationships/tags" Target="../tags/tag376.xml"/></Relationships>
</file>

<file path=ppt/slides/_rels/slide114.xml.rels><?xml version="1.0" encoding="UTF-8" standalone="yes"?>
<Relationships xmlns="http://schemas.openxmlformats.org/package/2006/relationships"><Relationship Id="rId3" Type="http://schemas.openxmlformats.org/officeDocument/2006/relationships/tags" Target="../tags/tag379.xml"/><Relationship Id="rId2" Type="http://schemas.openxmlformats.org/officeDocument/2006/relationships/tags" Target="../tags/tag378.xml"/><Relationship Id="rId1" Type="http://schemas.openxmlformats.org/officeDocument/2006/relationships/tags" Target="../tags/tag377.xml"/><Relationship Id="rId4"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3" Type="http://schemas.openxmlformats.org/officeDocument/2006/relationships/tags" Target="../tags/tag382.xml"/><Relationship Id="rId2" Type="http://schemas.openxmlformats.org/officeDocument/2006/relationships/tags" Target="../tags/tag381.xml"/><Relationship Id="rId1" Type="http://schemas.openxmlformats.org/officeDocument/2006/relationships/tags" Target="../tags/tag380.xml"/><Relationship Id="rId5" Type="http://schemas.openxmlformats.org/officeDocument/2006/relationships/slideLayout" Target="../slideLayouts/slideLayout14.xml"/><Relationship Id="rId4" Type="http://schemas.openxmlformats.org/officeDocument/2006/relationships/tags" Target="../tags/tag383.xml"/></Relationships>
</file>

<file path=ppt/slides/_rels/slide116.xml.rels><?xml version="1.0" encoding="UTF-8" standalone="yes"?>
<Relationships xmlns="http://schemas.openxmlformats.org/package/2006/relationships"><Relationship Id="rId3" Type="http://schemas.openxmlformats.org/officeDocument/2006/relationships/tags" Target="../tags/tag386.xml"/><Relationship Id="rId2" Type="http://schemas.openxmlformats.org/officeDocument/2006/relationships/tags" Target="../tags/tag385.xml"/><Relationship Id="rId1" Type="http://schemas.openxmlformats.org/officeDocument/2006/relationships/tags" Target="../tags/tag384.xml"/><Relationship Id="rId4" Type="http://schemas.openxmlformats.org/officeDocument/2006/relationships/slideLayout" Target="../slideLayouts/slideLayout14.xml"/></Relationships>
</file>

<file path=ppt/slides/_rels/slide117.xml.rels><?xml version="1.0" encoding="UTF-8" standalone="yes"?>
<Relationships xmlns="http://schemas.openxmlformats.org/package/2006/relationships"><Relationship Id="rId3" Type="http://schemas.openxmlformats.org/officeDocument/2006/relationships/tags" Target="../tags/tag389.xml"/><Relationship Id="rId7" Type="http://schemas.openxmlformats.org/officeDocument/2006/relationships/slideLayout" Target="../slideLayouts/slideLayout14.xml"/><Relationship Id="rId2" Type="http://schemas.openxmlformats.org/officeDocument/2006/relationships/tags" Target="../tags/tag388.xml"/><Relationship Id="rId1" Type="http://schemas.openxmlformats.org/officeDocument/2006/relationships/tags" Target="../tags/tag387.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s>
</file>

<file path=ppt/slides/_rels/slide118.xml.rels><?xml version="1.0" encoding="UTF-8" standalone="yes"?>
<Relationships xmlns="http://schemas.openxmlformats.org/package/2006/relationships"><Relationship Id="rId3" Type="http://schemas.openxmlformats.org/officeDocument/2006/relationships/tags" Target="../tags/tag395.xml"/><Relationship Id="rId2" Type="http://schemas.openxmlformats.org/officeDocument/2006/relationships/tags" Target="../tags/tag394.xml"/><Relationship Id="rId1" Type="http://schemas.openxmlformats.org/officeDocument/2006/relationships/tags" Target="../tags/tag393.xml"/><Relationship Id="rId6" Type="http://schemas.openxmlformats.org/officeDocument/2006/relationships/image" Target="../media/image24.png"/><Relationship Id="rId5" Type="http://schemas.openxmlformats.org/officeDocument/2006/relationships/slideLayout" Target="../slideLayouts/slideLayout14.xml"/><Relationship Id="rId4" Type="http://schemas.openxmlformats.org/officeDocument/2006/relationships/tags" Target="../tags/tag396.xml"/></Relationships>
</file>

<file path=ppt/slides/_rels/slide119.xml.rels><?xml version="1.0" encoding="UTF-8" standalone="yes"?>
<Relationships xmlns="http://schemas.openxmlformats.org/package/2006/relationships"><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 Id="rId4"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 Id="rId6" Type="http://schemas.openxmlformats.org/officeDocument/2006/relationships/image" Target="../media/image25.png"/><Relationship Id="rId5" Type="http://schemas.openxmlformats.org/officeDocument/2006/relationships/slideLayout" Target="../slideLayouts/slideLayout14.xml"/><Relationship Id="rId4" Type="http://schemas.openxmlformats.org/officeDocument/2006/relationships/tags" Target="../tags/tag403.xml"/></Relationships>
</file>

<file path=ppt/slides/_rels/slide121.xml.rels><?xml version="1.0" encoding="UTF-8" standalone="yes"?>
<Relationships xmlns="http://schemas.openxmlformats.org/package/2006/relationships"><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tags" Target="../tags/tag404.xml"/><Relationship Id="rId4" Type="http://schemas.openxmlformats.org/officeDocument/2006/relationships/slideLayout" Target="../slideLayouts/slideLayout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07.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08.xml"/></Relationships>
</file>

<file path=ppt/slides/_rels/slide125.xml.rels><?xml version="1.0" encoding="UTF-8" standalone="yes"?>
<Relationships xmlns="http://schemas.openxmlformats.org/package/2006/relationships"><Relationship Id="rId3" Type="http://schemas.openxmlformats.org/officeDocument/2006/relationships/tags" Target="../tags/tag411.xml"/><Relationship Id="rId2" Type="http://schemas.openxmlformats.org/officeDocument/2006/relationships/tags" Target="../tags/tag410.xml"/><Relationship Id="rId1" Type="http://schemas.openxmlformats.org/officeDocument/2006/relationships/tags" Target="../tags/tag409.xml"/><Relationship Id="rId4"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4.xml"/><Relationship Id="rId1" Type="http://schemas.openxmlformats.org/officeDocument/2006/relationships/tags" Target="../tags/tag412.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14.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1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16.xml"/></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18.xml"/><Relationship Id="rId1" Type="http://schemas.openxmlformats.org/officeDocument/2006/relationships/tags" Target="../tags/tag417.xml"/></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20.xml"/><Relationship Id="rId1" Type="http://schemas.openxmlformats.org/officeDocument/2006/relationships/tags" Target="../tags/tag419.xml"/></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22.xml"/><Relationship Id="rId1" Type="http://schemas.openxmlformats.org/officeDocument/2006/relationships/tags" Target="../tags/tag421.xml"/></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24.xml"/><Relationship Id="rId1" Type="http://schemas.openxmlformats.org/officeDocument/2006/relationships/tags" Target="../tags/tag423.xml"/></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26.xml"/><Relationship Id="rId1" Type="http://schemas.openxmlformats.org/officeDocument/2006/relationships/tags" Target="../tags/tag425.xml"/></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28.xml"/><Relationship Id="rId1" Type="http://schemas.openxmlformats.org/officeDocument/2006/relationships/tags" Target="../tags/tag427.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30.xml"/><Relationship Id="rId1" Type="http://schemas.openxmlformats.org/officeDocument/2006/relationships/tags" Target="../tags/tag429.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31.xml"/></Relationships>
</file>

<file path=ppt/slides/_rels/slide14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33.xml"/><Relationship Id="rId1" Type="http://schemas.openxmlformats.org/officeDocument/2006/relationships/tags" Target="../tags/tag432.xml"/></Relationships>
</file>

<file path=ppt/slides/_rels/slide14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35.xml"/><Relationship Id="rId1" Type="http://schemas.openxmlformats.org/officeDocument/2006/relationships/tags" Target="../tags/tag434.xml"/></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37.xml"/><Relationship Id="rId1" Type="http://schemas.openxmlformats.org/officeDocument/2006/relationships/tags" Target="../tags/tag436.xml"/></Relationships>
</file>

<file path=ppt/slides/_rels/slide14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39.xml"/><Relationship Id="rId1" Type="http://schemas.openxmlformats.org/officeDocument/2006/relationships/tags" Target="../tags/tag438.xml"/><Relationship Id="rId4" Type="http://schemas.openxmlformats.org/officeDocument/2006/relationships/image" Target="../media/image27.png"/></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4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4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3.xml.rels><?xml version="1.0" encoding="UTF-8" standalone="yes"?>
<Relationships xmlns="http://schemas.openxmlformats.org/package/2006/relationships"><Relationship Id="rId3" Type="http://schemas.openxmlformats.org/officeDocument/2006/relationships/tags" Target="../tags/tag444.xml"/><Relationship Id="rId7" Type="http://schemas.openxmlformats.org/officeDocument/2006/relationships/image" Target="../media/image29.png"/><Relationship Id="rId2" Type="http://schemas.openxmlformats.org/officeDocument/2006/relationships/tags" Target="../tags/tag443.xml"/><Relationship Id="rId1" Type="http://schemas.openxmlformats.org/officeDocument/2006/relationships/tags" Target="../tags/tag442.xml"/><Relationship Id="rId6" Type="http://schemas.openxmlformats.org/officeDocument/2006/relationships/image" Target="../media/image28.png"/><Relationship Id="rId5" Type="http://schemas.openxmlformats.org/officeDocument/2006/relationships/slideLayout" Target="../slideLayouts/slideLayout14.xml"/><Relationship Id="rId4" Type="http://schemas.openxmlformats.org/officeDocument/2006/relationships/tags" Target="../tags/tag44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14.xml"/><Relationship Id="rId1" Type="http://schemas.openxmlformats.org/officeDocument/2006/relationships/tags" Target="../tags/tag446.xml"/></Relationships>
</file>

<file path=ppt/slides/_rels/slide15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448.xml"/><Relationship Id="rId1" Type="http://schemas.openxmlformats.org/officeDocument/2006/relationships/tags" Target="../tags/tag447.xml"/><Relationship Id="rId4" Type="http://schemas.openxmlformats.org/officeDocument/2006/relationships/image" Target="../media/image3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2760" y="1371600"/>
            <a:ext cx="7496175" cy="583565"/>
          </a:xfrm>
          <a:prstGeom prst="rect">
            <a:avLst/>
          </a:prstGeom>
          <a:noFill/>
        </p:spPr>
        <p:txBody>
          <a:bodyPr wrap="square" rtlCol="0">
            <a:spAutoFit/>
          </a:bodyPr>
          <a:lstStyle/>
          <a:p>
            <a:r>
              <a:rPr sz="3200" b="1" dirty="0">
                <a:latin typeface="微软雅黑" panose="020B0503020204020204" pitchFamily="34" charset="-122"/>
                <a:ea typeface="微软雅黑" panose="020B0503020204020204" pitchFamily="34" charset="-122"/>
              </a:rPr>
              <a:t>第4章</a:t>
            </a:r>
            <a:r>
              <a:rPr lang="en-US" sz="3200" b="1" dirty="0">
                <a:latin typeface="微软雅黑" panose="020B0503020204020204" pitchFamily="34" charset="-122"/>
                <a:ea typeface="微软雅黑" panose="020B0503020204020204" pitchFamily="34" charset="-122"/>
              </a:rPr>
              <a:t> </a:t>
            </a:r>
            <a:r>
              <a:rPr sz="3200" b="1" dirty="0">
                <a:latin typeface="微软雅黑" panose="020B0503020204020204" pitchFamily="34" charset="-122"/>
                <a:ea typeface="微软雅黑" panose="020B0503020204020204" pitchFamily="34" charset="-122"/>
              </a:rPr>
              <a:t>Vue的基本语法</a:t>
            </a:r>
          </a:p>
        </p:txBody>
      </p:sp>
      <p:sp>
        <p:nvSpPr>
          <p:cNvPr id="7" name="文本框 6"/>
          <p:cNvSpPr txBox="1"/>
          <p:nvPr/>
        </p:nvSpPr>
        <p:spPr>
          <a:xfrm>
            <a:off x="492760" y="1816735"/>
            <a:ext cx="4454525" cy="5632450"/>
          </a:xfrm>
          <a:prstGeom prst="rect">
            <a:avLst/>
          </a:prstGeom>
          <a:noFill/>
        </p:spPr>
        <p:txBody>
          <a:bodyPr wrap="square" rtlCol="0">
            <a:noAutofit/>
          </a:bodyPr>
          <a:lstStyle/>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4.1创建应用程序实例</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4.2插值语法</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4.3方法选项</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4.4指令</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4.5计算属性</a:t>
            </a:r>
          </a:p>
          <a:p>
            <a:pPr marL="342900" indent="-342900" algn="l" fontAlgn="auto">
              <a:lnSpc>
                <a:spcPct val="200000"/>
              </a:lnSpc>
              <a:buClrTx/>
              <a:buSzTx/>
              <a:buFont typeface="Wingdings" panose="05000000000000000000" charset="0"/>
              <a:buChar char="Ø"/>
            </a:pPr>
            <a:endParaRPr sz="2400" dirty="0">
              <a:latin typeface="微软雅黑" panose="020B0503020204020204" pitchFamily="34" charset="-122"/>
              <a:ea typeface="微软雅黑" panose="020B0503020204020204" pitchFamily="34" charset="-122"/>
            </a:endParaRPr>
          </a:p>
          <a:p>
            <a:pPr marL="342900" indent="-342900" algn="l" fontAlgn="auto">
              <a:lnSpc>
                <a:spcPct val="200000"/>
              </a:lnSpc>
              <a:buClrTx/>
              <a:buSzTx/>
              <a:buFont typeface="Wingdings" panose="05000000000000000000" charset="0"/>
              <a:buChar char="Ø"/>
            </a:pPr>
            <a:endParaRPr sz="2400" dirty="0">
              <a:latin typeface="微软雅黑" panose="020B0503020204020204" pitchFamily="34" charset="-122"/>
              <a:ea typeface="微软雅黑" panose="020B0503020204020204" pitchFamily="34" charset="-122"/>
            </a:endParaRPr>
          </a:p>
          <a:p>
            <a:pPr marL="342900" indent="-342900" algn="l" fontAlgn="auto">
              <a:lnSpc>
                <a:spcPct val="200000"/>
              </a:lnSpc>
              <a:buClrTx/>
              <a:buSzTx/>
              <a:buFont typeface="Wingdings" panose="05000000000000000000" charset="0"/>
              <a:buChar char="Ø"/>
            </a:pPr>
            <a:endParaRPr sz="24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1"/>
            </p:custDataLst>
          </p:nvPr>
        </p:nvSpPr>
        <p:spPr>
          <a:xfrm>
            <a:off x="4442460" y="1882775"/>
            <a:ext cx="4712335" cy="5424170"/>
          </a:xfrm>
          <a:prstGeom prst="rect">
            <a:avLst/>
          </a:prstGeom>
          <a:noFill/>
        </p:spPr>
        <p:txBody>
          <a:bodyPr wrap="square" rtlCol="0">
            <a:noAutofit/>
          </a:bodyPr>
          <a:lstStyle/>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sym typeface="+mn-ea"/>
              </a:rPr>
              <a:t>4.6侦听器</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4.7Class与Style绑定</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4.8生命周期钩子</a:t>
            </a:r>
          </a:p>
          <a:p>
            <a:pPr marL="342900" indent="-342900" algn="l" fontAlgn="auto">
              <a:lnSpc>
                <a:spcPct val="200000"/>
              </a:lnSpc>
              <a:buClrTx/>
              <a:buSzTx/>
              <a:buFont typeface="Wingdings" panose="05000000000000000000" charset="0"/>
              <a:buChar char="Ø"/>
            </a:pPr>
            <a:r>
              <a:rPr sz="2400" dirty="0">
                <a:latin typeface="微软雅黑" panose="020B0503020204020204" pitchFamily="34" charset="-122"/>
                <a:ea typeface="微软雅黑" panose="020B0503020204020204" pitchFamily="34" charset="-122"/>
              </a:rPr>
              <a:t>4.9实训：农产品后台管理系统</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62635" y="1602740"/>
            <a:ext cx="7140575" cy="3192145"/>
          </a:xfrm>
          <a:prstGeom prst="rect">
            <a:avLst/>
          </a:prstGeom>
          <a:noFill/>
        </p:spPr>
        <p:txBody>
          <a:bodyPr wrap="square" rtlCol="0">
            <a:noAutofit/>
          </a:bodyPr>
          <a:lstStyle/>
          <a:p>
            <a:pPr algn="l">
              <a:lnSpc>
                <a:spcPct val="150000"/>
              </a:lnSpc>
              <a:buClrTx/>
              <a:buSzTx/>
              <a:buNone/>
            </a:pPr>
            <a:r>
              <a:rPr lang="zh-CN" altLang="en-US" sz="2400" dirty="0">
                <a:latin typeface="微软雅黑" panose="020B0503020204020204" pitchFamily="34" charset="-122"/>
                <a:ea typeface="微软雅黑" panose="020B0503020204020204" pitchFamily="34" charset="-122"/>
              </a:rPr>
              <a:t>掌握</a:t>
            </a:r>
            <a:r>
              <a:rPr lang="zh-CN" altLang="en-US" sz="2400" b="1" dirty="0">
                <a:solidFill>
                  <a:schemeClr val="accent2"/>
                </a:solidFill>
                <a:latin typeface="微软雅黑" panose="020B0503020204020204" pitchFamily="34" charset="-122"/>
                <a:ea typeface="微软雅黑" panose="020B0503020204020204" pitchFamily="34" charset="-122"/>
              </a:rPr>
              <a:t>Vue应用程序实例</a:t>
            </a:r>
            <a:r>
              <a:rPr lang="zh-CN" altLang="en-US" sz="2400" dirty="0">
                <a:latin typeface="微软雅黑" panose="020B0503020204020204" pitchFamily="34" charset="-122"/>
                <a:ea typeface="微软雅黑" panose="020B0503020204020204" pitchFamily="34" charset="-122"/>
              </a:rPr>
              <a:t>的创建</a:t>
            </a:r>
          </a:p>
          <a:p>
            <a:pPr algn="l">
              <a:lnSpc>
                <a:spcPct val="150000"/>
              </a:lnSpc>
              <a:buClrTx/>
              <a:buSzTx/>
              <a:buNone/>
            </a:pPr>
            <a:r>
              <a:rPr lang="zh-CN" altLang="en-US" sz="2400" dirty="0">
                <a:latin typeface="微软雅黑" panose="020B0503020204020204" pitchFamily="34" charset="-122"/>
                <a:ea typeface="微软雅黑" panose="020B0503020204020204" pitchFamily="34" charset="-122"/>
              </a:rPr>
              <a:t>掌握</a:t>
            </a:r>
            <a:r>
              <a:rPr lang="zh-CN" altLang="en-US" sz="2400" b="1" dirty="0">
                <a:solidFill>
                  <a:schemeClr val="accent2"/>
                </a:solidFill>
                <a:latin typeface="微软雅黑" panose="020B0503020204020204" pitchFamily="34" charset="-122"/>
                <a:ea typeface="微软雅黑" panose="020B0503020204020204" pitchFamily="34" charset="-122"/>
              </a:rPr>
              <a:t>插值</a:t>
            </a:r>
            <a:r>
              <a:rPr lang="zh-CN" altLang="en-US" sz="2400" dirty="0">
                <a:latin typeface="微软雅黑" panose="020B0503020204020204" pitchFamily="34" charset="-122"/>
                <a:ea typeface="微软雅黑" panose="020B0503020204020204" pitchFamily="34" charset="-122"/>
              </a:rPr>
              <a:t>语法、</a:t>
            </a:r>
            <a:r>
              <a:rPr lang="zh-CN" altLang="en-US" sz="2400" b="1" dirty="0">
                <a:solidFill>
                  <a:schemeClr val="accent2"/>
                </a:solidFill>
                <a:latin typeface="微软雅黑" panose="020B0503020204020204" pitchFamily="34" charset="-122"/>
                <a:ea typeface="微软雅黑" panose="020B0503020204020204" pitchFamily="34" charset="-122"/>
              </a:rPr>
              <a:t>方法选项</a:t>
            </a:r>
            <a:r>
              <a:rPr lang="zh-CN" altLang="en-US" sz="2400" dirty="0">
                <a:latin typeface="微软雅黑" panose="020B0503020204020204" pitchFamily="34" charset="-122"/>
                <a:ea typeface="微软雅黑" panose="020B0503020204020204" pitchFamily="34" charset="-122"/>
              </a:rPr>
              <a:t>与</a:t>
            </a:r>
            <a:r>
              <a:rPr lang="zh-CN" altLang="en-US" sz="2400" b="1" dirty="0">
                <a:solidFill>
                  <a:schemeClr val="accent2"/>
                </a:solidFill>
                <a:latin typeface="微软雅黑" panose="020B0503020204020204" pitchFamily="34" charset="-122"/>
                <a:ea typeface="微软雅黑" panose="020B0503020204020204" pitchFamily="34" charset="-122"/>
              </a:rPr>
              <a:t>指令</a:t>
            </a:r>
            <a:r>
              <a:rPr lang="zh-CN" altLang="en-US" sz="2400" dirty="0">
                <a:latin typeface="微软雅黑" panose="020B0503020204020204" pitchFamily="34" charset="-122"/>
                <a:ea typeface="微软雅黑" panose="020B0503020204020204" pitchFamily="34" charset="-122"/>
              </a:rPr>
              <a:t>的使用</a:t>
            </a:r>
          </a:p>
          <a:p>
            <a:pPr algn="l">
              <a:lnSpc>
                <a:spcPct val="150000"/>
              </a:lnSpc>
              <a:buClrTx/>
              <a:buSzTx/>
              <a:buNone/>
            </a:pPr>
            <a:r>
              <a:rPr lang="zh-CN" altLang="en-US" sz="2400" dirty="0">
                <a:latin typeface="微软雅黑" panose="020B0503020204020204" pitchFamily="34" charset="-122"/>
                <a:ea typeface="微软雅黑" panose="020B0503020204020204" pitchFamily="34" charset="-122"/>
              </a:rPr>
              <a:t>掌握</a:t>
            </a:r>
            <a:r>
              <a:rPr lang="zh-CN" altLang="en-US" sz="2400" b="1" dirty="0">
                <a:solidFill>
                  <a:schemeClr val="accent2"/>
                </a:solidFill>
                <a:latin typeface="微软雅黑" panose="020B0503020204020204" pitchFamily="34" charset="-122"/>
                <a:ea typeface="微软雅黑" panose="020B0503020204020204" pitchFamily="34" charset="-122"/>
              </a:rPr>
              <a:t>计算属性</a:t>
            </a:r>
            <a:r>
              <a:rPr lang="zh-CN" altLang="en-US" sz="2400" dirty="0">
                <a:latin typeface="微软雅黑" panose="020B0503020204020204" pitchFamily="34" charset="-122"/>
                <a:ea typeface="微软雅黑" panose="020B0503020204020204" pitchFamily="34" charset="-122"/>
              </a:rPr>
              <a:t>与</a:t>
            </a:r>
            <a:r>
              <a:rPr lang="zh-CN" altLang="en-US" sz="2400" b="1" dirty="0">
                <a:solidFill>
                  <a:schemeClr val="accent2"/>
                </a:solidFill>
                <a:latin typeface="微软雅黑" panose="020B0503020204020204" pitchFamily="34" charset="-122"/>
                <a:ea typeface="微软雅黑" panose="020B0503020204020204" pitchFamily="34" charset="-122"/>
              </a:rPr>
              <a:t>侦听器</a:t>
            </a:r>
            <a:r>
              <a:rPr lang="zh-CN" altLang="en-US" sz="2400" dirty="0">
                <a:latin typeface="微软雅黑" panose="020B0503020204020204" pitchFamily="34" charset="-122"/>
                <a:ea typeface="微软雅黑" panose="020B0503020204020204" pitchFamily="34" charset="-122"/>
              </a:rPr>
              <a:t>的使用</a:t>
            </a:r>
          </a:p>
          <a:p>
            <a:pPr algn="l">
              <a:lnSpc>
                <a:spcPct val="150000"/>
              </a:lnSpc>
              <a:buClrTx/>
              <a:buSzTx/>
              <a:buNone/>
            </a:pPr>
            <a:r>
              <a:rPr lang="zh-CN" altLang="en-US" sz="2400" dirty="0">
                <a:latin typeface="微软雅黑" panose="020B0503020204020204" pitchFamily="34" charset="-122"/>
                <a:ea typeface="微软雅黑" panose="020B0503020204020204" pitchFamily="34" charset="-122"/>
              </a:rPr>
              <a:t>掌握</a:t>
            </a:r>
            <a:r>
              <a:rPr lang="zh-CN" altLang="en-US" sz="2400" b="1" dirty="0">
                <a:solidFill>
                  <a:schemeClr val="accent2"/>
                </a:solidFill>
                <a:latin typeface="微软雅黑" panose="020B0503020204020204" pitchFamily="34" charset="-122"/>
                <a:ea typeface="微软雅黑" panose="020B0503020204020204" pitchFamily="34" charset="-122"/>
              </a:rPr>
              <a:t>Class</a:t>
            </a:r>
            <a:r>
              <a:rPr lang="zh-CN" altLang="en-US" sz="2400" dirty="0">
                <a:latin typeface="微软雅黑" panose="020B0503020204020204" pitchFamily="34" charset="-122"/>
                <a:ea typeface="微软雅黑" panose="020B0503020204020204" pitchFamily="34" charset="-122"/>
              </a:rPr>
              <a:t>与</a:t>
            </a:r>
            <a:r>
              <a:rPr lang="zh-CN" altLang="en-US" sz="2400" b="1" dirty="0">
                <a:solidFill>
                  <a:schemeClr val="accent2"/>
                </a:solidFill>
                <a:latin typeface="微软雅黑" panose="020B0503020204020204" pitchFamily="34" charset="-122"/>
                <a:ea typeface="微软雅黑" panose="020B0503020204020204" pitchFamily="34" charset="-122"/>
              </a:rPr>
              <a:t>Style</a:t>
            </a:r>
            <a:r>
              <a:rPr lang="zh-CN" altLang="en-US" sz="2400" dirty="0">
                <a:latin typeface="微软雅黑" panose="020B0503020204020204" pitchFamily="34" charset="-122"/>
                <a:ea typeface="微软雅黑" panose="020B0503020204020204" pitchFamily="34" charset="-122"/>
              </a:rPr>
              <a:t>绑定的使用</a:t>
            </a:r>
          </a:p>
          <a:p>
            <a:pPr algn="l">
              <a:lnSpc>
                <a:spcPct val="150000"/>
              </a:lnSpc>
              <a:buClrTx/>
              <a:buSzTx/>
              <a:buNone/>
            </a:pPr>
            <a:r>
              <a:rPr lang="zh-CN" altLang="en-US" sz="2400" dirty="0">
                <a:latin typeface="微软雅黑" panose="020B0503020204020204" pitchFamily="34" charset="-122"/>
                <a:ea typeface="微软雅黑" panose="020B0503020204020204" pitchFamily="34" charset="-122"/>
              </a:rPr>
              <a:t>理解Vue的</a:t>
            </a:r>
            <a:r>
              <a:rPr lang="zh-CN" altLang="en-US" sz="2400" b="1" dirty="0">
                <a:solidFill>
                  <a:schemeClr val="accent2"/>
                </a:solidFill>
                <a:latin typeface="微软雅黑" panose="020B0503020204020204" pitchFamily="34" charset="-122"/>
                <a:ea typeface="微软雅黑" panose="020B0503020204020204" pitchFamily="34" charset="-122"/>
              </a:rPr>
              <a:t>生命周期钩子</a:t>
            </a:r>
            <a:r>
              <a:rPr lang="zh-CN" altLang="en-US" sz="2400" dirty="0">
                <a:latin typeface="微软雅黑" panose="020B0503020204020204" pitchFamily="34" charset="-122"/>
                <a:ea typeface="微软雅黑" panose="020B0503020204020204" pitchFamily="34" charset="-122"/>
              </a:rPr>
              <a:t>的执行原理</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28" y="82332"/>
            <a:ext cx="5181602" cy="645160"/>
          </a:xfrm>
          <a:prstGeom prst="rect">
            <a:avLst/>
          </a:prstGeom>
          <a:noFill/>
        </p:spPr>
        <p:txBody>
          <a:bodyPr wrap="square" rtlCol="0">
            <a:spAutoFit/>
          </a:bodyPr>
          <a:lstStyle/>
          <a:p>
            <a:r>
              <a:rPr lang="zh-CN" altLang="en-US" sz="3600" dirty="0"/>
              <a:t>引言</a:t>
            </a:r>
          </a:p>
        </p:txBody>
      </p:sp>
      <p:sp>
        <p:nvSpPr>
          <p:cNvPr id="7" name="文本框 6"/>
          <p:cNvSpPr txBox="1"/>
          <p:nvPr/>
        </p:nvSpPr>
        <p:spPr>
          <a:xfrm>
            <a:off x="431165" y="1367790"/>
            <a:ext cx="10960100" cy="4587240"/>
          </a:xfrm>
          <a:prstGeom prst="rect">
            <a:avLst/>
          </a:prstGeom>
          <a:noFill/>
        </p:spPr>
        <p:txBody>
          <a:bodyPr wrap="square" rtlCol="0">
            <a:spAutoFit/>
          </a:bodyPr>
          <a:lstStyle/>
          <a:p>
            <a:pPr marL="457200" indent="508000">
              <a:lnSpc>
                <a:spcPct val="150000"/>
              </a:lnSpc>
              <a:spcBef>
                <a:spcPts val="500"/>
              </a:spcBef>
            </a:pPr>
            <a:r>
              <a:rPr lang="zh-CN" altLang="en-US" sz="2400" dirty="0">
                <a:latin typeface="微软雅黑" panose="020B0503020204020204" pitchFamily="34" charset="-122"/>
                <a:ea typeface="微软雅黑" panose="020B0503020204020204" pitchFamily="34" charset="-122"/>
              </a:rPr>
              <a:t>本章重点学习如何使用Vue的</a:t>
            </a:r>
            <a:r>
              <a:rPr lang="zh-CN" altLang="en-US" sz="2400" b="1" dirty="0">
                <a:solidFill>
                  <a:schemeClr val="accent2"/>
                </a:solidFill>
                <a:latin typeface="微软雅黑" panose="020B0503020204020204" pitchFamily="34" charset="-122"/>
                <a:ea typeface="微软雅黑" panose="020B0503020204020204" pitchFamily="34" charset="-122"/>
              </a:rPr>
              <a:t>基本语法</a:t>
            </a:r>
            <a:r>
              <a:rPr lang="zh-CN" altLang="en-US" sz="2400" dirty="0">
                <a:latin typeface="微软雅黑" panose="020B0503020204020204" pitchFamily="34" charset="-122"/>
                <a:ea typeface="微软雅黑" panose="020B0503020204020204" pitchFamily="34" charset="-122"/>
              </a:rPr>
              <a:t>。基本语法是一个</a:t>
            </a:r>
            <a:r>
              <a:rPr lang="zh-CN" altLang="en-US" sz="2400" b="1" dirty="0">
                <a:solidFill>
                  <a:schemeClr val="accent2"/>
                </a:solidFill>
                <a:latin typeface="微软雅黑" panose="020B0503020204020204" pitchFamily="34" charset="-122"/>
                <a:ea typeface="微软雅黑" panose="020B0503020204020204" pitchFamily="34" charset="-122"/>
              </a:rPr>
              <a:t>框架的基础</a:t>
            </a:r>
            <a:r>
              <a:rPr lang="zh-CN" altLang="en-US" sz="2400" dirty="0">
                <a:latin typeface="微软雅黑" panose="020B0503020204020204" pitchFamily="34" charset="-122"/>
                <a:ea typeface="微软雅黑" panose="020B0503020204020204" pitchFamily="34" charset="-122"/>
              </a:rPr>
              <a:t>，而正确使用基本语法则是学习Vue的重中之重。</a:t>
            </a:r>
          </a:p>
          <a:p>
            <a:pPr marL="457200" indent="508000">
              <a:lnSpc>
                <a:spcPct val="150000"/>
              </a:lnSpc>
              <a:spcBef>
                <a:spcPts val="500"/>
              </a:spcBef>
            </a:pPr>
            <a:r>
              <a:rPr lang="zh-CN" altLang="en-US" sz="2400" dirty="0">
                <a:latin typeface="微软雅黑" panose="020B0503020204020204" pitchFamily="34" charset="-122"/>
                <a:ea typeface="微软雅黑" panose="020B0503020204020204" pitchFamily="34" charset="-122"/>
              </a:rPr>
              <a:t>Vue基本语法包括创建应用程序实例、插值语法、指令、计算属性、侦听器、Class与Style绑定、生命周期钩子等。</a:t>
            </a:r>
            <a:r>
              <a:rPr lang="zh-CN" altLang="en-US" sz="2400" b="1" dirty="0">
                <a:solidFill>
                  <a:schemeClr val="accent2"/>
                </a:solidFill>
                <a:latin typeface="微软雅黑" panose="020B0503020204020204" pitchFamily="34" charset="-122"/>
                <a:ea typeface="微软雅黑" panose="020B0503020204020204" pitchFamily="34" charset="-122"/>
              </a:rPr>
              <a:t>插值语法</a:t>
            </a:r>
            <a:r>
              <a:rPr lang="zh-CN" altLang="en-US" sz="2400" dirty="0">
                <a:latin typeface="微软雅黑" panose="020B0503020204020204" pitchFamily="34" charset="-122"/>
                <a:ea typeface="微软雅黑" panose="020B0503020204020204" pitchFamily="34" charset="-122"/>
              </a:rPr>
              <a:t>用于实现页面的数据绑定，指令则是Vue为HTML标签新增的一些属性，每一个指令都可实现一个强大的功能。</a:t>
            </a:r>
            <a:r>
              <a:rPr lang="zh-CN" altLang="en-US" sz="2400" b="1" dirty="0">
                <a:solidFill>
                  <a:schemeClr val="accent2"/>
                </a:solidFill>
                <a:latin typeface="微软雅黑" panose="020B0503020204020204" pitchFamily="34" charset="-122"/>
                <a:ea typeface="微软雅黑" panose="020B0503020204020204" pitchFamily="34" charset="-122"/>
              </a:rPr>
              <a:t>计算属性</a:t>
            </a:r>
            <a:r>
              <a:rPr lang="zh-CN" altLang="en-US" sz="2400" dirty="0">
                <a:latin typeface="微软雅黑" panose="020B0503020204020204" pitchFamily="34" charset="-122"/>
                <a:ea typeface="微软雅黑" panose="020B0503020204020204" pitchFamily="34" charset="-122"/>
              </a:rPr>
              <a:t>主要用于处理插值并返回一个新数据，</a:t>
            </a:r>
            <a:r>
              <a:rPr lang="zh-CN" altLang="en-US" sz="2400" b="1" dirty="0">
                <a:solidFill>
                  <a:schemeClr val="accent2"/>
                </a:solidFill>
                <a:latin typeface="微软雅黑" panose="020B0503020204020204" pitchFamily="34" charset="-122"/>
                <a:ea typeface="微软雅黑" panose="020B0503020204020204" pitchFamily="34" charset="-122"/>
              </a:rPr>
              <a:t>侦听器</a:t>
            </a:r>
            <a:r>
              <a:rPr lang="zh-CN" altLang="en-US" sz="2400" dirty="0">
                <a:latin typeface="微软雅黑" panose="020B0503020204020204" pitchFamily="34" charset="-122"/>
                <a:ea typeface="微软雅黑" panose="020B0503020204020204" pitchFamily="34" charset="-122"/>
              </a:rPr>
              <a:t>主要用于观察和响应Vue组件实例上的数据变动。</a:t>
            </a:r>
            <a:r>
              <a:rPr lang="zh-CN" altLang="en-US" sz="2400" b="1" dirty="0">
                <a:solidFill>
                  <a:schemeClr val="accent2"/>
                </a:solidFill>
                <a:latin typeface="微软雅黑" panose="020B0503020204020204" pitchFamily="34" charset="-122"/>
                <a:ea typeface="微软雅黑" panose="020B0503020204020204" pitchFamily="34" charset="-122"/>
              </a:rPr>
              <a:t>Class与Style绑定</a:t>
            </a:r>
            <a:r>
              <a:rPr lang="zh-CN" altLang="en-US" sz="2400" dirty="0">
                <a:latin typeface="微软雅黑" panose="020B0503020204020204" pitchFamily="34" charset="-122"/>
                <a:ea typeface="微软雅黑" panose="020B0503020204020204" pitchFamily="34" charset="-122"/>
              </a:rPr>
              <a:t>用于操纵元素的CSS样式和内联样式，</a:t>
            </a:r>
            <a:r>
              <a:rPr lang="zh-CN" altLang="en-US" sz="2400" b="1" dirty="0">
                <a:solidFill>
                  <a:schemeClr val="accent2"/>
                </a:solidFill>
                <a:latin typeface="微软雅黑" panose="020B0503020204020204" pitchFamily="34" charset="-122"/>
                <a:ea typeface="微软雅黑" panose="020B0503020204020204" pitchFamily="34" charset="-122"/>
              </a:rPr>
              <a:t>生命周期</a:t>
            </a:r>
            <a:r>
              <a:rPr lang="zh-CN" altLang="en-US" sz="2400" dirty="0">
                <a:latin typeface="微软雅黑" panose="020B0503020204020204" pitchFamily="34" charset="-122"/>
                <a:ea typeface="微软雅黑" panose="020B0503020204020204" pitchFamily="34" charset="-122"/>
              </a:rPr>
              <a:t>则是每一个Vue组件实例从创建到销毁的过程。</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4.1</a:t>
            </a:r>
          </a:p>
          <a:p>
            <a:pPr algn="ctr"/>
            <a:r>
              <a:rPr lang="en-US" altLang="zh-CN" sz="2800" b="1" dirty="0">
                <a:latin typeface="微软雅黑" panose="020B0503020204020204" pitchFamily="34" charset="-122"/>
                <a:ea typeface="微软雅黑" panose="020B0503020204020204" pitchFamily="34" charset="-122"/>
              </a:rPr>
              <a:t>创建应用程序实例</a:t>
            </a:r>
          </a:p>
        </p:txBody>
      </p:sp>
      <p:sp>
        <p:nvSpPr>
          <p:cNvPr id="4" name="文本框 3"/>
          <p:cNvSpPr txBox="1"/>
          <p:nvPr/>
        </p:nvSpPr>
        <p:spPr>
          <a:xfrm>
            <a:off x="6647815" y="2824480"/>
            <a:ext cx="4456430" cy="138938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应用程序实例的创建语法</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应用程序实例的挂载语法</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创建应用程序实例示例</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63015" y="2642235"/>
            <a:ext cx="10074275" cy="167576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每个Vue应用程序都是使用createApp()方法创建一个新的应用程序实例并挂载到指定DOM上实现的。应用程序实例提供应用程序的上下文，应用程序实例装载的整个组件树与其共享着相同的上下文。</a:t>
            </a:r>
          </a:p>
        </p:txBody>
      </p:sp>
      <p:sp>
        <p:nvSpPr>
          <p:cNvPr id="6" name="圆角矩形 5"/>
          <p:cNvSpPr/>
          <p:nvPr/>
        </p:nvSpPr>
        <p:spPr>
          <a:xfrm>
            <a:off x="926465" y="2468880"/>
            <a:ext cx="10650855" cy="208724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63015" y="1613535"/>
            <a:ext cx="10074275" cy="389001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1.应用程序实例的创建语法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Vue3中，需要使用createAPP()创建应用程序实例，并为createAPP()传入一个参数对象，使其返回应用程序实例本身。需要注意的是，传入这个API的对象实际上是一个根组件选项对象，这个对象包括data()函数、methods选项、生命周期钩子、计算属性、侦听器等。</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应用程序实例的创建语法如下所示。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26465" y="1612900"/>
            <a:ext cx="10650855" cy="4192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1"/>
            </p:custDataLst>
          </p:nvPr>
        </p:nvSpPr>
        <p:spPr>
          <a:xfrm>
            <a:off x="1880870" y="4701540"/>
            <a:ext cx="3279140" cy="63881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None/>
            </a:pPr>
            <a:r>
              <a:rPr lang="zh-CN" sz="1400" dirty="0">
                <a:latin typeface="微软雅黑" panose="020B0503020204020204" pitchFamily="34" charset="-122"/>
                <a:ea typeface="微软雅黑" panose="020B0503020204020204" pitchFamily="34" charset="-122"/>
                <a:sym typeface="+mn-ea"/>
              </a:rPr>
              <a:t>Vue.createAPP(App)</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63015" y="1613535"/>
            <a:ext cx="10074275" cy="153035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2.应用程序实例的挂载语法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应用程序实例必须在调用mount()方法后才会渲染出来，应用程序实例的挂载语法如下所示。应用程序实例的创建语法如下所示。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26465" y="1612900"/>
            <a:ext cx="10650855" cy="4192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1"/>
            </p:custDataLst>
          </p:nvPr>
        </p:nvSpPr>
        <p:spPr>
          <a:xfrm>
            <a:off x="1729740" y="3308350"/>
            <a:ext cx="4540885" cy="63881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None/>
            </a:pPr>
            <a:r>
              <a:rPr lang="zh-CN" sz="1400" dirty="0">
                <a:latin typeface="微软雅黑" panose="020B0503020204020204" pitchFamily="34" charset="-122"/>
                <a:ea typeface="微软雅黑" panose="020B0503020204020204" pitchFamily="34" charset="-122"/>
                <a:sym typeface="+mn-ea"/>
              </a:rPr>
              <a:t>Vue.createAPP(App).mount('#app')</a:t>
            </a:r>
          </a:p>
        </p:txBody>
      </p:sp>
      <p:sp>
        <p:nvSpPr>
          <p:cNvPr id="4" name="文本框 3"/>
          <p:cNvSpPr txBox="1"/>
          <p:nvPr>
            <p:custDataLst>
              <p:tags r:id="rId2"/>
            </p:custDataLst>
          </p:nvPr>
        </p:nvSpPr>
        <p:spPr>
          <a:xfrm>
            <a:off x="1390015" y="4111625"/>
            <a:ext cx="10074275" cy="153035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上述语法格式中，mount()方法接收一个“容器”参数，此“容器”参数可以是一个实际的DOM元素。将应用程序的根组件挂载到DOM元素上后，Vue会监控DOM元素内的所有数据变化，从而实现数据的双向绑定。</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63015" y="2385695"/>
            <a:ext cx="10074275" cy="62992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2.应用程序实例的挂载语法</a:t>
            </a: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26465" y="2044700"/>
            <a:ext cx="10650855" cy="30632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390015" y="3376295"/>
            <a:ext cx="10074275" cy="153035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上述语需要注意的是，应该在整个应用配置和资源注册完成后调用mount()方法。不同于其他资源注册方法，mount()方法的返回值是根组件实例而非应用程序实例。</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87145" y="1200785"/>
            <a:ext cx="10074275" cy="6515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3.创建应用程序实例示例</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新建一个HTML文件，以CDN的方式在HTML文件中引入Vue文件，并使用createAPP()全局API创建一个应用程序实例。</a:t>
            </a:r>
          </a:p>
        </p:txBody>
      </p:sp>
      <p:sp>
        <p:nvSpPr>
          <p:cNvPr id="3" name="文本框 2"/>
          <p:cNvSpPr txBox="1"/>
          <p:nvPr>
            <p:custDataLst>
              <p:tags r:id="rId1"/>
            </p:custDataLst>
          </p:nvPr>
        </p:nvSpPr>
        <p:spPr>
          <a:xfrm>
            <a:off x="1696085" y="2879725"/>
            <a:ext cx="4236085" cy="345567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algn="l" fontAlgn="auto">
              <a:lnSpc>
                <a:spcPct val="150000"/>
              </a:lnSpc>
              <a:buClrTx/>
              <a:buSzTx/>
              <a:buFontTx/>
              <a:buNone/>
            </a:pPr>
            <a:r>
              <a:rPr lang="zh-CN" altLang="en-US" sz="1200">
                <a:sym typeface="+mn-ea"/>
              </a:rPr>
              <a:t>8.&lt;!-- DOM容器 --&gt;</a:t>
            </a:r>
          </a:p>
          <a:p>
            <a:pPr algn="l" fontAlgn="auto">
              <a:lnSpc>
                <a:spcPct val="150000"/>
              </a:lnSpc>
              <a:buClrTx/>
              <a:buSzTx/>
              <a:buFontTx/>
              <a:buNone/>
            </a:pPr>
            <a:r>
              <a:rPr lang="zh-CN" altLang="en-US" sz="1200">
                <a:sym typeface="+mn-ea"/>
              </a:rPr>
              <a:t>9.    &lt;div id="app"&gt;</a:t>
            </a:r>
          </a:p>
          <a:p>
            <a:pPr algn="l" fontAlgn="auto">
              <a:lnSpc>
                <a:spcPct val="150000"/>
              </a:lnSpc>
              <a:buClrTx/>
              <a:buSzTx/>
              <a:buFontTx/>
              <a:buNone/>
            </a:pPr>
            <a:r>
              <a:rPr lang="zh-CN" altLang="en-US" sz="1200">
                <a:sym typeface="+mn-ea"/>
              </a:rPr>
              <a:t>10.        &lt;h1&gt;{{msg}}&lt;/h1&gt;</a:t>
            </a:r>
          </a:p>
          <a:p>
            <a:pPr algn="l" fontAlgn="auto">
              <a:lnSpc>
                <a:spcPct val="150000"/>
              </a:lnSpc>
              <a:buClrTx/>
              <a:buSzTx/>
              <a:buFontTx/>
              <a:buNone/>
            </a:pPr>
            <a:r>
              <a:rPr lang="zh-CN" altLang="en-US" sz="1200">
                <a:sym typeface="+mn-ea"/>
              </a:rPr>
              <a:t>11.    &lt;/div&gt;</a:t>
            </a:r>
          </a:p>
          <a:p>
            <a:pPr algn="l" fontAlgn="auto">
              <a:lnSpc>
                <a:spcPct val="150000"/>
              </a:lnSpc>
              <a:buClrTx/>
              <a:buSzTx/>
              <a:buFontTx/>
              <a:buNone/>
            </a:pPr>
            <a:r>
              <a:rPr lang="zh-CN" altLang="en-US" sz="1200">
                <a:sym typeface="+mn-ea"/>
              </a:rPr>
              <a:t>12.    &lt;!-- CDN方式引入vue --&gt;</a:t>
            </a:r>
          </a:p>
          <a:p>
            <a:pPr algn="l" fontAlgn="auto">
              <a:lnSpc>
                <a:spcPct val="150000"/>
              </a:lnSpc>
              <a:buClrTx/>
              <a:buSzTx/>
              <a:buFontTx/>
              <a:buNone/>
            </a:pPr>
            <a:r>
              <a:rPr lang="zh-CN" altLang="en-US" sz="1200">
                <a:sym typeface="+mn-ea"/>
              </a:rPr>
              <a:t>13.    &lt;script src="https://unpkg.com/vue@next"&gt;&lt;/script&gt;</a:t>
            </a:r>
          </a:p>
          <a:p>
            <a:pPr algn="l" fontAlgn="auto">
              <a:lnSpc>
                <a:spcPct val="150000"/>
              </a:lnSpc>
              <a:buClrTx/>
              <a:buSzTx/>
              <a:buFontTx/>
              <a:buNone/>
            </a:pPr>
            <a:r>
              <a:rPr lang="zh-CN" altLang="en-US" sz="1200">
                <a:sym typeface="+mn-ea"/>
              </a:rPr>
              <a:t>14.    &lt;script&gt; </a:t>
            </a:r>
          </a:p>
          <a:p>
            <a:pPr algn="l" fontAlgn="auto">
              <a:lnSpc>
                <a:spcPct val="150000"/>
              </a:lnSpc>
              <a:buClrTx/>
              <a:buSzTx/>
              <a:buFontTx/>
              <a:buNone/>
            </a:pPr>
            <a:r>
              <a:rPr lang="zh-CN" altLang="en-US" sz="1200">
                <a:sym typeface="+mn-ea"/>
              </a:rPr>
              <a:t>15.    //创建一个应用程序实例</a:t>
            </a:r>
          </a:p>
          <a:p>
            <a:pPr algn="l" fontAlgn="auto">
              <a:lnSpc>
                <a:spcPct val="150000"/>
              </a:lnSpc>
              <a:buClrTx/>
              <a:buSzTx/>
              <a:buFontTx/>
              <a:buNone/>
            </a:pPr>
            <a:r>
              <a:rPr lang="zh-CN" altLang="en-US" sz="1200">
                <a:sym typeface="+mn-ea"/>
              </a:rPr>
              <a:t>16.    const vm=createAPP({//{}即组件选项对象</a:t>
            </a:r>
          </a:p>
          <a:p>
            <a:pPr algn="l" fontAlgn="auto">
              <a:lnSpc>
                <a:spcPct val="150000"/>
              </a:lnSpc>
              <a:buClrTx/>
              <a:buSzTx/>
              <a:buFontTx/>
              <a:buNone/>
            </a:pPr>
            <a:r>
              <a:rPr lang="zh-CN" altLang="en-US" sz="1200">
                <a:sym typeface="+mn-ea"/>
              </a:rPr>
              <a:t>17.        // data函数</a:t>
            </a:r>
          </a:p>
          <a:p>
            <a:pPr algn="l" fontAlgn="auto">
              <a:lnSpc>
                <a:spcPct val="150000"/>
              </a:lnSpc>
              <a:buClrTx/>
              <a:buSzTx/>
              <a:buFontTx/>
              <a:buNone/>
            </a:pPr>
            <a:r>
              <a:rPr lang="zh-CN" altLang="en-US" sz="1200">
                <a:sym typeface="+mn-ea"/>
              </a:rPr>
              <a:t>18.        data(){</a:t>
            </a:r>
          </a:p>
          <a:p>
            <a:pPr algn="l" fontAlgn="auto">
              <a:lnSpc>
                <a:spcPct val="150000"/>
              </a:lnSpc>
              <a:buClrTx/>
              <a:buSzTx/>
              <a:buFontTx/>
              <a:buNone/>
            </a:pPr>
            <a:r>
              <a:rPr lang="zh-CN" altLang="en-US" sz="1200">
                <a:sym typeface="+mn-ea"/>
              </a:rPr>
              <a:t>19.            return{</a:t>
            </a:r>
          </a:p>
          <a:p>
            <a:pPr algn="l" fontAlgn="auto">
              <a:lnSpc>
                <a:spcPct val="150000"/>
              </a:lnSpc>
              <a:buClrTx/>
              <a:buSzTx/>
              <a:buFontTx/>
              <a:buNone/>
            </a:pPr>
            <a:endParaRPr lang="zh-CN" altLang="en-US" sz="1200">
              <a:sym typeface="+mn-ea"/>
            </a:endParaRPr>
          </a:p>
        </p:txBody>
      </p:sp>
      <p:sp>
        <p:nvSpPr>
          <p:cNvPr id="7" name="圆角矩形 6"/>
          <p:cNvSpPr/>
          <p:nvPr>
            <p:custDataLst>
              <p:tags r:id="rId2"/>
            </p:custDataLst>
          </p:nvPr>
        </p:nvSpPr>
        <p:spPr>
          <a:xfrm>
            <a:off x="1287145" y="271843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4-1</a:t>
            </a:r>
          </a:p>
        </p:txBody>
      </p:sp>
      <p:sp>
        <p:nvSpPr>
          <p:cNvPr id="8" name="文本框 7"/>
          <p:cNvSpPr txBox="1"/>
          <p:nvPr>
            <p:custDataLst>
              <p:tags r:id="rId3"/>
            </p:custDataLst>
          </p:nvPr>
        </p:nvSpPr>
        <p:spPr>
          <a:xfrm>
            <a:off x="6355080" y="2771775"/>
            <a:ext cx="4399915" cy="363093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algn="l" fontAlgn="auto">
              <a:lnSpc>
                <a:spcPct val="150000"/>
              </a:lnSpc>
              <a:buClrTx/>
              <a:buSzTx/>
              <a:buFontTx/>
              <a:buNone/>
            </a:pPr>
            <a:r>
              <a:rPr lang="zh-CN" altLang="en-US" sz="1200" dirty="0">
                <a:sym typeface="+mn-ea"/>
              </a:rPr>
              <a:t>20.                msg:'岁寒，然后知松柏之后凋也。'</a:t>
            </a:r>
          </a:p>
          <a:p>
            <a:pPr algn="l" fontAlgn="auto">
              <a:lnSpc>
                <a:spcPct val="150000"/>
              </a:lnSpc>
              <a:buClrTx/>
              <a:buSzTx/>
              <a:buFontTx/>
              <a:buNone/>
            </a:pPr>
            <a:r>
              <a:rPr lang="zh-CN" altLang="en-US" sz="1200" dirty="0">
                <a:sym typeface="+mn-ea"/>
              </a:rPr>
              <a:t>21.            }    </a:t>
            </a:r>
          </a:p>
          <a:p>
            <a:pPr algn="l" fontAlgn="auto">
              <a:lnSpc>
                <a:spcPct val="150000"/>
              </a:lnSpc>
              <a:buClrTx/>
              <a:buSzTx/>
              <a:buFontTx/>
              <a:buNone/>
            </a:pPr>
            <a:r>
              <a:rPr lang="zh-CN" altLang="en-US" sz="1200" dirty="0">
                <a:sym typeface="+mn-ea"/>
              </a:rPr>
              <a:t>  //组件选项对象的methods属性：用于定义方法</a:t>
            </a:r>
          </a:p>
          <a:p>
            <a:pPr algn="l" fontAlgn="auto">
              <a:lnSpc>
                <a:spcPct val="150000"/>
              </a:lnSpc>
              <a:buClrTx/>
              <a:buSzTx/>
              <a:buFontTx/>
              <a:buNone/>
            </a:pPr>
            <a:r>
              <a:rPr lang="zh-CN" altLang="en-US" sz="1200" dirty="0">
                <a:sym typeface="+mn-ea"/>
              </a:rPr>
              <a:t>24.        methods:{},</a:t>
            </a:r>
          </a:p>
          <a:p>
            <a:pPr algn="l" fontAlgn="auto">
              <a:lnSpc>
                <a:spcPct val="150000"/>
              </a:lnSpc>
              <a:buClrTx/>
              <a:buSzTx/>
              <a:buFontTx/>
              <a:buNone/>
            </a:pPr>
            <a:r>
              <a:rPr lang="zh-CN" altLang="en-US" sz="1200" dirty="0">
                <a:sym typeface="+mn-ea"/>
              </a:rPr>
              <a:t>25.        //生命周期钩子</a:t>
            </a:r>
          </a:p>
          <a:p>
            <a:pPr algn="l" fontAlgn="auto">
              <a:lnSpc>
                <a:spcPct val="150000"/>
              </a:lnSpc>
              <a:buClrTx/>
              <a:buSzTx/>
              <a:buFontTx/>
              <a:buNone/>
            </a:pPr>
            <a:r>
              <a:rPr lang="zh-CN" altLang="en-US" sz="1200" dirty="0">
                <a:sym typeface="+mn-ea"/>
              </a:rPr>
              <a:t>26.        created(){},</a:t>
            </a:r>
          </a:p>
          <a:p>
            <a:pPr algn="l" fontAlgn="auto">
              <a:lnSpc>
                <a:spcPct val="150000"/>
              </a:lnSpc>
              <a:buClrTx/>
              <a:buSzTx/>
              <a:buFontTx/>
              <a:buNone/>
            </a:pPr>
            <a:r>
              <a:rPr lang="zh-CN" altLang="en-US" sz="1200" dirty="0">
                <a:sym typeface="+mn-ea"/>
              </a:rPr>
              <a:t>27.        //计算属性</a:t>
            </a:r>
          </a:p>
          <a:p>
            <a:pPr algn="l" fontAlgn="auto">
              <a:lnSpc>
                <a:spcPct val="150000"/>
              </a:lnSpc>
              <a:buClrTx/>
              <a:buSzTx/>
              <a:buFontTx/>
              <a:buNone/>
            </a:pPr>
            <a:r>
              <a:rPr lang="zh-CN" altLang="en-US" sz="1200" dirty="0">
                <a:sym typeface="+mn-ea"/>
              </a:rPr>
              <a:t>28.        computed:{},</a:t>
            </a:r>
          </a:p>
          <a:p>
            <a:pPr algn="l" fontAlgn="auto">
              <a:lnSpc>
                <a:spcPct val="150000"/>
              </a:lnSpc>
              <a:buClrTx/>
              <a:buSzTx/>
              <a:buFontTx/>
              <a:buNone/>
            </a:pPr>
            <a:r>
              <a:rPr lang="zh-CN" altLang="en-US" sz="1200" dirty="0">
                <a:sym typeface="+mn-ea"/>
              </a:rPr>
              <a:t>29.        //侦听器</a:t>
            </a:r>
          </a:p>
          <a:p>
            <a:pPr algn="l" fontAlgn="auto">
              <a:lnSpc>
                <a:spcPct val="150000"/>
              </a:lnSpc>
              <a:buClrTx/>
              <a:buSzTx/>
              <a:buFontTx/>
              <a:buNone/>
            </a:pPr>
            <a:r>
              <a:rPr lang="zh-CN" altLang="en-US" sz="1200" dirty="0">
                <a:sym typeface="+mn-ea"/>
              </a:rPr>
              <a:t>30.        watch:{}</a:t>
            </a:r>
          </a:p>
          <a:p>
            <a:pPr algn="l" fontAlgn="auto">
              <a:lnSpc>
                <a:spcPct val="150000"/>
              </a:lnSpc>
              <a:buClrTx/>
              <a:buSzTx/>
              <a:buFontTx/>
              <a:buNone/>
            </a:pPr>
            <a:r>
              <a:rPr lang="zh-CN" altLang="en-US" sz="1200" dirty="0">
                <a:sym typeface="+mn-ea"/>
              </a:rPr>
              <a:t>31.    }).mount('#app')</a:t>
            </a:r>
          </a:p>
          <a:p>
            <a:pPr algn="l" fontAlgn="auto">
              <a:lnSpc>
                <a:spcPct val="150000"/>
              </a:lnSpc>
              <a:buClrTx/>
              <a:buSzTx/>
              <a:buFontTx/>
              <a:buNone/>
            </a:pPr>
            <a:r>
              <a:rPr lang="zh-CN" altLang="en-US" sz="1200" dirty="0">
                <a:sym typeface="+mn-ea"/>
              </a:rPr>
              <a:t>32.    //在指定的DOM元素容器上挂载应用程序实例的根组件</a:t>
            </a:r>
          </a:p>
          <a:p>
            <a:pPr algn="l" fontAlgn="auto">
              <a:lnSpc>
                <a:spcPct val="150000"/>
              </a:lnSpc>
              <a:buClrTx/>
              <a:buSzTx/>
              <a:buFontTx/>
              <a:buNone/>
            </a:pPr>
            <a:r>
              <a:rPr lang="zh-CN" altLang="en-US" sz="1200" dirty="0">
                <a:sym typeface="+mn-ea"/>
              </a:rPr>
              <a:t>33.    &lt;/script&gt;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87145" y="1341120"/>
            <a:ext cx="10074275" cy="106807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3.创建应用程序实例示例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运行效果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在浏览器中运行上述代码，创建应用程序实例的显示效果如下图所示。</a:t>
            </a:r>
          </a:p>
        </p:txBody>
      </p:sp>
      <p:pic>
        <p:nvPicPr>
          <p:cNvPr id="9" name="图片 1"/>
          <p:cNvPicPr>
            <a:picLocks noChangeAspect="1"/>
          </p:cNvPicPr>
          <p:nvPr>
            <p:custDataLst>
              <p:tags r:id="rId1"/>
            </p:custDataLst>
          </p:nvPr>
        </p:nvPicPr>
        <p:blipFill>
          <a:blip r:embed="rId4"/>
          <a:stretch>
            <a:fillRect/>
          </a:stretch>
        </p:blipFill>
        <p:spPr>
          <a:xfrm>
            <a:off x="2557145" y="2870835"/>
            <a:ext cx="6731000" cy="2660650"/>
          </a:xfrm>
          <a:prstGeom prst="rect">
            <a:avLst/>
          </a:prstGeom>
          <a:noFill/>
          <a:ln w="12700" cmpd="sng">
            <a:solidFill>
              <a:schemeClr val="tx1"/>
            </a:solidFill>
            <a:prstDash val="solid"/>
          </a:ln>
        </p:spPr>
      </p:pic>
      <p:sp>
        <p:nvSpPr>
          <p:cNvPr id="6" name="圆角矩形 5"/>
          <p:cNvSpPr/>
          <p:nvPr>
            <p:custDataLst>
              <p:tags r:id="rId2"/>
            </p:custDataLst>
          </p:nvPr>
        </p:nvSpPr>
        <p:spPr>
          <a:xfrm>
            <a:off x="926465" y="1313815"/>
            <a:ext cx="10650855" cy="45580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4.1</a:t>
            </a:r>
            <a:r>
              <a:rPr lang="en-US" altLang="zh-CN" sz="3600" dirty="0">
                <a:latin typeface="+mn-ea"/>
                <a:sym typeface="+mn-ea"/>
              </a:rPr>
              <a:t> </a:t>
            </a:r>
            <a:r>
              <a:rPr lang="zh-CN" altLang="en-US" sz="3600" dirty="0">
                <a:latin typeface="+mn-ea"/>
                <a:sym typeface="+mn-ea"/>
              </a:rPr>
              <a:t>创建应用程序实例</a:t>
            </a:r>
            <a:endParaRPr lang="zh-CN" altLang="en-US" sz="3600" dirty="0">
              <a:latin typeface="+mn-ea"/>
            </a:endParaRPr>
          </a:p>
        </p:txBody>
      </p:sp>
      <p:sp>
        <p:nvSpPr>
          <p:cNvPr id="5" name="文本框 4"/>
          <p:cNvSpPr txBox="1"/>
          <p:nvPr/>
        </p:nvSpPr>
        <p:spPr>
          <a:xfrm>
            <a:off x="1287145" y="1870710"/>
            <a:ext cx="10074275" cy="379920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3.创建应用程序实例示例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代码分析</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上述代码中，组件选项对象中存在一个data()函数，当Vue组件实例被创建时会自动调用该函数。data()函数被调用后会返回一个数据对象，该数据对象中的所有property（属性）均会被加入到Vue的响应式系统中。当property的值发生改变时，视图将会产生“响应”效果，即匹配更新property的值为新值。</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需要注意的是，组件选项对象包括data()函数、method选项、生命周期钩子、计算属性、侦听器等，此处仅介绍data()函数，其他对象属性将在后续内容中进行详细介绍。</a:t>
            </a:r>
          </a:p>
        </p:txBody>
      </p:sp>
      <p:sp>
        <p:nvSpPr>
          <p:cNvPr id="6" name="圆角矩形 5"/>
          <p:cNvSpPr/>
          <p:nvPr>
            <p:custDataLst>
              <p:tags r:id="rId1"/>
            </p:custDataLst>
          </p:nvPr>
        </p:nvSpPr>
        <p:spPr>
          <a:xfrm>
            <a:off x="926465" y="1540510"/>
            <a:ext cx="10650855" cy="44157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4.2</a:t>
            </a:r>
          </a:p>
          <a:p>
            <a:pPr algn="ctr"/>
            <a:r>
              <a:rPr lang="en-US" altLang="zh-CN" sz="2800" b="1" dirty="0">
                <a:latin typeface="微软雅黑" panose="020B0503020204020204" pitchFamily="34" charset="-122"/>
                <a:ea typeface="微软雅黑" panose="020B0503020204020204" pitchFamily="34" charset="-122"/>
              </a:rPr>
              <a:t>插值语法</a:t>
            </a:r>
          </a:p>
        </p:txBody>
      </p:sp>
      <p:sp>
        <p:nvSpPr>
          <p:cNvPr id="4" name="文本框 3"/>
          <p:cNvSpPr txBox="1"/>
          <p:nvPr/>
        </p:nvSpPr>
        <p:spPr>
          <a:xfrm>
            <a:off x="6647815" y="2070735"/>
            <a:ext cx="4456430" cy="271653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文本插值</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原始HTML</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插值表达式</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实验：商品价格计算页面</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
        <p:nvSpPr>
          <p:cNvPr id="5" name="文本框 4"/>
          <p:cNvSpPr txBox="1"/>
          <p:nvPr/>
        </p:nvSpPr>
        <p:spPr>
          <a:xfrm>
            <a:off x="1287145" y="2280920"/>
            <a:ext cx="10074275" cy="264731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Vue使用一种基于HTML的模板语法，使开发者能够声明式地将Vue组件实例上的数据绑定到DOM上进行呈现。所有的Vue模板在语法层面均是合法的HTML，可以被符合规范的浏览器和HTML解析器解析。</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应用程序实例创建完成后，需要使用插值语法绑定数据，插值的实现方式主要包括文本插值、原始HTML和插值表达式这3种方式。</a:t>
            </a:r>
          </a:p>
        </p:txBody>
      </p:sp>
      <p:sp>
        <p:nvSpPr>
          <p:cNvPr id="6" name="圆角矩形 5"/>
          <p:cNvSpPr/>
          <p:nvPr>
            <p:custDataLst>
              <p:tags r:id="rId1"/>
            </p:custDataLst>
          </p:nvPr>
        </p:nvSpPr>
        <p:spPr>
          <a:xfrm>
            <a:off x="926465" y="1950720"/>
            <a:ext cx="10650855" cy="30880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引言</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87145" y="2280920"/>
            <a:ext cx="10074275" cy="359092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最基本的数据绑定形式是文本插值，它使用的是Mustache语法，即双大括号形式。</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1.文本插值的语法格式</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文本插值的语法格式如下所示。</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Mustache双大括号标签会被替换为相应Vue组件实例中的message属性的值，每次message属性发生变化时，Mustache标签处的内容就会同步更新。</a:t>
            </a:r>
          </a:p>
        </p:txBody>
      </p:sp>
      <p:sp>
        <p:nvSpPr>
          <p:cNvPr id="6" name="圆角矩形 5"/>
          <p:cNvSpPr/>
          <p:nvPr>
            <p:custDataLst>
              <p:tags r:id="rId1"/>
            </p:custDataLst>
          </p:nvPr>
        </p:nvSpPr>
        <p:spPr>
          <a:xfrm>
            <a:off x="926465" y="1950720"/>
            <a:ext cx="10650855" cy="41465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4.2.1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文本插值</a:t>
            </a:r>
          </a:p>
        </p:txBody>
      </p:sp>
      <p:sp>
        <p:nvSpPr>
          <p:cNvPr id="3" name="文本框 2"/>
          <p:cNvSpPr txBox="1"/>
          <p:nvPr>
            <p:custDataLst>
              <p:tags r:id="rId3"/>
            </p:custDataLst>
          </p:nvPr>
        </p:nvSpPr>
        <p:spPr>
          <a:xfrm>
            <a:off x="1880870" y="4130675"/>
            <a:ext cx="3279140" cy="63881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ClrTx/>
              <a:buSzTx/>
              <a:buFontTx/>
              <a:buNone/>
            </a:pPr>
            <a:r>
              <a:rPr lang="zh-CN" sz="1400" dirty="0">
                <a:latin typeface="微软雅黑" panose="020B0503020204020204" pitchFamily="34" charset="-122"/>
                <a:ea typeface="微软雅黑" panose="020B0503020204020204" pitchFamily="34" charset="-122"/>
                <a:sym typeface="+mn-ea"/>
              </a:rPr>
              <a:t>&lt;h1&gt;{{message}}&lt;/h1&gt;</a:t>
            </a:r>
            <a:endParaRPr sz="1400" dirty="0">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4"/>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87145" y="1720850"/>
            <a:ext cx="10074275" cy="114808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2.文本插值示例</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以《长歌行》为主题设计示例。新建一个HTML文件，演示文本插值的数据同步。</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3038475"/>
            <a:ext cx="5170170" cy="332232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4.2.1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文本插值</a:t>
            </a:r>
          </a:p>
        </p:txBody>
      </p:sp>
      <p:sp>
        <p:nvSpPr>
          <p:cNvPr id="7" name="圆角矩形 6"/>
          <p:cNvSpPr/>
          <p:nvPr>
            <p:custDataLst>
              <p:tags r:id="rId3"/>
            </p:custDataLst>
          </p:nvPr>
        </p:nvSpPr>
        <p:spPr>
          <a:xfrm>
            <a:off x="926465" y="279336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4-2</a:t>
            </a:r>
          </a:p>
        </p:txBody>
      </p:sp>
      <p:sp>
        <p:nvSpPr>
          <p:cNvPr id="15" name="文本框 14"/>
          <p:cNvSpPr txBox="1"/>
          <p:nvPr>
            <p:custDataLst>
              <p:tags r:id="rId4"/>
            </p:custDataLst>
          </p:nvPr>
        </p:nvSpPr>
        <p:spPr>
          <a:xfrm>
            <a:off x="1287145" y="3112135"/>
            <a:ext cx="4671695" cy="3089275"/>
          </a:xfrm>
          <a:prstGeom prst="rect">
            <a:avLst/>
          </a:prstGeom>
          <a:noFill/>
        </p:spPr>
        <p:txBody>
          <a:bodyPr wrap="square" rtlCol="0">
            <a:noAutofit/>
          </a:bodyPr>
          <a:lstStyle/>
          <a:p>
            <a:pPr algn="l" fontAlgn="auto">
              <a:lnSpc>
                <a:spcPct val="150000"/>
              </a:lnSpc>
              <a:buClrTx/>
              <a:buSzTx/>
              <a:buFontTx/>
              <a:buNone/>
            </a:pPr>
            <a:r>
              <a:rPr lang="zh-CN" altLang="en-US" sz="1200">
                <a:sym typeface="+mn-ea"/>
              </a:rPr>
              <a:t>1.&lt;div id="app"&gt;</a:t>
            </a:r>
          </a:p>
          <a:p>
            <a:pPr algn="l" fontAlgn="auto">
              <a:lnSpc>
                <a:spcPct val="150000"/>
              </a:lnSpc>
              <a:buClrTx/>
              <a:buSzTx/>
              <a:buFontTx/>
              <a:buNone/>
            </a:pPr>
            <a:r>
              <a:rPr lang="zh-CN" altLang="en-US" sz="1200">
                <a:sym typeface="+mn-ea"/>
              </a:rPr>
              <a:t>2.    &lt;!-- 文本插值 --&gt;</a:t>
            </a:r>
          </a:p>
          <a:p>
            <a:pPr algn="l" fontAlgn="auto">
              <a:lnSpc>
                <a:spcPct val="150000"/>
              </a:lnSpc>
              <a:buClrTx/>
              <a:buSzTx/>
              <a:buFontTx/>
              <a:buNone/>
            </a:pPr>
            <a:r>
              <a:rPr lang="zh-CN" altLang="en-US" sz="1200">
                <a:sym typeface="+mn-ea"/>
              </a:rPr>
              <a:t>3.    &lt;h1&gt;{{message}}&lt;/h1&gt;</a:t>
            </a:r>
          </a:p>
          <a:p>
            <a:pPr algn="l" fontAlgn="auto">
              <a:lnSpc>
                <a:spcPct val="150000"/>
              </a:lnSpc>
              <a:buClrTx/>
              <a:buSzTx/>
              <a:buFontTx/>
              <a:buNone/>
            </a:pPr>
            <a:r>
              <a:rPr lang="zh-CN" altLang="en-US" sz="1200">
                <a:sym typeface="+mn-ea"/>
              </a:rPr>
              <a:t>4.&lt;/div&gt;</a:t>
            </a:r>
          </a:p>
          <a:p>
            <a:pPr algn="l" fontAlgn="auto">
              <a:lnSpc>
                <a:spcPct val="150000"/>
              </a:lnSpc>
              <a:buClrTx/>
              <a:buSzTx/>
              <a:buFontTx/>
              <a:buNone/>
            </a:pPr>
            <a:r>
              <a:rPr lang="zh-CN" altLang="en-US" sz="1200">
                <a:sym typeface="+mn-ea"/>
              </a:rPr>
              <a:t>5.const vm = Vue.createApp({</a:t>
            </a:r>
          </a:p>
          <a:p>
            <a:pPr algn="l" fontAlgn="auto">
              <a:lnSpc>
                <a:spcPct val="150000"/>
              </a:lnSpc>
              <a:buClrTx/>
              <a:buSzTx/>
              <a:buFontTx/>
              <a:buNone/>
            </a:pPr>
            <a:r>
              <a:rPr lang="zh-CN" altLang="en-US" sz="1200">
                <a:sym typeface="+mn-ea"/>
              </a:rPr>
              <a:t>6.        data() {</a:t>
            </a:r>
          </a:p>
          <a:p>
            <a:pPr algn="l" fontAlgn="auto">
              <a:lnSpc>
                <a:spcPct val="150000"/>
              </a:lnSpc>
              <a:buClrTx/>
              <a:buSzTx/>
              <a:buFontTx/>
              <a:buNone/>
            </a:pPr>
            <a:r>
              <a:rPr lang="zh-CN" altLang="en-US" sz="1200">
                <a:sym typeface="+mn-ea"/>
              </a:rPr>
              <a:t>7.            return {</a:t>
            </a:r>
          </a:p>
          <a:p>
            <a:pPr algn="l" fontAlgn="auto">
              <a:lnSpc>
                <a:spcPct val="150000"/>
              </a:lnSpc>
              <a:buClrTx/>
              <a:buSzTx/>
              <a:buFontTx/>
              <a:buNone/>
            </a:pPr>
            <a:r>
              <a:rPr lang="zh-CN" altLang="en-US" sz="1200">
                <a:sym typeface="+mn-ea"/>
              </a:rPr>
              <a:t>8.                message: "少壮不努力"//组件实例中的message属性</a:t>
            </a:r>
          </a:p>
          <a:p>
            <a:pPr algn="l" fontAlgn="auto">
              <a:lnSpc>
                <a:spcPct val="150000"/>
              </a:lnSpc>
              <a:buClrTx/>
              <a:buSzTx/>
              <a:buFontTx/>
              <a:buNone/>
            </a:pPr>
            <a:r>
              <a:rPr lang="zh-CN" altLang="en-US" sz="1200">
                <a:sym typeface="+mn-ea"/>
              </a:rPr>
              <a:t>9.            }</a:t>
            </a:r>
          </a:p>
          <a:p>
            <a:pPr algn="l" fontAlgn="auto">
              <a:lnSpc>
                <a:spcPct val="150000"/>
              </a:lnSpc>
              <a:buClrTx/>
              <a:buSzTx/>
              <a:buFontTx/>
              <a:buNone/>
            </a:pPr>
            <a:r>
              <a:rPr lang="zh-CN" altLang="en-US" sz="1200">
                <a:sym typeface="+mn-ea"/>
              </a:rPr>
              <a:t>10.        }</a:t>
            </a:r>
          </a:p>
          <a:p>
            <a:pPr algn="l" fontAlgn="auto">
              <a:lnSpc>
                <a:spcPct val="150000"/>
              </a:lnSpc>
              <a:buClrTx/>
              <a:buSzTx/>
              <a:buFontTx/>
              <a:buNone/>
            </a:pPr>
            <a:r>
              <a:rPr lang="zh-CN" altLang="en-US" sz="1200">
                <a:sym typeface="+mn-ea"/>
              </a:rPr>
              <a:t>11.    }).mount('#app')</a:t>
            </a:r>
          </a:p>
        </p:txBody>
      </p:sp>
      <p:pic>
        <p:nvPicPr>
          <p:cNvPr id="184" name="图片 10"/>
          <p:cNvPicPr>
            <a:picLocks noChangeAspect="1"/>
          </p:cNvPicPr>
          <p:nvPr>
            <p:custDataLst>
              <p:tags r:id="rId5"/>
            </p:custDataLst>
          </p:nvPr>
        </p:nvPicPr>
        <p:blipFill>
          <a:blip r:embed="rId8"/>
          <a:stretch>
            <a:fillRect/>
          </a:stretch>
        </p:blipFill>
        <p:spPr>
          <a:xfrm>
            <a:off x="6757035" y="3312795"/>
            <a:ext cx="4476115" cy="2687955"/>
          </a:xfrm>
          <a:prstGeom prst="rect">
            <a:avLst/>
          </a:prstGeom>
          <a:noFill/>
          <a:ln>
            <a:solidFill>
              <a:schemeClr val="tx1"/>
            </a:solidFill>
          </a:ln>
        </p:spPr>
      </p:pic>
      <p:sp>
        <p:nvSpPr>
          <p:cNvPr id="8" name="文本框 7"/>
          <p:cNvSpPr txBox="1"/>
          <p:nvPr>
            <p:custDataLst>
              <p:tags r:id="rId6"/>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4910" y="1720850"/>
            <a:ext cx="10034270" cy="114808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2.文本插值示例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显示效果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在控制台中，将页面切换至Console选项，并输入vm.message="老大徒伤悲"，按下Enter键，实现message属性值的同步更改。</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1720850"/>
            <a:ext cx="10382250" cy="463994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4.2.1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文本插值</a:t>
            </a:r>
          </a:p>
        </p:txBody>
      </p:sp>
      <p:pic>
        <p:nvPicPr>
          <p:cNvPr id="186" name="图片 12"/>
          <p:cNvPicPr>
            <a:picLocks noChangeAspect="1"/>
          </p:cNvPicPr>
          <p:nvPr>
            <p:custDataLst>
              <p:tags r:id="rId3"/>
            </p:custDataLst>
          </p:nvPr>
        </p:nvPicPr>
        <p:blipFill>
          <a:blip r:embed="rId6"/>
          <a:stretch>
            <a:fillRect/>
          </a:stretch>
        </p:blipFill>
        <p:spPr>
          <a:xfrm>
            <a:off x="2503805" y="3429000"/>
            <a:ext cx="6854190" cy="2773045"/>
          </a:xfrm>
          <a:prstGeom prst="rect">
            <a:avLst/>
          </a:prstGeom>
          <a:noFill/>
          <a:ln>
            <a:solidFill>
              <a:schemeClr val="tx1"/>
            </a:solidFill>
          </a:ln>
        </p:spPr>
      </p:pic>
      <p:sp>
        <p:nvSpPr>
          <p:cNvPr id="3" name="文本框 2"/>
          <p:cNvSpPr txBox="1"/>
          <p:nvPr>
            <p:custDataLst>
              <p:tags r:id="rId4"/>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4910" y="1969135"/>
            <a:ext cx="10034270" cy="214693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Mustache双大括号会将数据解释为普通的纯文本，而非HTML代码。用户可使用v-html指令在Mustache标签中输出HTML代码。</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sym typeface="+mn-ea"/>
              </a:rPr>
              <a:t>1.原始HTML的语法格式</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在Mustache标签中输出原始HTML的语法格式如下所示。</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1969135"/>
            <a:ext cx="10382250" cy="359854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原始HTML</a:t>
            </a:r>
          </a:p>
        </p:txBody>
      </p:sp>
      <p:sp>
        <p:nvSpPr>
          <p:cNvPr id="3" name="文本框 2"/>
          <p:cNvSpPr txBox="1"/>
          <p:nvPr>
            <p:custDataLst>
              <p:tags r:id="rId3"/>
            </p:custDataLst>
          </p:nvPr>
        </p:nvSpPr>
        <p:spPr>
          <a:xfrm>
            <a:off x="1880870" y="4378960"/>
            <a:ext cx="4683760" cy="63881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ClrTx/>
              <a:buSzTx/>
              <a:buFontTx/>
              <a:buNone/>
            </a:pPr>
            <a:r>
              <a:rPr lang="zh-CN" sz="1400" dirty="0">
                <a:latin typeface="微软雅黑" panose="020B0503020204020204" pitchFamily="34" charset="-122"/>
                <a:ea typeface="微软雅黑" panose="020B0503020204020204" pitchFamily="34" charset="-122"/>
                <a:sym typeface="+mn-ea"/>
              </a:rPr>
              <a:t>&lt;h1 v-html="message"&gt;&lt;/h1&gt;</a:t>
            </a:r>
            <a:endParaRPr sz="1400" dirty="0">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4"/>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87145" y="1720850"/>
            <a:ext cx="10074275" cy="114808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2.原始HTML示例</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实现一个包含VS Code的官网链接的页面。首先在data()函数中定义一个message属性，用于保存&lt;a&gt;，然后根据需要设置&lt;a&gt;的属性值及标签内容，最后使用v-html指令将message属性绑定到对应元素上。</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3784600"/>
            <a:ext cx="10435590" cy="257619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custDataLst>
              <p:tags r:id="rId2"/>
            </p:custDataLst>
          </p:nvPr>
        </p:nvSpPr>
        <p:spPr>
          <a:xfrm>
            <a:off x="762000" y="359473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4-3</a:t>
            </a:r>
          </a:p>
        </p:txBody>
      </p:sp>
      <p:sp>
        <p:nvSpPr>
          <p:cNvPr id="15" name="文本框 14"/>
          <p:cNvSpPr txBox="1"/>
          <p:nvPr>
            <p:custDataLst>
              <p:tags r:id="rId3"/>
            </p:custDataLst>
          </p:nvPr>
        </p:nvSpPr>
        <p:spPr>
          <a:xfrm>
            <a:off x="1287145" y="3913505"/>
            <a:ext cx="2883535" cy="2287905"/>
          </a:xfrm>
          <a:prstGeom prst="rect">
            <a:avLst/>
          </a:prstGeom>
          <a:noFill/>
        </p:spPr>
        <p:txBody>
          <a:bodyPr wrap="square" rtlCol="0">
            <a:noAutofit/>
          </a:bodyPr>
          <a:lstStyle/>
          <a:p>
            <a:pPr algn="l" fontAlgn="auto">
              <a:lnSpc>
                <a:spcPct val="150000"/>
              </a:lnSpc>
              <a:buClrTx/>
              <a:buSzTx/>
              <a:buFontTx/>
              <a:buNone/>
            </a:pPr>
            <a:r>
              <a:rPr lang="zh-CN" altLang="en-US" sz="1200">
                <a:sym typeface="+mn-ea"/>
              </a:rPr>
              <a:t>1.&lt;div id="app"&gt;</a:t>
            </a:r>
          </a:p>
          <a:p>
            <a:pPr algn="l" fontAlgn="auto">
              <a:lnSpc>
                <a:spcPct val="150000"/>
              </a:lnSpc>
              <a:buClrTx/>
              <a:buSzTx/>
              <a:buFontTx/>
              <a:buNone/>
            </a:pPr>
            <a:r>
              <a:rPr lang="zh-CN" altLang="en-US" sz="1200">
                <a:sym typeface="+mn-ea"/>
              </a:rPr>
              <a:t>2.    &lt;!-- 普通文本插值 --&gt;</a:t>
            </a:r>
          </a:p>
          <a:p>
            <a:pPr algn="l" fontAlgn="auto">
              <a:lnSpc>
                <a:spcPct val="150000"/>
              </a:lnSpc>
              <a:buClrTx/>
              <a:buSzTx/>
              <a:buFontTx/>
              <a:buNone/>
            </a:pPr>
            <a:r>
              <a:rPr lang="zh-CN" altLang="en-US" sz="1200">
                <a:sym typeface="+mn-ea"/>
              </a:rPr>
              <a:t>3.    &lt;h2&gt;{{message}}&lt;/h2&gt;</a:t>
            </a:r>
          </a:p>
          <a:p>
            <a:pPr algn="l" fontAlgn="auto">
              <a:lnSpc>
                <a:spcPct val="150000"/>
              </a:lnSpc>
              <a:buClrTx/>
              <a:buSzTx/>
              <a:buFontTx/>
              <a:buNone/>
            </a:pPr>
            <a:r>
              <a:rPr lang="zh-CN" altLang="en-US" sz="1200">
                <a:sym typeface="+mn-ea"/>
              </a:rPr>
              <a:t>4.    &lt;!-- 输出原始HTML代码 --&gt;</a:t>
            </a:r>
          </a:p>
          <a:p>
            <a:pPr algn="l" fontAlgn="auto">
              <a:lnSpc>
                <a:spcPct val="150000"/>
              </a:lnSpc>
              <a:buClrTx/>
              <a:buSzTx/>
              <a:buFontTx/>
              <a:buNone/>
            </a:pPr>
            <a:r>
              <a:rPr lang="zh-CN" altLang="en-US" sz="1200">
                <a:sym typeface="+mn-ea"/>
              </a:rPr>
              <a:t>5.    &lt;h2 v-html="message"&gt;&lt;/h2&gt;</a:t>
            </a:r>
          </a:p>
          <a:p>
            <a:pPr algn="l" fontAlgn="auto">
              <a:lnSpc>
                <a:spcPct val="150000"/>
              </a:lnSpc>
              <a:buClrTx/>
              <a:buSzTx/>
              <a:buFontTx/>
              <a:buNone/>
            </a:pPr>
            <a:r>
              <a:rPr lang="zh-CN" altLang="en-US" sz="1200">
                <a:sym typeface="+mn-ea"/>
              </a:rPr>
              <a:t>6.&lt;/div&gt;</a:t>
            </a:r>
          </a:p>
          <a:p>
            <a:pPr algn="l" fontAlgn="auto">
              <a:lnSpc>
                <a:spcPct val="150000"/>
              </a:lnSpc>
              <a:buClrTx/>
              <a:buSzTx/>
              <a:buFontTx/>
              <a:buNone/>
            </a:pPr>
            <a:r>
              <a:rPr lang="zh-CN" altLang="en-US" sz="1200">
                <a:sym typeface="+mn-ea"/>
              </a:rPr>
              <a:t>7.const vm = Vue.createApp({</a:t>
            </a:r>
          </a:p>
          <a:p>
            <a:pPr algn="l" fontAlgn="auto">
              <a:lnSpc>
                <a:spcPct val="150000"/>
              </a:lnSpc>
              <a:buClrTx/>
              <a:buSzTx/>
              <a:buFontTx/>
              <a:buNone/>
            </a:pPr>
            <a:r>
              <a:rPr lang="zh-CN" altLang="en-US" sz="1200">
                <a:sym typeface="+mn-ea"/>
              </a:rPr>
              <a:t>8.   data() {</a:t>
            </a:r>
          </a:p>
        </p:txBody>
      </p:sp>
      <p:sp>
        <p:nvSpPr>
          <p:cNvPr id="3" name="文本框 2"/>
          <p:cNvSpPr txBox="1"/>
          <p:nvPr>
            <p:custDataLst>
              <p:tags r:id="rId4"/>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原始HTML</a:t>
            </a:r>
          </a:p>
        </p:txBody>
      </p:sp>
      <p:sp>
        <p:nvSpPr>
          <p:cNvPr id="8" name="文本框 7"/>
          <p:cNvSpPr txBox="1"/>
          <p:nvPr>
            <p:custDataLst>
              <p:tags r:id="rId5"/>
            </p:custDataLst>
          </p:nvPr>
        </p:nvSpPr>
        <p:spPr>
          <a:xfrm>
            <a:off x="6319520" y="3850640"/>
            <a:ext cx="5041900" cy="2287905"/>
          </a:xfrm>
          <a:prstGeom prst="rect">
            <a:avLst/>
          </a:prstGeom>
          <a:noFill/>
        </p:spPr>
        <p:txBody>
          <a:bodyPr wrap="square" rtlCol="0">
            <a:noAutofit/>
          </a:bodyPr>
          <a:lstStyle/>
          <a:p>
            <a:pPr algn="l" fontAlgn="auto">
              <a:lnSpc>
                <a:spcPct val="150000"/>
              </a:lnSpc>
              <a:buClrTx/>
              <a:buSzTx/>
              <a:buFontTx/>
              <a:buNone/>
            </a:pPr>
            <a:r>
              <a:rPr lang="zh-CN" altLang="en-US" sz="1200">
                <a:sym typeface="+mn-ea"/>
              </a:rPr>
              <a:t>8.   data() {</a:t>
            </a:r>
          </a:p>
          <a:p>
            <a:pPr algn="l" fontAlgn="auto">
              <a:lnSpc>
                <a:spcPct val="150000"/>
              </a:lnSpc>
              <a:buClrTx/>
              <a:buSzTx/>
              <a:buFontTx/>
              <a:buNone/>
            </a:pPr>
            <a:r>
              <a:rPr lang="zh-CN" altLang="en-US" sz="1200">
                <a:sym typeface="+mn-ea"/>
              </a:rPr>
              <a:t>9.   return {</a:t>
            </a:r>
          </a:p>
          <a:p>
            <a:pPr algn="l" fontAlgn="auto">
              <a:lnSpc>
                <a:spcPct val="150000"/>
              </a:lnSpc>
              <a:buClrTx/>
              <a:buSzTx/>
              <a:buFontTx/>
              <a:buNone/>
            </a:pPr>
            <a:r>
              <a:rPr lang="zh-CN" altLang="en-US" sz="1200">
                <a:sym typeface="+mn-ea"/>
              </a:rPr>
              <a:t>10.     message:'&lt;a href="https://code.visualstudio.com/"&gt;VS Code&lt;/a&gt;'</a:t>
            </a:r>
          </a:p>
          <a:p>
            <a:pPr algn="l" fontAlgn="auto">
              <a:lnSpc>
                <a:spcPct val="150000"/>
              </a:lnSpc>
              <a:buClrTx/>
              <a:buSzTx/>
              <a:buFontTx/>
              <a:buNone/>
            </a:pPr>
            <a:r>
              <a:rPr lang="zh-CN" altLang="en-US" sz="1200">
                <a:sym typeface="+mn-ea"/>
              </a:rPr>
              <a:t>11.        }</a:t>
            </a:r>
          </a:p>
          <a:p>
            <a:pPr algn="l" fontAlgn="auto">
              <a:lnSpc>
                <a:spcPct val="150000"/>
              </a:lnSpc>
              <a:buClrTx/>
              <a:buSzTx/>
              <a:buFontTx/>
              <a:buNone/>
            </a:pPr>
            <a:r>
              <a:rPr lang="zh-CN" altLang="en-US" sz="1200">
                <a:sym typeface="+mn-ea"/>
              </a:rPr>
              <a:t>12.     }</a:t>
            </a:r>
          </a:p>
          <a:p>
            <a:pPr algn="l" fontAlgn="auto">
              <a:lnSpc>
                <a:spcPct val="150000"/>
              </a:lnSpc>
              <a:buClrTx/>
              <a:buSzTx/>
              <a:buFontTx/>
              <a:buNone/>
            </a:pPr>
            <a:r>
              <a:rPr lang="zh-CN" altLang="en-US" sz="1200">
                <a:sym typeface="+mn-ea"/>
              </a:rPr>
              <a:t>13.}).mount('#app')</a:t>
            </a:r>
          </a:p>
        </p:txBody>
      </p:sp>
      <p:cxnSp>
        <p:nvCxnSpPr>
          <p:cNvPr id="9" name="直接连接符 8"/>
          <p:cNvCxnSpPr>
            <a:stCxn id="6" idx="0"/>
          </p:cNvCxnSpPr>
          <p:nvPr/>
        </p:nvCxnSpPr>
        <p:spPr>
          <a:xfrm>
            <a:off x="6144260" y="3784600"/>
            <a:ext cx="11430" cy="2638425"/>
          </a:xfrm>
          <a:prstGeom prst="line">
            <a:avLst/>
          </a:prstGeom>
          <a:ln w="6350"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10" name="文本框 9"/>
          <p:cNvSpPr txBox="1"/>
          <p:nvPr>
            <p:custDataLst>
              <p:tags r:id="rId6"/>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4910" y="1720850"/>
            <a:ext cx="10034270" cy="114808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sym typeface="+mn-ea"/>
              </a:rPr>
              <a:t>2.原始HTML示例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显示效果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在浏览器中运行上述代码，显示效果如下图所示。</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1720850"/>
            <a:ext cx="10382250" cy="41903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原始HTML</a:t>
            </a:r>
          </a:p>
        </p:txBody>
      </p:sp>
      <p:pic>
        <p:nvPicPr>
          <p:cNvPr id="187" name="图片 13"/>
          <p:cNvPicPr>
            <a:picLocks noChangeAspect="1"/>
          </p:cNvPicPr>
          <p:nvPr>
            <p:custDataLst>
              <p:tags r:id="rId3"/>
            </p:custDataLst>
          </p:nvPr>
        </p:nvPicPr>
        <p:blipFill>
          <a:blip r:embed="rId6"/>
          <a:stretch>
            <a:fillRect/>
          </a:stretch>
        </p:blipFill>
        <p:spPr>
          <a:xfrm>
            <a:off x="2635885" y="3170555"/>
            <a:ext cx="6492875" cy="2240915"/>
          </a:xfrm>
          <a:prstGeom prst="rect">
            <a:avLst/>
          </a:prstGeom>
          <a:noFill/>
          <a:ln>
            <a:solidFill>
              <a:schemeClr val="tx1"/>
            </a:solidFill>
          </a:ln>
        </p:spPr>
      </p:pic>
      <p:sp>
        <p:nvSpPr>
          <p:cNvPr id="7" name="文本框 6"/>
          <p:cNvSpPr txBox="1"/>
          <p:nvPr>
            <p:custDataLst>
              <p:tags r:id="rId4"/>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4910" y="2087880"/>
            <a:ext cx="10034270" cy="333248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sym typeface="+mn-ea"/>
              </a:rPr>
              <a:t>2.原始HTML示例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代码分析</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可以发现，使用v-html指令的&lt;h2&gt;标签成功将message属性值输出为真正的&lt;a&gt;，当用户单击VS Code超链接后，页面将跳转至VS Code官网。未使用v-html指令的&lt;h2&gt;标签将message属性值输出为普通的纯文本。</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需要注意的是，Mustache语法不可以在HTML attributes（特性）中使用，当需要控制某个元素的属性时，可借助v-bind指令实现。v-bind指令将在4.4节中进行详细介绍，此处仅作点提。</a:t>
            </a:r>
          </a:p>
        </p:txBody>
      </p:sp>
      <p:sp>
        <p:nvSpPr>
          <p:cNvPr id="6" name="圆角矩形 5"/>
          <p:cNvSpPr/>
          <p:nvPr>
            <p:custDataLst>
              <p:tags r:id="rId1"/>
            </p:custDataLst>
          </p:nvPr>
        </p:nvSpPr>
        <p:spPr>
          <a:xfrm>
            <a:off x="926465" y="2087880"/>
            <a:ext cx="10382250" cy="352171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原始HTML</a:t>
            </a:r>
          </a:p>
        </p:txBody>
      </p:sp>
      <p:sp>
        <p:nvSpPr>
          <p:cNvPr id="4" name="文本框 3"/>
          <p:cNvSpPr txBox="1"/>
          <p:nvPr>
            <p:custDataLst>
              <p:tags r:id="rId3"/>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4910" y="1969135"/>
            <a:ext cx="10034270" cy="214693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至此，仅在模板中绑定了一些简单的属性名。但事实上，Vue在所有的数据绑定中均支持完全的JavaScript表达式形式，接下来介绍如何在插值语法中使用JavaScript表达式。</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在插值语法中使用JavaScript表达式，语法格式如下所示。</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1969135"/>
            <a:ext cx="10382250" cy="428942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插值表达式</a:t>
            </a:r>
          </a:p>
        </p:txBody>
      </p:sp>
      <p:sp>
        <p:nvSpPr>
          <p:cNvPr id="3" name="文本框 2"/>
          <p:cNvSpPr txBox="1"/>
          <p:nvPr>
            <p:custDataLst>
              <p:tags r:id="rId3"/>
            </p:custDataLst>
          </p:nvPr>
        </p:nvSpPr>
        <p:spPr>
          <a:xfrm>
            <a:off x="1880870" y="4116070"/>
            <a:ext cx="4453255" cy="160528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ClrTx/>
              <a:buSzTx/>
              <a:buFontTx/>
              <a:buNone/>
            </a:pPr>
            <a:r>
              <a:rPr lang="zh-CN" sz="1400" dirty="0">
                <a:latin typeface="微软雅黑" panose="020B0503020204020204" pitchFamily="34" charset="-122"/>
                <a:ea typeface="微软雅黑" panose="020B0503020204020204" pitchFamily="34" charset="-122"/>
                <a:sym typeface="+mn-ea"/>
              </a:rPr>
              <a:t>{{ number + 1 }}</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ClrTx/>
              <a:buSzTx/>
              <a:buFontTx/>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ok ? 'YES' : 'NO' }}</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ClrTx/>
              <a:buSzTx/>
              <a:buFontTx/>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message.split('').reverse().join('') }}</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ClrTx/>
              <a:buSzTx/>
              <a:buFontTx/>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&lt;div :id="`list-${id}`"&gt;&lt;/div&gt;</a:t>
            </a:r>
            <a:endParaRPr sz="1400" dirty="0">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4"/>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5545" y="2495550"/>
            <a:ext cx="10034270" cy="214693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需要注意的是，在Vue模板内，每个绑定仅支持单一表达式，即一段能够被求值的JavaScript代码，不满足上述条件，则绑定不生效，示例代码如下。</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2239010"/>
            <a:ext cx="10382250" cy="34442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插值表达式</a:t>
            </a:r>
          </a:p>
        </p:txBody>
      </p:sp>
      <p:sp>
        <p:nvSpPr>
          <p:cNvPr id="3" name="文本框 2"/>
          <p:cNvSpPr txBox="1"/>
          <p:nvPr>
            <p:custDataLst>
              <p:tags r:id="rId3"/>
            </p:custDataLst>
          </p:nvPr>
        </p:nvSpPr>
        <p:spPr>
          <a:xfrm>
            <a:off x="1773555" y="3581400"/>
            <a:ext cx="4453255" cy="160528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ClrTx/>
              <a:buSzTx/>
              <a:buFontTx/>
              <a:buNone/>
            </a:pPr>
            <a:r>
              <a:rPr lang="zh-CN" sz="1400" dirty="0">
                <a:latin typeface="微软雅黑" panose="020B0503020204020204" pitchFamily="34" charset="-122"/>
                <a:ea typeface="微软雅黑" panose="020B0503020204020204" pitchFamily="34" charset="-122"/>
                <a:sym typeface="+mn-ea"/>
              </a:rPr>
              <a:t>&lt;!-- 这是一个语句，而非表达式 --&gt;</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ClrTx/>
              <a:buSzTx/>
              <a:buFontTx/>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var a = 1 }}</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ClrTx/>
              <a:buSzTx/>
              <a:buFontTx/>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 条件控制也不支持，请使用三元表达式 --</a:t>
            </a:r>
            <a:endParaRPr sz="1400" dirty="0">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4"/>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5545" y="2495550"/>
            <a:ext cx="10034270" cy="214693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1.实验描述</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本实验是实现一个计算商品价格的页面。该页面在Mustache标签中调用JavaScript的toLowerCase()方法将商品名称转换为小写格式，在Mustache标签中借助乘法表达式计算商品总价，在Mustache标签中借助JavaScript的字符串方法与数组方法实现页面欢迎语句的展示。</a:t>
            </a:r>
          </a:p>
        </p:txBody>
      </p:sp>
      <p:sp>
        <p:nvSpPr>
          <p:cNvPr id="6" name="圆角矩形 5"/>
          <p:cNvSpPr/>
          <p:nvPr>
            <p:custDataLst>
              <p:tags r:id="rId1"/>
            </p:custDataLst>
          </p:nvPr>
        </p:nvSpPr>
        <p:spPr>
          <a:xfrm>
            <a:off x="926465" y="2239010"/>
            <a:ext cx="10382250" cy="32251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实验：商品价格计算页面</a:t>
            </a:r>
          </a:p>
        </p:txBody>
      </p:sp>
      <p:sp>
        <p:nvSpPr>
          <p:cNvPr id="8" name="文本框 7"/>
          <p:cNvSpPr txBox="1"/>
          <p:nvPr>
            <p:custDataLst>
              <p:tags r:id="rId3"/>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5545" y="2214880"/>
            <a:ext cx="10034270" cy="58864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1.实验描述</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结构简图</a:t>
            </a:r>
            <a:endParaRPr lang="zh-CN" sz="2000" dirty="0">
              <a:latin typeface="微软雅黑" panose="020B0503020204020204" pitchFamily="34" charset="-122"/>
              <a:ea typeface="微软雅黑" panose="020B0503020204020204" pitchFamily="34" charset="-122"/>
            </a:endParaRPr>
          </a:p>
        </p:txBody>
      </p:sp>
      <p:sp>
        <p:nvSpPr>
          <p:cNvPr id="6" name="圆角矩形 5"/>
          <p:cNvSpPr/>
          <p:nvPr>
            <p:custDataLst>
              <p:tags r:id="rId1"/>
            </p:custDataLst>
          </p:nvPr>
        </p:nvSpPr>
        <p:spPr>
          <a:xfrm>
            <a:off x="926465" y="1958340"/>
            <a:ext cx="10382250" cy="40030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实验：商品价格计算页面</a:t>
            </a:r>
          </a:p>
        </p:txBody>
      </p:sp>
      <p:sp>
        <p:nvSpPr>
          <p:cNvPr id="8" name="文本框 7"/>
          <p:cNvSpPr txBox="1"/>
          <p:nvPr>
            <p:custDataLst>
              <p:tags r:id="rId3"/>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pic>
        <p:nvPicPr>
          <p:cNvPr id="154" name="图片 5"/>
          <p:cNvPicPr>
            <a:picLocks noChangeAspect="1"/>
          </p:cNvPicPr>
          <p:nvPr>
            <p:custDataLst>
              <p:tags r:id="rId4"/>
            </p:custDataLst>
          </p:nvPr>
        </p:nvPicPr>
        <p:blipFill>
          <a:blip r:embed="rId6"/>
          <a:stretch>
            <a:fillRect/>
          </a:stretch>
        </p:blipFill>
        <p:spPr>
          <a:xfrm>
            <a:off x="2455545" y="2907030"/>
            <a:ext cx="7280910" cy="258889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85545" y="2592705"/>
            <a:ext cx="9584690" cy="243268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en-US" altLang="zh-CN" sz="2000" b="1" dirty="0">
                <a:solidFill>
                  <a:schemeClr val="accent2"/>
                </a:solidFill>
                <a:latin typeface="微软雅黑" panose="020B0503020204020204" pitchFamily="34" charset="-122"/>
                <a:ea typeface="微软雅黑" panose="020B0503020204020204" pitchFamily="34" charset="-122"/>
              </a:rPr>
              <a:t>2</a:t>
            </a:r>
            <a:r>
              <a:rPr lang="zh-CN" sz="2000" b="1" dirty="0">
                <a:solidFill>
                  <a:schemeClr val="accent2"/>
                </a:solidFill>
                <a:latin typeface="微软雅黑" panose="020B0503020204020204" pitchFamily="34" charset="-122"/>
                <a:ea typeface="微软雅黑" panose="020B0503020204020204" pitchFamily="34" charset="-122"/>
              </a:rPr>
              <a:t>.代码实现</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新建一个HTML文件，以CDN的方式在该文件中引入Vue文件。在data()函数中定义一个商品信息数组及欢迎语字符串，并在Mustache标签中使用JavaScript表达式实现商品价格计算与欢迎语展示。</a:t>
            </a:r>
            <a:endParaRPr lang="en-US" altLang="zh-CN" sz="2000" dirty="0">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
            </p:custDataLst>
          </p:nvPr>
        </p:nvSpPr>
        <p:spPr>
          <a:xfrm>
            <a:off x="926465" y="2336165"/>
            <a:ext cx="10382250" cy="296037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实验：商品价格计算页面</a:t>
            </a:r>
          </a:p>
        </p:txBody>
      </p:sp>
      <p:sp>
        <p:nvSpPr>
          <p:cNvPr id="8" name="文本框 7"/>
          <p:cNvSpPr txBox="1"/>
          <p:nvPr>
            <p:custDataLst>
              <p:tags r:id="rId3"/>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02030" y="1747520"/>
            <a:ext cx="9649460" cy="6007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en-US" altLang="zh-CN" sz="2000" b="1" dirty="0">
                <a:solidFill>
                  <a:schemeClr val="accent2"/>
                </a:solidFill>
                <a:latin typeface="微软雅黑" panose="020B0503020204020204" pitchFamily="34" charset="-122"/>
                <a:ea typeface="微软雅黑" panose="020B0503020204020204" pitchFamily="34" charset="-122"/>
              </a:rPr>
              <a:t>2</a:t>
            </a:r>
            <a:r>
              <a:rPr lang="zh-CN" sz="2000" b="1" dirty="0">
                <a:solidFill>
                  <a:schemeClr val="accent2"/>
                </a:solidFill>
                <a:latin typeface="微软雅黑" panose="020B0503020204020204" pitchFamily="34" charset="-122"/>
                <a:ea typeface="微软雅黑" panose="020B0503020204020204" pitchFamily="34" charset="-122"/>
              </a:rPr>
              <a:t>.代码实现</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en-US" altLang="zh-CN" sz="2000" dirty="0">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
            </p:custDataLst>
          </p:nvPr>
        </p:nvSpPr>
        <p:spPr>
          <a:xfrm>
            <a:off x="926465" y="2336165"/>
            <a:ext cx="10568305" cy="38823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实验：商品价格计算页面</a:t>
            </a:r>
          </a:p>
        </p:txBody>
      </p:sp>
      <p:sp>
        <p:nvSpPr>
          <p:cNvPr id="8" name="文本框 7"/>
          <p:cNvSpPr txBox="1"/>
          <p:nvPr>
            <p:custDataLst>
              <p:tags r:id="rId3"/>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
        <p:nvSpPr>
          <p:cNvPr id="7" name="圆角矩形 6"/>
          <p:cNvSpPr/>
          <p:nvPr>
            <p:custDataLst>
              <p:tags r:id="rId4"/>
            </p:custDataLst>
          </p:nvPr>
        </p:nvSpPr>
        <p:spPr>
          <a:xfrm>
            <a:off x="762000" y="225996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4-4</a:t>
            </a:r>
          </a:p>
        </p:txBody>
      </p:sp>
      <p:sp>
        <p:nvSpPr>
          <p:cNvPr id="15" name="文本框 14"/>
          <p:cNvSpPr txBox="1"/>
          <p:nvPr>
            <p:custDataLst>
              <p:tags r:id="rId5"/>
            </p:custDataLst>
          </p:nvPr>
        </p:nvSpPr>
        <p:spPr>
          <a:xfrm>
            <a:off x="1185545" y="2583815"/>
            <a:ext cx="4570095" cy="3626485"/>
          </a:xfrm>
          <a:prstGeom prst="rect">
            <a:avLst/>
          </a:prstGeom>
          <a:noFill/>
        </p:spPr>
        <p:txBody>
          <a:bodyPr wrap="square" rtlCol="0">
            <a:noAutofit/>
          </a:bodyPr>
          <a:lstStyle/>
          <a:p>
            <a:pPr algn="l" fontAlgn="auto">
              <a:lnSpc>
                <a:spcPct val="150000"/>
              </a:lnSpc>
              <a:buClrTx/>
              <a:buSzTx/>
              <a:buFontTx/>
              <a:buNone/>
            </a:pPr>
            <a:r>
              <a:rPr lang="zh-CN" altLang="en-US" sz="1200">
                <a:sym typeface="+mn-ea"/>
              </a:rPr>
              <a:t>1.&lt;div id='app'&gt;</a:t>
            </a:r>
          </a:p>
          <a:p>
            <a:pPr algn="l" fontAlgn="auto">
              <a:lnSpc>
                <a:spcPct val="150000"/>
              </a:lnSpc>
              <a:buClrTx/>
              <a:buSzTx/>
              <a:buFontTx/>
              <a:buNone/>
            </a:pPr>
            <a:r>
              <a:rPr lang="zh-CN" altLang="en-US" sz="1200">
                <a:sym typeface="+mn-ea"/>
              </a:rPr>
              <a:t>2.    &lt;p&gt;{{message[0].name.toLowerCase()}}的总价为：{{message[0].price*message[0].total}}&lt;/p&gt;</a:t>
            </a:r>
          </a:p>
          <a:p>
            <a:pPr algn="l" fontAlgn="auto">
              <a:lnSpc>
                <a:spcPct val="150000"/>
              </a:lnSpc>
              <a:buClrTx/>
              <a:buSzTx/>
              <a:buFontTx/>
              <a:buNone/>
            </a:pPr>
            <a:r>
              <a:rPr lang="zh-CN" altLang="en-US" sz="1200">
                <a:sym typeface="+mn-ea"/>
              </a:rPr>
              <a:t>3.    &lt;p&gt;{{message[1].name.toLowerCase()}}的总价为：{{message[1].price*message[1].total}}&lt;/p&gt;</a:t>
            </a:r>
          </a:p>
          <a:p>
            <a:pPr algn="l" fontAlgn="auto">
              <a:lnSpc>
                <a:spcPct val="150000"/>
              </a:lnSpc>
              <a:buClrTx/>
              <a:buSzTx/>
              <a:buFontTx/>
              <a:buNone/>
            </a:pPr>
            <a:r>
              <a:rPr lang="zh-CN" altLang="en-US" sz="1200">
                <a:sym typeface="+mn-ea"/>
              </a:rPr>
              <a:t>4.    &lt;p&gt;{{message[2].name.toLowerCase()}}的总价为：{{message[2].price*message[2].total}}&lt;/p&gt;</a:t>
            </a:r>
          </a:p>
          <a:p>
            <a:pPr algn="l" fontAlgn="auto">
              <a:lnSpc>
                <a:spcPct val="150000"/>
              </a:lnSpc>
              <a:buClrTx/>
              <a:buSzTx/>
              <a:buFontTx/>
              <a:buNone/>
            </a:pPr>
            <a:r>
              <a:rPr lang="zh-CN" altLang="en-US" sz="1200">
                <a:sym typeface="+mn-ea"/>
              </a:rPr>
              <a:t>5.    &lt;h3&gt;{{alert.split(" ").reverse().join('')}}&lt;/h3&gt;</a:t>
            </a:r>
          </a:p>
          <a:p>
            <a:pPr algn="l" fontAlgn="auto">
              <a:lnSpc>
                <a:spcPct val="150000"/>
              </a:lnSpc>
              <a:buClrTx/>
              <a:buSzTx/>
              <a:buFontTx/>
              <a:buNone/>
            </a:pPr>
            <a:r>
              <a:rPr lang="zh-CN" altLang="en-US" sz="1200">
                <a:sym typeface="+mn-ea"/>
              </a:rPr>
              <a:t>6.&lt;/div&gt;</a:t>
            </a:r>
          </a:p>
          <a:p>
            <a:pPr algn="l" fontAlgn="auto">
              <a:lnSpc>
                <a:spcPct val="150000"/>
              </a:lnSpc>
              <a:buClrTx/>
              <a:buSzTx/>
              <a:buFontTx/>
              <a:buNone/>
            </a:pPr>
            <a:r>
              <a:rPr lang="zh-CN" altLang="en-US" sz="1200">
                <a:sym typeface="+mn-ea"/>
              </a:rPr>
              <a:t>7.const vm = Vue.createApp({</a:t>
            </a:r>
          </a:p>
          <a:p>
            <a:pPr algn="l" fontAlgn="auto">
              <a:lnSpc>
                <a:spcPct val="150000"/>
              </a:lnSpc>
              <a:buClrTx/>
              <a:buSzTx/>
              <a:buFontTx/>
              <a:buNone/>
            </a:pPr>
            <a:r>
              <a:rPr lang="zh-CN" altLang="en-US" sz="1200">
                <a:sym typeface="+mn-ea"/>
              </a:rPr>
              <a:t>8.    data() {</a:t>
            </a:r>
          </a:p>
          <a:p>
            <a:pPr algn="l" fontAlgn="auto">
              <a:lnSpc>
                <a:spcPct val="150000"/>
              </a:lnSpc>
              <a:buClrTx/>
              <a:buSzTx/>
              <a:buFontTx/>
              <a:buNone/>
            </a:pPr>
            <a:r>
              <a:rPr lang="zh-CN" altLang="en-US" sz="1200">
                <a:sym typeface="+mn-ea"/>
              </a:rPr>
              <a:t>9.         return {</a:t>
            </a:r>
          </a:p>
        </p:txBody>
      </p:sp>
      <p:sp>
        <p:nvSpPr>
          <p:cNvPr id="2" name="文本框 1"/>
          <p:cNvSpPr txBox="1"/>
          <p:nvPr>
            <p:custDataLst>
              <p:tags r:id="rId6"/>
            </p:custDataLst>
          </p:nvPr>
        </p:nvSpPr>
        <p:spPr>
          <a:xfrm>
            <a:off x="6470650" y="2545080"/>
            <a:ext cx="4570095" cy="3626485"/>
          </a:xfrm>
          <a:prstGeom prst="rect">
            <a:avLst/>
          </a:prstGeom>
          <a:noFill/>
        </p:spPr>
        <p:txBody>
          <a:bodyPr wrap="square" rtlCol="0">
            <a:noAutofit/>
          </a:bodyPr>
          <a:lstStyle/>
          <a:p>
            <a:pPr algn="l" fontAlgn="auto">
              <a:lnSpc>
                <a:spcPct val="150000"/>
              </a:lnSpc>
              <a:buClrTx/>
              <a:buSzTx/>
              <a:buFontTx/>
              <a:buNone/>
            </a:pPr>
            <a:endParaRPr lang="zh-CN" altLang="en-US" sz="1200">
              <a:sym typeface="+mn-ea"/>
            </a:endParaRPr>
          </a:p>
          <a:p>
            <a:pPr algn="l" fontAlgn="auto">
              <a:lnSpc>
                <a:spcPct val="150000"/>
              </a:lnSpc>
              <a:buClrTx/>
              <a:buSzTx/>
              <a:buFontTx/>
              <a:buNone/>
            </a:pPr>
            <a:r>
              <a:rPr lang="zh-CN" altLang="en-US" sz="1200">
                <a:sym typeface="+mn-ea"/>
              </a:rPr>
              <a:t>10.            message:[</a:t>
            </a:r>
          </a:p>
          <a:p>
            <a:pPr algn="l" fontAlgn="auto">
              <a:lnSpc>
                <a:spcPct val="150000"/>
              </a:lnSpc>
              <a:buClrTx/>
              <a:buSzTx/>
              <a:buFontTx/>
              <a:buNone/>
            </a:pPr>
            <a:r>
              <a:rPr lang="zh-CN" altLang="en-US" sz="1200">
                <a:sym typeface="+mn-ea"/>
              </a:rPr>
              <a:t>11.               {name:'LEMON',price:'10',total:'20'},</a:t>
            </a:r>
          </a:p>
          <a:p>
            <a:pPr algn="l" fontAlgn="auto">
              <a:lnSpc>
                <a:spcPct val="150000"/>
              </a:lnSpc>
              <a:buClrTx/>
              <a:buSzTx/>
              <a:buFontTx/>
              <a:buNone/>
            </a:pPr>
            <a:r>
              <a:rPr lang="zh-CN" altLang="en-US" sz="1200">
                <a:sym typeface="+mn-ea"/>
              </a:rPr>
              <a:t>12.               {name:'BANANA',price:'15',total:'54'},</a:t>
            </a:r>
          </a:p>
          <a:p>
            <a:pPr algn="l" fontAlgn="auto">
              <a:lnSpc>
                <a:spcPct val="150000"/>
              </a:lnSpc>
              <a:buClrTx/>
              <a:buSzTx/>
              <a:buFontTx/>
              <a:buNone/>
            </a:pPr>
            <a:r>
              <a:rPr lang="zh-CN" altLang="en-US" sz="1200">
                <a:sym typeface="+mn-ea"/>
              </a:rPr>
              <a:t>13.               {name:'ORANGE',price:'9',total:'33'}</a:t>
            </a:r>
          </a:p>
          <a:p>
            <a:pPr algn="l" fontAlgn="auto">
              <a:lnSpc>
                <a:spcPct val="150000"/>
              </a:lnSpc>
              <a:buClrTx/>
              <a:buSzTx/>
              <a:buFontTx/>
              <a:buNone/>
            </a:pPr>
            <a:r>
              <a:rPr lang="zh-CN" altLang="en-US" sz="1200">
                <a:sym typeface="+mn-ea"/>
              </a:rPr>
              <a:t>14.              ] ,</a:t>
            </a:r>
          </a:p>
          <a:p>
            <a:pPr algn="l" fontAlgn="auto">
              <a:lnSpc>
                <a:spcPct val="150000"/>
              </a:lnSpc>
              <a:buClrTx/>
              <a:buSzTx/>
              <a:buFontTx/>
              <a:buNone/>
            </a:pPr>
            <a:r>
              <a:rPr lang="zh-CN" altLang="en-US" sz="1200">
                <a:sym typeface="+mn-ea"/>
              </a:rPr>
              <a:t>15.            alert:'欢迎采购！ 本店橙子今日特价！ 好消息！'</a:t>
            </a:r>
          </a:p>
          <a:p>
            <a:pPr algn="l" fontAlgn="auto">
              <a:lnSpc>
                <a:spcPct val="150000"/>
              </a:lnSpc>
              <a:buClrTx/>
              <a:buSzTx/>
              <a:buFontTx/>
              <a:buNone/>
            </a:pPr>
            <a:r>
              <a:rPr lang="zh-CN" altLang="en-US" sz="1200">
                <a:sym typeface="+mn-ea"/>
              </a:rPr>
              <a:t>16.           }</a:t>
            </a:r>
          </a:p>
          <a:p>
            <a:pPr algn="l" fontAlgn="auto">
              <a:lnSpc>
                <a:spcPct val="150000"/>
              </a:lnSpc>
              <a:buClrTx/>
              <a:buSzTx/>
              <a:buFontTx/>
              <a:buNone/>
            </a:pPr>
            <a:r>
              <a:rPr lang="zh-CN" altLang="en-US" sz="1200">
                <a:sym typeface="+mn-ea"/>
              </a:rPr>
              <a:t>17.        }</a:t>
            </a:r>
          </a:p>
          <a:p>
            <a:pPr algn="l" fontAlgn="auto">
              <a:lnSpc>
                <a:spcPct val="150000"/>
              </a:lnSpc>
              <a:buClrTx/>
              <a:buSzTx/>
              <a:buFontTx/>
              <a:buNone/>
            </a:pPr>
            <a:r>
              <a:rPr lang="zh-CN" altLang="en-US" sz="1200">
                <a:sym typeface="+mn-ea"/>
              </a:rPr>
              <a:t>18.  }).mount('#app')</a:t>
            </a:r>
          </a:p>
        </p:txBody>
      </p:sp>
      <p:cxnSp>
        <p:nvCxnSpPr>
          <p:cNvPr id="3" name="直接连接符 2"/>
          <p:cNvCxnSpPr>
            <a:stCxn id="6" idx="0"/>
            <a:endCxn id="6" idx="2"/>
          </p:cNvCxnSpPr>
          <p:nvPr/>
        </p:nvCxnSpPr>
        <p:spPr>
          <a:xfrm>
            <a:off x="6210935" y="2336165"/>
            <a:ext cx="0" cy="3882390"/>
          </a:xfrm>
          <a:prstGeom prst="line">
            <a:avLst/>
          </a:prstGeom>
          <a:ln w="6350"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02030" y="1747520"/>
            <a:ext cx="9649460" cy="6007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en-US" altLang="zh-CN" sz="2000" b="1" dirty="0">
                <a:solidFill>
                  <a:schemeClr val="accent2"/>
                </a:solidFill>
                <a:latin typeface="微软雅黑" panose="020B0503020204020204" pitchFamily="34" charset="-122"/>
                <a:ea typeface="微软雅黑" panose="020B0503020204020204" pitchFamily="34" charset="-122"/>
              </a:rPr>
              <a:t>3</a:t>
            </a:r>
            <a:r>
              <a:rPr lang="zh-CN" sz="2000" b="1" dirty="0">
                <a:solidFill>
                  <a:schemeClr val="accent2"/>
                </a:solidFill>
                <a:latin typeface="微软雅黑" panose="020B0503020204020204" pitchFamily="34" charset="-122"/>
                <a:ea typeface="微软雅黑" panose="020B0503020204020204" pitchFamily="34" charset="-122"/>
              </a:rPr>
              <a:t>.代码分析</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en-US" altLang="zh-CN" sz="2000" dirty="0">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
            </p:custDataLst>
          </p:nvPr>
        </p:nvSpPr>
        <p:spPr>
          <a:xfrm>
            <a:off x="926465" y="2336165"/>
            <a:ext cx="10568305" cy="32131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4.2.4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实验：商品价格计算页面</a:t>
            </a:r>
          </a:p>
        </p:txBody>
      </p:sp>
      <p:sp>
        <p:nvSpPr>
          <p:cNvPr id="8" name="文本框 7"/>
          <p:cNvSpPr txBox="1"/>
          <p:nvPr>
            <p:custDataLst>
              <p:tags r:id="rId3"/>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4.2插值语法</a:t>
            </a:r>
            <a:endParaRPr lang="zh-CN" altLang="en-US" sz="3600" dirty="0">
              <a:latin typeface="+mn-ea"/>
            </a:endParaRPr>
          </a:p>
        </p:txBody>
      </p:sp>
      <p:sp>
        <p:nvSpPr>
          <p:cNvPr id="9" name="文本框 8"/>
          <p:cNvSpPr txBox="1"/>
          <p:nvPr/>
        </p:nvSpPr>
        <p:spPr>
          <a:xfrm>
            <a:off x="1557655" y="2648585"/>
            <a:ext cx="9093835" cy="24695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首先获取商品信息数组message内的商品名name，并调用toLowerCase()方法将其转化为小写格式。然后，获取对应商品的单价price及数量total，将单价与数量相乘计算出商品总价。最后，获取页面欢迎语字符串alert，调用split()方法、reverse()方法、join()方法，将字符串分割成字符串数组，并对数组进行反转和拼接操作，完成此商品价格计算页面的设计。</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4.3</a:t>
            </a:r>
          </a:p>
          <a:p>
            <a:pPr algn="ctr"/>
            <a:r>
              <a:rPr lang="en-US" altLang="zh-CN" sz="2800" b="1" dirty="0">
                <a:latin typeface="微软雅黑" panose="020B0503020204020204" pitchFamily="34" charset="-122"/>
                <a:ea typeface="微软雅黑" panose="020B0503020204020204" pitchFamily="34" charset="-122"/>
              </a:rPr>
              <a:t>方法选项</a:t>
            </a:r>
          </a:p>
        </p:txBody>
      </p:sp>
      <p:sp>
        <p:nvSpPr>
          <p:cNvPr id="4" name="文本框 3"/>
          <p:cNvSpPr txBox="1"/>
          <p:nvPr/>
        </p:nvSpPr>
        <p:spPr>
          <a:xfrm>
            <a:off x="6647815" y="2652395"/>
            <a:ext cx="4456430" cy="155321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方法选项的语法格式</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方法选项示例</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807210"/>
            <a:ext cx="10568305" cy="41675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4.3</a:t>
            </a:r>
            <a:r>
              <a:rPr lang="en-US" altLang="zh-CN" sz="3600" dirty="0">
                <a:latin typeface="+mn-ea"/>
                <a:sym typeface="+mn-ea"/>
              </a:rPr>
              <a:t> </a:t>
            </a:r>
            <a:r>
              <a:rPr lang="zh-CN" altLang="en-US" sz="3600" dirty="0">
                <a:latin typeface="+mn-ea"/>
                <a:sym typeface="+mn-ea"/>
              </a:rPr>
              <a:t>方法选项</a:t>
            </a:r>
            <a:endParaRPr lang="zh-CN" altLang="en-US" sz="3600" dirty="0">
              <a:latin typeface="+mn-ea"/>
            </a:endParaRPr>
          </a:p>
        </p:txBody>
      </p:sp>
      <p:sp>
        <p:nvSpPr>
          <p:cNvPr id="9" name="文本框 8"/>
          <p:cNvSpPr txBox="1"/>
          <p:nvPr/>
        </p:nvSpPr>
        <p:spPr>
          <a:xfrm>
            <a:off x="1557655" y="2119630"/>
            <a:ext cx="9116060" cy="37649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1.方法选项的语法格式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methods选项是一个包含对应组件所有方法的对象，接下来介绍methods选项的基本语法。在methods选项中定义方法的语法格式如下所示。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3" name="文本框 2"/>
          <p:cNvSpPr txBox="1"/>
          <p:nvPr>
            <p:custDataLst>
              <p:tags r:id="rId3"/>
            </p:custDataLst>
          </p:nvPr>
        </p:nvSpPr>
        <p:spPr>
          <a:xfrm>
            <a:off x="2033905" y="3763645"/>
            <a:ext cx="4965065" cy="199517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ClrTx/>
              <a:buSzTx/>
              <a:buFontTx/>
              <a:buNone/>
            </a:pPr>
            <a:r>
              <a:rPr sz="1400" dirty="0">
                <a:latin typeface="微软雅黑" panose="020B0503020204020204" pitchFamily="34" charset="-122"/>
                <a:ea typeface="微软雅黑" panose="020B0503020204020204" pitchFamily="34" charset="-122"/>
                <a:sym typeface="+mn-ea"/>
              </a:rPr>
              <a:t> const vm=Vue.createApp({</a:t>
            </a:r>
          </a:p>
          <a:p>
            <a:pPr indent="508000" algn="l" fontAlgn="auto">
              <a:lnSpc>
                <a:spcPct val="150000"/>
              </a:lnSpc>
              <a:spcBef>
                <a:spcPts val="500"/>
              </a:spcBef>
              <a:buClrTx/>
              <a:buSzTx/>
              <a:buFontTx/>
              <a:buNone/>
            </a:pPr>
            <a:r>
              <a:rPr sz="1400" dirty="0">
                <a:latin typeface="微软雅黑" panose="020B0503020204020204" pitchFamily="34" charset="-122"/>
                <a:ea typeface="微软雅黑" panose="020B0503020204020204" pitchFamily="34" charset="-122"/>
                <a:sym typeface="+mn-ea"/>
              </a:rPr>
              <a:t>    methods:{</a:t>
            </a:r>
          </a:p>
          <a:p>
            <a:pPr indent="508000" algn="l" fontAlgn="auto">
              <a:lnSpc>
                <a:spcPct val="150000"/>
              </a:lnSpc>
              <a:spcBef>
                <a:spcPts val="500"/>
              </a:spcBef>
              <a:buClrTx/>
              <a:buSzTx/>
              <a:buFontTx/>
              <a:buNone/>
            </a:pPr>
            <a:r>
              <a:rPr sz="1400" dirty="0">
                <a:latin typeface="微软雅黑" panose="020B0503020204020204" pitchFamily="34" charset="-122"/>
                <a:ea typeface="微软雅黑" panose="020B0503020204020204" pitchFamily="34" charset="-122"/>
                <a:sym typeface="+mn-ea"/>
              </a:rPr>
              <a:t>          方法名（空/参数）{   }</a:t>
            </a:r>
          </a:p>
          <a:p>
            <a:pPr indent="508000" algn="l" fontAlgn="auto">
              <a:lnSpc>
                <a:spcPct val="150000"/>
              </a:lnSpc>
              <a:spcBef>
                <a:spcPts val="500"/>
              </a:spcBef>
              <a:buClrTx/>
              <a:buSzTx/>
              <a:buFontTx/>
              <a:buNone/>
            </a:pPr>
            <a:r>
              <a:rPr sz="1400" dirty="0">
                <a:latin typeface="微软雅黑" panose="020B0503020204020204" pitchFamily="34" charset="-122"/>
                <a:ea typeface="微软雅黑" panose="020B0503020204020204" pitchFamily="34" charset="-122"/>
                <a:sym typeface="+mn-ea"/>
              </a:rPr>
              <a:t>      }</a:t>
            </a:r>
          </a:p>
          <a:p>
            <a:pPr indent="508000" algn="l" fontAlgn="auto">
              <a:lnSpc>
                <a:spcPct val="150000"/>
              </a:lnSpc>
              <a:spcBef>
                <a:spcPts val="500"/>
              </a:spcBef>
              <a:buClrTx/>
              <a:buSzTx/>
              <a:buFontTx/>
              <a:buNone/>
            </a:pPr>
            <a:r>
              <a:rPr sz="1400" dirty="0">
                <a:latin typeface="微软雅黑" panose="020B0503020204020204" pitchFamily="34" charset="-122"/>
                <a:ea typeface="微软雅黑" panose="020B0503020204020204" pitchFamily="34" charset="-122"/>
                <a:sym typeface="+mn-ea"/>
              </a:rPr>
              <a:t>    }).mount('#app')</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807210"/>
            <a:ext cx="10568305" cy="31908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4.3</a:t>
            </a:r>
            <a:r>
              <a:rPr lang="en-US" altLang="zh-CN" sz="3600" dirty="0">
                <a:latin typeface="+mn-ea"/>
                <a:sym typeface="+mn-ea"/>
              </a:rPr>
              <a:t> </a:t>
            </a:r>
            <a:r>
              <a:rPr lang="zh-CN" altLang="en-US" sz="3600" dirty="0">
                <a:latin typeface="+mn-ea"/>
                <a:sym typeface="+mn-ea"/>
              </a:rPr>
              <a:t>方法选项</a:t>
            </a:r>
            <a:endParaRPr lang="zh-CN" altLang="en-US" sz="3600" dirty="0">
              <a:latin typeface="+mn-ea"/>
            </a:endParaRPr>
          </a:p>
        </p:txBody>
      </p:sp>
      <p:sp>
        <p:nvSpPr>
          <p:cNvPr id="9" name="文本框 8"/>
          <p:cNvSpPr txBox="1"/>
          <p:nvPr/>
        </p:nvSpPr>
        <p:spPr>
          <a:xfrm>
            <a:off x="1557655" y="2119630"/>
            <a:ext cx="9116060" cy="37649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1.方法选项的语法格式</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注意事项</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需要注意的是，Vue自动为methods选项中的方法绑定了永远指向当前Vue组件实例的this，这确保了方法在作为事件监听器或回调函数时始终保持正确的this指向。开发者应避免在methods中定义方法时使用箭头函数，箭头函数没有自己的this上下文，容易导致this指向混乱。</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357630"/>
            <a:ext cx="10568305" cy="40786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4.3</a:t>
            </a:r>
            <a:r>
              <a:rPr lang="en-US" altLang="zh-CN" sz="3600" dirty="0">
                <a:latin typeface="+mn-ea"/>
                <a:sym typeface="+mn-ea"/>
              </a:rPr>
              <a:t> </a:t>
            </a:r>
            <a:r>
              <a:rPr lang="zh-CN" altLang="en-US" sz="3600" dirty="0">
                <a:latin typeface="+mn-ea"/>
                <a:sym typeface="+mn-ea"/>
              </a:rPr>
              <a:t>方法选项</a:t>
            </a:r>
            <a:endParaRPr lang="zh-CN" altLang="en-US" sz="3600" dirty="0">
              <a:latin typeface="+mn-ea"/>
            </a:endParaRPr>
          </a:p>
        </p:txBody>
      </p:sp>
      <p:sp>
        <p:nvSpPr>
          <p:cNvPr id="9" name="文本框 8"/>
          <p:cNvSpPr txBox="1"/>
          <p:nvPr/>
        </p:nvSpPr>
        <p:spPr>
          <a:xfrm>
            <a:off x="1557655" y="1548765"/>
            <a:ext cx="9116060" cy="354584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2.方法选项示例</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methods选项内的方法主要有2种使用方式，即插值语法{{}}方式和事件调用方式。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“实践是检验真理的唯一标准”，接下来在案例中带领读者练习methods选项内方法的使用。</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设计一个商品价格控制页面，使用插值语法{{}}直接显示商品数量，设计按钮事件控制商品的涨价和降价。</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357630"/>
            <a:ext cx="10568305" cy="40786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4.3</a:t>
            </a:r>
            <a:r>
              <a:rPr lang="en-US" altLang="zh-CN" sz="3600" dirty="0">
                <a:latin typeface="+mn-ea"/>
                <a:sym typeface="+mn-ea"/>
              </a:rPr>
              <a:t> </a:t>
            </a:r>
            <a:r>
              <a:rPr lang="zh-CN" altLang="en-US" sz="3600" dirty="0">
                <a:latin typeface="+mn-ea"/>
                <a:sym typeface="+mn-ea"/>
              </a:rPr>
              <a:t>方法选项</a:t>
            </a:r>
            <a:endParaRPr lang="zh-CN" altLang="en-US" sz="3600" dirty="0">
              <a:latin typeface="+mn-ea"/>
            </a:endParaRPr>
          </a:p>
        </p:txBody>
      </p:sp>
      <p:sp>
        <p:nvSpPr>
          <p:cNvPr id="9" name="文本框 8"/>
          <p:cNvSpPr txBox="1"/>
          <p:nvPr/>
        </p:nvSpPr>
        <p:spPr>
          <a:xfrm>
            <a:off x="1557655" y="1548765"/>
            <a:ext cx="9116060" cy="354584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2.方法选项示例</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methods选项内的方法主要有2种使用方式，即插值语法{{}}方式和事件调用方式。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“实践是检验真理的唯一标准”，接下来在案例中带领读者练习methods选项内方法的使用。</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设计一个商品价格控制页面，使用插值语法{{}}直接显示商品数量，设计按钮事件控制商品的涨价和降价。</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02030" y="1024255"/>
            <a:ext cx="9649460" cy="6007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en-US" altLang="zh-CN" sz="2000" b="1" dirty="0">
                <a:solidFill>
                  <a:schemeClr val="accent2"/>
                </a:solidFill>
                <a:latin typeface="微软雅黑" panose="020B0503020204020204" pitchFamily="34" charset="-122"/>
                <a:ea typeface="微软雅黑" panose="020B0503020204020204" pitchFamily="34" charset="-122"/>
              </a:rPr>
              <a:t>3</a:t>
            </a:r>
            <a:r>
              <a:rPr lang="zh-CN" sz="2000" b="1" dirty="0">
                <a:solidFill>
                  <a:schemeClr val="accent2"/>
                </a:solidFill>
                <a:latin typeface="微软雅黑" panose="020B0503020204020204" pitchFamily="34" charset="-122"/>
                <a:ea typeface="微软雅黑" panose="020B0503020204020204" pitchFamily="34" charset="-122"/>
              </a:rPr>
              <a:t>.代码实现</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en-US" altLang="zh-CN" sz="2000" dirty="0">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
            </p:custDataLst>
          </p:nvPr>
        </p:nvSpPr>
        <p:spPr>
          <a:xfrm>
            <a:off x="926465" y="1624965"/>
            <a:ext cx="10645140" cy="485648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custDataLst>
              <p:tags r:id="rId2"/>
            </p:custDataLst>
          </p:nvPr>
        </p:nvSpPr>
        <p:spPr>
          <a:xfrm>
            <a:off x="762000" y="148272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4-5</a:t>
            </a:r>
          </a:p>
        </p:txBody>
      </p:sp>
      <p:sp>
        <p:nvSpPr>
          <p:cNvPr id="15" name="文本框 14"/>
          <p:cNvSpPr txBox="1"/>
          <p:nvPr>
            <p:custDataLst>
              <p:tags r:id="rId3"/>
            </p:custDataLst>
          </p:nvPr>
        </p:nvSpPr>
        <p:spPr>
          <a:xfrm>
            <a:off x="1569720" y="1623695"/>
            <a:ext cx="4457065" cy="4857750"/>
          </a:xfrm>
          <a:prstGeom prst="rect">
            <a:avLst/>
          </a:prstGeom>
          <a:noFill/>
        </p:spPr>
        <p:txBody>
          <a:bodyPr wrap="square" rtlCol="0">
            <a:noAutofit/>
          </a:bodyPr>
          <a:lstStyle/>
          <a:p>
            <a:pPr algn="l" fontAlgn="auto">
              <a:lnSpc>
                <a:spcPct val="150000"/>
              </a:lnSpc>
              <a:buClrTx/>
              <a:buSzTx/>
              <a:buFontTx/>
              <a:buNone/>
            </a:pPr>
            <a:r>
              <a:rPr lang="zh-CN" altLang="en-US" sz="1200" dirty="0">
                <a:sym typeface="+mn-ea"/>
              </a:rPr>
              <a:t>1.&lt;div id='app'&gt;</a:t>
            </a:r>
          </a:p>
          <a:p>
            <a:pPr algn="l" fontAlgn="auto">
              <a:lnSpc>
                <a:spcPct val="150000"/>
              </a:lnSpc>
              <a:buClrTx/>
              <a:buSzTx/>
              <a:buFontTx/>
              <a:buNone/>
            </a:pPr>
            <a:r>
              <a:rPr lang="zh-CN" altLang="en-US" sz="1200" dirty="0">
                <a:sym typeface="+mn-ea"/>
              </a:rPr>
              <a:t>2.    &lt;h1&gt;商品价格控制&lt;/h1&gt;</a:t>
            </a:r>
          </a:p>
          <a:p>
            <a:pPr algn="l" fontAlgn="auto">
              <a:lnSpc>
                <a:spcPct val="150000"/>
              </a:lnSpc>
              <a:buClrTx/>
              <a:buSzTx/>
              <a:buFontTx/>
              <a:buNone/>
            </a:pPr>
            <a:r>
              <a:rPr lang="zh-CN" altLang="en-US" sz="1200" dirty="0">
                <a:sym typeface="+mn-ea"/>
              </a:rPr>
              <a:t>3.    &lt;p&gt;商品现价:{{price}}&lt;/p&gt;</a:t>
            </a:r>
          </a:p>
          <a:p>
            <a:pPr algn="l" fontAlgn="auto">
              <a:lnSpc>
                <a:spcPct val="150000"/>
              </a:lnSpc>
              <a:buClrTx/>
              <a:buSzTx/>
              <a:buFontTx/>
              <a:buNone/>
            </a:pPr>
            <a:r>
              <a:rPr lang="zh-CN" altLang="en-US" sz="1200" dirty="0">
                <a:sym typeface="+mn-ea"/>
              </a:rPr>
              <a:t>4.    &lt;!-- 插值语法调用method中的方法 --&gt;</a:t>
            </a:r>
          </a:p>
          <a:p>
            <a:pPr algn="l" fontAlgn="auto">
              <a:lnSpc>
                <a:spcPct val="150000"/>
              </a:lnSpc>
              <a:buClrTx/>
              <a:buSzTx/>
              <a:buFontTx/>
              <a:buNone/>
            </a:pPr>
            <a:r>
              <a:rPr lang="zh-CN" altLang="en-US" sz="1200" dirty="0">
                <a:sym typeface="+mn-ea"/>
              </a:rPr>
              <a:t>5.    &lt;p&gt;商品数量：{{nums()}}&lt;/p&gt;</a:t>
            </a:r>
          </a:p>
          <a:p>
            <a:pPr algn="l" fontAlgn="auto">
              <a:lnSpc>
                <a:spcPct val="150000"/>
              </a:lnSpc>
              <a:buClrTx/>
              <a:buSzTx/>
              <a:buFontTx/>
              <a:buNone/>
            </a:pPr>
            <a:r>
              <a:rPr lang="zh-CN" altLang="en-US" sz="1200" dirty="0">
                <a:sym typeface="+mn-ea"/>
              </a:rPr>
              <a:t>6.    &lt;!-- 事件调用methods中的方法 --&gt;</a:t>
            </a:r>
          </a:p>
          <a:p>
            <a:pPr algn="l" fontAlgn="auto">
              <a:lnSpc>
                <a:spcPct val="150000"/>
              </a:lnSpc>
              <a:buClrTx/>
              <a:buSzTx/>
              <a:buFontTx/>
              <a:buNone/>
            </a:pPr>
            <a:r>
              <a:rPr lang="zh-CN" altLang="en-US" sz="1200" dirty="0">
                <a:sym typeface="+mn-ea"/>
              </a:rPr>
              <a:t>7.    &lt;button v-on:click="add(10)"&gt;商品涨价10元&lt;/button&gt;</a:t>
            </a:r>
          </a:p>
          <a:p>
            <a:pPr algn="l" fontAlgn="auto">
              <a:lnSpc>
                <a:spcPct val="150000"/>
              </a:lnSpc>
              <a:buClrTx/>
              <a:buSzTx/>
              <a:buFontTx/>
              <a:buNone/>
            </a:pPr>
            <a:r>
              <a:rPr lang="zh-CN" altLang="en-US" sz="1200" dirty="0">
                <a:sym typeface="+mn-ea"/>
              </a:rPr>
              <a:t>8.    &lt;button v-on:click="down(10)"&gt;商品降价10元&lt;/button&gt;</a:t>
            </a:r>
          </a:p>
          <a:p>
            <a:pPr algn="l" fontAlgn="auto">
              <a:lnSpc>
                <a:spcPct val="150000"/>
              </a:lnSpc>
              <a:buClrTx/>
              <a:buSzTx/>
              <a:buFontTx/>
              <a:buNone/>
            </a:pPr>
            <a:r>
              <a:rPr lang="zh-CN" altLang="en-US" sz="1200" dirty="0">
                <a:sym typeface="+mn-ea"/>
              </a:rPr>
              <a:t>9.&lt;/div&gt;</a:t>
            </a:r>
          </a:p>
          <a:p>
            <a:pPr algn="l" fontAlgn="auto">
              <a:lnSpc>
                <a:spcPct val="150000"/>
              </a:lnSpc>
              <a:buClrTx/>
              <a:buSzTx/>
              <a:buFontTx/>
              <a:buNone/>
            </a:pPr>
            <a:r>
              <a:rPr lang="zh-CN" altLang="en-US" sz="1200" dirty="0">
                <a:sym typeface="+mn-ea"/>
              </a:rPr>
              <a:t>10.const vm = Vue.createApp({</a:t>
            </a:r>
          </a:p>
          <a:p>
            <a:pPr algn="l" fontAlgn="auto">
              <a:lnSpc>
                <a:spcPct val="150000"/>
              </a:lnSpc>
              <a:buClrTx/>
              <a:buSzTx/>
              <a:buFontTx/>
              <a:buNone/>
            </a:pPr>
            <a:r>
              <a:rPr lang="zh-CN" altLang="en-US" sz="1200" dirty="0">
                <a:sym typeface="+mn-ea"/>
              </a:rPr>
              <a:t>11.    data() {</a:t>
            </a:r>
          </a:p>
          <a:p>
            <a:pPr algn="l" fontAlgn="auto">
              <a:lnSpc>
                <a:spcPct val="150000"/>
              </a:lnSpc>
              <a:buClrTx/>
              <a:buSzTx/>
              <a:buFontTx/>
              <a:buNone/>
            </a:pPr>
            <a:r>
              <a:rPr lang="zh-CN" altLang="en-US" sz="1200" dirty="0">
                <a:sym typeface="+mn-ea"/>
              </a:rPr>
              <a:t>12.        return {</a:t>
            </a:r>
          </a:p>
          <a:p>
            <a:pPr algn="l" fontAlgn="auto">
              <a:lnSpc>
                <a:spcPct val="150000"/>
              </a:lnSpc>
              <a:buClrTx/>
              <a:buSzTx/>
              <a:buFontTx/>
              <a:buNone/>
            </a:pPr>
            <a:r>
              <a:rPr lang="zh-CN" altLang="en-US" sz="1200" dirty="0">
                <a:sym typeface="+mn-ea"/>
              </a:rPr>
              <a:t>14.            price:50,//初始价格</a:t>
            </a:r>
          </a:p>
          <a:p>
            <a:pPr algn="l" fontAlgn="auto">
              <a:lnSpc>
                <a:spcPct val="150000"/>
              </a:lnSpc>
              <a:buClrTx/>
              <a:buSzTx/>
              <a:buFontTx/>
              <a:buNone/>
            </a:pPr>
            <a:r>
              <a:rPr lang="zh-CN" altLang="en-US" sz="1200" dirty="0">
                <a:sym typeface="+mn-ea"/>
              </a:rPr>
              <a:t>15.           16.            num:0 //商品初始数量</a:t>
            </a:r>
          </a:p>
          <a:p>
            <a:pPr algn="l" fontAlgn="auto">
              <a:lnSpc>
                <a:spcPct val="150000"/>
              </a:lnSpc>
              <a:buClrTx/>
              <a:buSzTx/>
              <a:buFontTx/>
              <a:buNone/>
            </a:pPr>
            <a:r>
              <a:rPr lang="zh-CN" altLang="en-US" sz="1200" dirty="0">
                <a:sym typeface="+mn-ea"/>
              </a:rPr>
              <a:t>17.        }</a:t>
            </a:r>
          </a:p>
          <a:p>
            <a:pPr algn="l" fontAlgn="auto">
              <a:lnSpc>
                <a:spcPct val="150000"/>
              </a:lnSpc>
              <a:buClrTx/>
              <a:buSzTx/>
              <a:buFontTx/>
              <a:buNone/>
            </a:pPr>
            <a:r>
              <a:rPr lang="zh-CN" altLang="en-US" sz="1200" dirty="0">
                <a:sym typeface="+mn-ea"/>
              </a:rPr>
              <a:t>18.    },</a:t>
            </a:r>
          </a:p>
          <a:p>
            <a:pPr algn="l" fontAlgn="auto">
              <a:lnSpc>
                <a:spcPct val="150000"/>
              </a:lnSpc>
              <a:buClrTx/>
              <a:buSzTx/>
              <a:buFontTx/>
              <a:buNone/>
            </a:pPr>
            <a:r>
              <a:rPr lang="zh-CN" altLang="en-US" sz="1200" dirty="0">
                <a:sym typeface="+mn-ea"/>
              </a:rPr>
              <a:t>19.    //methods选项</a:t>
            </a:r>
          </a:p>
        </p:txBody>
      </p:sp>
      <p:sp>
        <p:nvSpPr>
          <p:cNvPr id="2" name="文本框 1"/>
          <p:cNvSpPr txBox="1"/>
          <p:nvPr>
            <p:custDataLst>
              <p:tags r:id="rId4"/>
            </p:custDataLst>
          </p:nvPr>
        </p:nvSpPr>
        <p:spPr>
          <a:xfrm>
            <a:off x="6470650" y="1624330"/>
            <a:ext cx="4570095" cy="4856480"/>
          </a:xfrm>
          <a:prstGeom prst="rect">
            <a:avLst/>
          </a:prstGeom>
          <a:noFill/>
        </p:spPr>
        <p:txBody>
          <a:bodyPr wrap="square" rtlCol="0">
            <a:noAutofit/>
          </a:bodyPr>
          <a:lstStyle/>
          <a:p>
            <a:pPr algn="l" fontAlgn="auto">
              <a:lnSpc>
                <a:spcPct val="150000"/>
              </a:lnSpc>
              <a:buClrTx/>
              <a:buSzTx/>
              <a:buFontTx/>
              <a:buNone/>
            </a:pPr>
            <a:r>
              <a:rPr lang="zh-CN" altLang="en-US" sz="1200" dirty="0">
                <a:sym typeface="+mn-ea"/>
              </a:rPr>
              <a:t>20.     methods:{</a:t>
            </a:r>
          </a:p>
          <a:p>
            <a:pPr algn="l" fontAlgn="auto">
              <a:lnSpc>
                <a:spcPct val="150000"/>
              </a:lnSpc>
              <a:buClrTx/>
              <a:buSzTx/>
              <a:buFontTx/>
              <a:buNone/>
            </a:pPr>
            <a:r>
              <a:rPr lang="zh-CN" altLang="en-US" sz="1200" dirty="0">
                <a:sym typeface="+mn-ea"/>
              </a:rPr>
              <a:t>21.        22.        nums(){//商品价格重置方法</a:t>
            </a:r>
          </a:p>
          <a:p>
            <a:pPr algn="l" fontAlgn="auto">
              <a:lnSpc>
                <a:spcPct val="150000"/>
              </a:lnSpc>
              <a:buClrTx/>
              <a:buSzTx/>
              <a:buFontTx/>
              <a:buNone/>
            </a:pPr>
            <a:r>
              <a:rPr lang="zh-CN" altLang="en-US" sz="1200" dirty="0">
                <a:sym typeface="+mn-ea"/>
              </a:rPr>
              <a:t>23.            return this.num = 20</a:t>
            </a:r>
          </a:p>
          <a:p>
            <a:pPr algn="l" fontAlgn="auto">
              <a:lnSpc>
                <a:spcPct val="150000"/>
              </a:lnSpc>
              <a:buClrTx/>
              <a:buSzTx/>
              <a:buFontTx/>
              <a:buNone/>
            </a:pPr>
            <a:r>
              <a:rPr lang="zh-CN" altLang="en-US" sz="1200" dirty="0">
                <a:sym typeface="+mn-ea"/>
              </a:rPr>
              <a:t>24.        },</a:t>
            </a:r>
          </a:p>
          <a:p>
            <a:pPr algn="l" fontAlgn="auto">
              <a:lnSpc>
                <a:spcPct val="150000"/>
              </a:lnSpc>
              <a:buClrTx/>
              <a:buSzTx/>
              <a:buFontTx/>
              <a:buNone/>
            </a:pPr>
            <a:r>
              <a:rPr lang="zh-CN" altLang="en-US" sz="1200" dirty="0">
                <a:sym typeface="+mn-ea"/>
              </a:rPr>
              <a:t>25.        26.        add(n){//商品涨价方法</a:t>
            </a:r>
          </a:p>
          <a:p>
            <a:pPr algn="l" fontAlgn="auto">
              <a:lnSpc>
                <a:spcPct val="150000"/>
              </a:lnSpc>
              <a:buClrTx/>
              <a:buSzTx/>
              <a:buFontTx/>
              <a:buNone/>
            </a:pPr>
            <a:r>
              <a:rPr lang="zh-CN" altLang="en-US" sz="1200" dirty="0">
                <a:sym typeface="+mn-ea"/>
              </a:rPr>
              <a:t>27.        this.price += 10 </a:t>
            </a:r>
          </a:p>
          <a:p>
            <a:pPr algn="l" fontAlgn="auto">
              <a:lnSpc>
                <a:spcPct val="150000"/>
              </a:lnSpc>
              <a:buClrTx/>
              <a:buSzTx/>
              <a:buFontTx/>
              <a:buNone/>
            </a:pPr>
            <a:r>
              <a:rPr lang="zh-CN" altLang="en-US" sz="1200" dirty="0">
                <a:sym typeface="+mn-ea"/>
              </a:rPr>
              <a:t>28.        },</a:t>
            </a:r>
          </a:p>
          <a:p>
            <a:pPr algn="l" fontAlgn="auto">
              <a:lnSpc>
                <a:spcPct val="150000"/>
              </a:lnSpc>
              <a:buClrTx/>
              <a:buSzTx/>
              <a:buFontTx/>
              <a:buNone/>
            </a:pPr>
            <a:r>
              <a:rPr lang="zh-CN" altLang="en-US" sz="1200" dirty="0">
                <a:sym typeface="+mn-ea"/>
              </a:rPr>
              <a:t>29.        //商品降价方法</a:t>
            </a:r>
          </a:p>
          <a:p>
            <a:pPr algn="l" fontAlgn="auto">
              <a:lnSpc>
                <a:spcPct val="150000"/>
              </a:lnSpc>
              <a:buClrTx/>
              <a:buSzTx/>
              <a:buFontTx/>
              <a:buNone/>
            </a:pPr>
            <a:r>
              <a:rPr lang="zh-CN" altLang="en-US" sz="1200" dirty="0">
                <a:sym typeface="+mn-ea"/>
              </a:rPr>
              <a:t>30.        down(n){</a:t>
            </a:r>
          </a:p>
          <a:p>
            <a:pPr algn="l" fontAlgn="auto">
              <a:lnSpc>
                <a:spcPct val="150000"/>
              </a:lnSpc>
              <a:buClrTx/>
              <a:buSzTx/>
              <a:buFontTx/>
              <a:buNone/>
            </a:pPr>
            <a:r>
              <a:rPr lang="zh-CN" altLang="en-US" sz="1200" dirty="0">
                <a:sym typeface="+mn-ea"/>
              </a:rPr>
              <a:t>31.           if(this.price&lt;=0){</a:t>
            </a:r>
          </a:p>
          <a:p>
            <a:pPr algn="l" fontAlgn="auto">
              <a:lnSpc>
                <a:spcPct val="150000"/>
              </a:lnSpc>
              <a:buClrTx/>
              <a:buSzTx/>
              <a:buFontTx/>
              <a:buNone/>
            </a:pPr>
            <a:r>
              <a:rPr lang="zh-CN" altLang="en-US" sz="1200" dirty="0">
                <a:sym typeface="+mn-ea"/>
              </a:rPr>
              <a:t>32.               this.price =0</a:t>
            </a:r>
          </a:p>
          <a:p>
            <a:pPr algn="l" fontAlgn="auto">
              <a:lnSpc>
                <a:spcPct val="150000"/>
              </a:lnSpc>
              <a:buClrTx/>
              <a:buSzTx/>
              <a:buFontTx/>
              <a:buNone/>
            </a:pPr>
            <a:r>
              <a:rPr lang="zh-CN" altLang="en-US" sz="1200" dirty="0">
                <a:sym typeface="+mn-ea"/>
              </a:rPr>
              <a:t>33.            }else{</a:t>
            </a:r>
          </a:p>
          <a:p>
            <a:pPr algn="l" fontAlgn="auto">
              <a:lnSpc>
                <a:spcPct val="150000"/>
              </a:lnSpc>
              <a:buClrTx/>
              <a:buSzTx/>
              <a:buFontTx/>
              <a:buNone/>
            </a:pPr>
            <a:r>
              <a:rPr lang="zh-CN" altLang="en-US" sz="1200" dirty="0">
                <a:sym typeface="+mn-ea"/>
              </a:rPr>
              <a:t>34.               this.price -= 10</a:t>
            </a:r>
          </a:p>
          <a:p>
            <a:pPr algn="l" fontAlgn="auto">
              <a:lnSpc>
                <a:spcPct val="150000"/>
              </a:lnSpc>
              <a:buClrTx/>
              <a:buSzTx/>
              <a:buFontTx/>
              <a:buNone/>
            </a:pPr>
            <a:r>
              <a:rPr lang="zh-CN" altLang="en-US" sz="1200" dirty="0">
                <a:sym typeface="+mn-ea"/>
              </a:rPr>
              <a:t>35.            }</a:t>
            </a:r>
          </a:p>
          <a:p>
            <a:pPr algn="l" fontAlgn="auto">
              <a:lnSpc>
                <a:spcPct val="150000"/>
              </a:lnSpc>
              <a:buClrTx/>
              <a:buSzTx/>
              <a:buFontTx/>
              <a:buNone/>
            </a:pPr>
            <a:r>
              <a:rPr lang="zh-CN" altLang="en-US" sz="1200" dirty="0">
                <a:sym typeface="+mn-ea"/>
              </a:rPr>
              <a:t>36.        }</a:t>
            </a:r>
          </a:p>
          <a:p>
            <a:pPr algn="l" fontAlgn="auto">
              <a:lnSpc>
                <a:spcPct val="150000"/>
              </a:lnSpc>
              <a:buClrTx/>
              <a:buSzTx/>
              <a:buFontTx/>
              <a:buNone/>
            </a:pPr>
            <a:r>
              <a:rPr lang="zh-CN" altLang="en-US" sz="1200" dirty="0">
                <a:sym typeface="+mn-ea"/>
              </a:rPr>
              <a:t>37.    }</a:t>
            </a:r>
          </a:p>
          <a:p>
            <a:pPr algn="l" fontAlgn="auto">
              <a:lnSpc>
                <a:spcPct val="150000"/>
              </a:lnSpc>
              <a:buClrTx/>
              <a:buSzTx/>
              <a:buFontTx/>
              <a:buNone/>
            </a:pPr>
            <a:r>
              <a:rPr lang="zh-CN" altLang="en-US" sz="1200" dirty="0">
                <a:sym typeface="+mn-ea"/>
              </a:rPr>
              <a:t>38.}).mount('#app')</a:t>
            </a:r>
          </a:p>
        </p:txBody>
      </p:sp>
      <p:cxnSp>
        <p:nvCxnSpPr>
          <p:cNvPr id="3" name="直接连接符 2"/>
          <p:cNvCxnSpPr>
            <a:stCxn id="6" idx="0"/>
            <a:endCxn id="6" idx="2"/>
          </p:cNvCxnSpPr>
          <p:nvPr/>
        </p:nvCxnSpPr>
        <p:spPr>
          <a:xfrm>
            <a:off x="6249035" y="1624965"/>
            <a:ext cx="0" cy="4856480"/>
          </a:xfrm>
          <a:prstGeom prst="line">
            <a:avLst/>
          </a:prstGeom>
          <a:ln w="6350"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9" name="文本框 8"/>
          <p:cNvSpPr txBox="1"/>
          <p:nvPr>
            <p:custDataLst>
              <p:tags r:id="rId5"/>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4.3</a:t>
            </a:r>
            <a:r>
              <a:rPr lang="en-US" altLang="zh-CN" sz="3600" dirty="0">
                <a:latin typeface="+mn-ea"/>
                <a:sym typeface="+mn-ea"/>
              </a:rPr>
              <a:t> </a:t>
            </a:r>
            <a:r>
              <a:rPr lang="zh-CN" altLang="en-US" sz="3600" dirty="0">
                <a:latin typeface="+mn-ea"/>
                <a:sym typeface="+mn-ea"/>
              </a:rPr>
              <a:t>方法选项</a:t>
            </a:r>
            <a:endParaRPr lang="zh-CN" altLang="en-US" sz="3600" dirty="0">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02030" y="1024255"/>
            <a:ext cx="9649460" cy="6007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en-US" altLang="zh-CN" sz="2000" b="1" dirty="0">
                <a:solidFill>
                  <a:schemeClr val="accent2"/>
                </a:solidFill>
                <a:latin typeface="微软雅黑" panose="020B0503020204020204" pitchFamily="34" charset="-122"/>
                <a:ea typeface="微软雅黑" panose="020B0503020204020204" pitchFamily="34" charset="-122"/>
              </a:rPr>
              <a:t>4</a:t>
            </a:r>
            <a:r>
              <a:rPr lang="zh-CN" sz="2000" b="1" dirty="0">
                <a:solidFill>
                  <a:schemeClr val="accent2"/>
                </a:solidFill>
                <a:latin typeface="微软雅黑" panose="020B0503020204020204" pitchFamily="34" charset="-122"/>
                <a:ea typeface="微软雅黑" panose="020B0503020204020204" pitchFamily="34" charset="-122"/>
              </a:rPr>
              <a:t>.代码分析</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en-US" altLang="zh-CN" sz="2000" dirty="0">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
            </p:custDataLst>
          </p:nvPr>
        </p:nvSpPr>
        <p:spPr>
          <a:xfrm>
            <a:off x="926465" y="1624965"/>
            <a:ext cx="10645140" cy="44945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4.3</a:t>
            </a:r>
            <a:r>
              <a:rPr lang="en-US" altLang="zh-CN" sz="3600" dirty="0">
                <a:latin typeface="+mn-ea"/>
                <a:sym typeface="+mn-ea"/>
              </a:rPr>
              <a:t> </a:t>
            </a:r>
            <a:r>
              <a:rPr lang="zh-CN" altLang="en-US" sz="3600" dirty="0">
                <a:latin typeface="+mn-ea"/>
                <a:sym typeface="+mn-ea"/>
              </a:rPr>
              <a:t>方法选项</a:t>
            </a:r>
            <a:endParaRPr lang="zh-CN" altLang="en-US" sz="3600" dirty="0">
              <a:latin typeface="+mn-ea"/>
            </a:endParaRPr>
          </a:p>
        </p:txBody>
      </p:sp>
      <p:sp>
        <p:nvSpPr>
          <p:cNvPr id="9" name="文本框 8"/>
          <p:cNvSpPr txBox="1"/>
          <p:nvPr/>
        </p:nvSpPr>
        <p:spPr>
          <a:xfrm>
            <a:off x="1250950" y="1910080"/>
            <a:ext cx="4524375" cy="391033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上述代码中，首先在data()函数中定义商品初始价格price及商品的初始数量num，然后在methods选项中定义nums()方法，该方法返回商品的初始数量num；定义add()方法，该方法每调用1次，均会使price自增10；定义down()方法，该方法每调用1次，均会使price自减10，price最低可减至0。</a:t>
            </a:r>
          </a:p>
        </p:txBody>
      </p:sp>
      <p:pic>
        <p:nvPicPr>
          <p:cNvPr id="10" name="图片 3"/>
          <p:cNvPicPr>
            <a:picLocks noChangeAspect="1"/>
          </p:cNvPicPr>
          <p:nvPr>
            <p:custDataLst>
              <p:tags r:id="rId3"/>
            </p:custDataLst>
          </p:nvPr>
        </p:nvPicPr>
        <p:blipFill>
          <a:blip r:embed="rId5"/>
          <a:stretch>
            <a:fillRect/>
          </a:stretch>
        </p:blipFill>
        <p:spPr>
          <a:xfrm>
            <a:off x="6049010" y="2287905"/>
            <a:ext cx="5262880" cy="308483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4.4</a:t>
            </a:r>
          </a:p>
          <a:p>
            <a:pPr algn="ctr"/>
            <a:r>
              <a:rPr lang="en-US" altLang="zh-CN" sz="2800" b="1" dirty="0">
                <a:latin typeface="微软雅黑" panose="020B0503020204020204" pitchFamily="34" charset="-122"/>
                <a:ea typeface="微软雅黑" panose="020B0503020204020204" pitchFamily="34" charset="-122"/>
              </a:rPr>
              <a:t>指令</a:t>
            </a:r>
          </a:p>
        </p:txBody>
      </p:sp>
      <p:sp>
        <p:nvSpPr>
          <p:cNvPr id="4" name="文本框 3"/>
          <p:cNvSpPr txBox="1"/>
          <p:nvPr/>
        </p:nvSpPr>
        <p:spPr>
          <a:xfrm>
            <a:off x="6647815" y="1972945"/>
            <a:ext cx="4456430" cy="294640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指令参数</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内置指令</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自定义指令</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实验：商品信息管理表格</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325370"/>
            <a:ext cx="10568305" cy="26060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557655" y="2637790"/>
            <a:ext cx="9116060" cy="22942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Vue的指令(Directives)是一种可以附加到DOM元素上的微命令(Tiny Commands)。它们通常以“v-”作为前缀指令，使Vue获悉开发者在使用一种特殊的标记，从而确保语法的一致性。指令的职责是当表达式的值改变时，将表达式产生的连带影响，响应式地作用于DOM。</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061845"/>
            <a:ext cx="10568305" cy="330771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557655" y="2061845"/>
            <a:ext cx="9116060" cy="287020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一些指令可根据表达式的布尔值判断渲染条件，如v-if指令，当boolean的值为真时，DOM元素显示。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另一些指令能够接收一个“参数”，该“参数”通常在指令名称后以英文冒号进行衔接。这些参数可分为静态参数和动态参数。</a:t>
            </a: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指令参数</a:t>
            </a:r>
          </a:p>
        </p:txBody>
      </p:sp>
      <p:sp>
        <p:nvSpPr>
          <p:cNvPr id="3" name="文本框 2"/>
          <p:cNvSpPr txBox="1"/>
          <p:nvPr>
            <p:custDataLst>
              <p:tags r:id="rId4"/>
            </p:custDataLst>
          </p:nvPr>
        </p:nvSpPr>
        <p:spPr>
          <a:xfrm>
            <a:off x="1794510" y="3442335"/>
            <a:ext cx="7038340" cy="54673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a:lnSpc>
                <a:spcPct val="150000"/>
              </a:lnSpc>
              <a:spcBef>
                <a:spcPts val="500"/>
              </a:spcBef>
              <a:buClrTx/>
              <a:buSzTx/>
              <a:buFontTx/>
            </a:pPr>
            <a:r>
              <a:rPr lang="zh-CN" sz="1400" dirty="0">
                <a:latin typeface="微软雅黑" panose="020B0503020204020204" pitchFamily="34" charset="-122"/>
                <a:ea typeface="微软雅黑" panose="020B0503020204020204" pitchFamily="34" charset="-122"/>
                <a:sym typeface="+mn-ea"/>
              </a:rPr>
              <a:t>&lt;p v-if="boolean"&gt;dom的显示&lt;/p&gt;</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061845"/>
            <a:ext cx="10568305" cy="330771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557655" y="2061845"/>
            <a:ext cx="9116060" cy="287020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1.静态参数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以v-on指令和v-bind指令为例，演示指令接收静态参数的效果，具体代码如下所示。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指令参数</a:t>
            </a:r>
          </a:p>
        </p:txBody>
      </p:sp>
      <p:sp>
        <p:nvSpPr>
          <p:cNvPr id="3" name="文本框 2"/>
          <p:cNvSpPr txBox="1"/>
          <p:nvPr>
            <p:custDataLst>
              <p:tags r:id="rId4"/>
            </p:custDataLst>
          </p:nvPr>
        </p:nvSpPr>
        <p:spPr>
          <a:xfrm>
            <a:off x="1915160" y="4044950"/>
            <a:ext cx="7038340" cy="88709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a:lnSpc>
                <a:spcPct val="150000"/>
              </a:lnSpc>
              <a:spcBef>
                <a:spcPts val="500"/>
              </a:spcBef>
              <a:buClrTx/>
              <a:buSzTx/>
              <a:buFontTx/>
            </a:pPr>
            <a:r>
              <a:rPr lang="zh-CN" sz="1400" dirty="0">
                <a:latin typeface="微软雅黑" panose="020B0503020204020204" pitchFamily="34" charset="-122"/>
                <a:ea typeface="微软雅黑" panose="020B0503020204020204" pitchFamily="34" charset="-122"/>
                <a:sym typeface="+mn-ea"/>
              </a:rPr>
              <a:t>&lt;a v-bind:href="url"&gt;百度&lt;/a&gt;</a:t>
            </a:r>
            <a:endParaRPr lang="zh-CN"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&lt;p v-on:click="sayHello"&gt;hello&lt;/p&gt;</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342515"/>
            <a:ext cx="10568305" cy="280352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557655" y="2342515"/>
            <a:ext cx="9116060" cy="26841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1.静态参数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静态参数语法格式中，&lt;a&gt;中的href是v-bind接收的参数，用于告知v-bind指令将&lt;a&gt;的href属性与url的属性值绑定，实现超链接跳转效果。</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&lt;p&gt;中的click是v-on接收的参数，click是事件名称，用于告知v-on指令为&lt;p&gt;绑定click事件。</a:t>
            </a: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指令参数</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986280"/>
            <a:ext cx="10831195" cy="41529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557655" y="1986280"/>
            <a:ext cx="9116060" cy="208026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2.动态参数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从Vue 2.6.0开始，可将[ ]括起来的JavaScript表达式作为一个指令参数。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因此，上述指令接收的静态参数均可使用[ ]转换为动态参数，具体代码如下所示。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指令参数</a:t>
            </a:r>
          </a:p>
        </p:txBody>
      </p:sp>
      <p:sp>
        <p:nvSpPr>
          <p:cNvPr id="15" name="文本框 14"/>
          <p:cNvSpPr txBox="1"/>
          <p:nvPr>
            <p:custDataLst>
              <p:tags r:id="rId4"/>
            </p:custDataLst>
          </p:nvPr>
        </p:nvSpPr>
        <p:spPr>
          <a:xfrm>
            <a:off x="2584450" y="3764915"/>
            <a:ext cx="3413760" cy="198183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508000" algn="l">
              <a:lnSpc>
                <a:spcPct val="150000"/>
              </a:lnSpc>
              <a:spcBef>
                <a:spcPts val="500"/>
              </a:spcBef>
              <a:buClrTx/>
              <a:buSzTx/>
              <a:buFontTx/>
            </a:pPr>
            <a:r>
              <a:rPr lang="zh-CN" sz="1200" dirty="0">
                <a:latin typeface="微软雅黑" panose="020B0503020204020204" pitchFamily="34" charset="-122"/>
                <a:ea typeface="微软雅黑" panose="020B0503020204020204" pitchFamily="34" charset="-122"/>
                <a:sym typeface="+mn-ea"/>
              </a:rPr>
              <a:t>&lt;a v-bind:[attributeName属性名]="url"&gt;百度&lt;/a&gt;</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&lt;p v-on:[eventName事件名]="sayHello"&gt;hello&lt;/p&gt;</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endParaRPr lang="zh-CN" altLang="en-US" sz="1200">
              <a:sym typeface="+mn-ea"/>
            </a:endParaRPr>
          </a:p>
        </p:txBody>
      </p:sp>
      <p:sp>
        <p:nvSpPr>
          <p:cNvPr id="2" name="文本框 1"/>
          <p:cNvSpPr txBox="1"/>
          <p:nvPr>
            <p:custDataLst>
              <p:tags r:id="rId5"/>
            </p:custDataLst>
          </p:nvPr>
        </p:nvSpPr>
        <p:spPr>
          <a:xfrm>
            <a:off x="6135370" y="3764915"/>
            <a:ext cx="4017010" cy="198183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data() {</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return {</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attributeName:'href',</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eventName:'click'</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a:t>
            </a:r>
            <a:endParaRPr lang="zh-CN" altLang="en-US" sz="120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986280"/>
            <a:ext cx="10831195" cy="41529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557655" y="1986280"/>
            <a:ext cx="9116060" cy="208026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2.动态参数</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代码分析</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动态参数代码中，&lt;a&gt;中的attributeName将会作为一个JavaScript表达式进行动态求值，并将求值结果作为指令参数使用。当data()函数中的attributeName属性的值为href时，其效果与上述静态参数实现的效果一致，均可实现超链接的跳转效果。</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同样地，当data()函数中的eventName属性的值为click时，其效果与上述静态参数实现的效果一致，均可为&lt;p&gt;绑定click事件。</a:t>
            </a: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指令参数</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472055"/>
            <a:ext cx="10831195" cy="24193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623695" y="3009265"/>
            <a:ext cx="9116060" cy="154305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Vue提供两种指令，一种是内置指令，另一种是自定义指令。本节将详细介绍Vue的内置指令。Vue将一些常用的页面功能以指令的形式进行封装，使读者能够以HTML元素属性的方式调用指令。</a:t>
            </a: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472055"/>
            <a:ext cx="10831195" cy="24193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lgn="l">
              <a:buClrTx/>
              <a:buSzTx/>
              <a:buFontTx/>
            </a:pPr>
            <a:r>
              <a:rPr lang="zh-CN" altLang="en-US" sz="3600" dirty="0">
                <a:latin typeface="+mn-ea"/>
                <a:sym typeface="+mn-ea"/>
              </a:rPr>
              <a:t>4.4指令</a:t>
            </a:r>
          </a:p>
        </p:txBody>
      </p:sp>
      <p:sp>
        <p:nvSpPr>
          <p:cNvPr id="9" name="文本框 8"/>
          <p:cNvSpPr txBox="1"/>
          <p:nvPr/>
        </p:nvSpPr>
        <p:spPr>
          <a:xfrm>
            <a:off x="1623695" y="2702560"/>
            <a:ext cx="9116060" cy="18497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1.条件渲染指令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Vue的条件渲染指令主要用于辅助开发者按需控制DOM元素的显示或隐藏。条件渲染指令由v-show和v-if组成，v-show和v-if指令均可根据表达式值的真假（值为true显示，值为false隐藏）显示或隐藏DOM元素。</a:t>
            </a: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588770"/>
            <a:ext cx="10919460" cy="47561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9" name="文本框 8"/>
          <p:cNvSpPr txBox="1"/>
          <p:nvPr/>
        </p:nvSpPr>
        <p:spPr>
          <a:xfrm>
            <a:off x="1105535" y="1687830"/>
            <a:ext cx="9116060" cy="59880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1.条件渲染指令</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sz="2000" b="1" dirty="0">
                <a:solidFill>
                  <a:schemeClr val="accent2"/>
                </a:solidFill>
                <a:latin typeface="微软雅黑" panose="020B0503020204020204" pitchFamily="34" charset="-122"/>
                <a:ea typeface="微软雅黑" panose="020B0503020204020204" pitchFamily="34" charset="-122"/>
              </a:rPr>
              <a:t>介绍</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graphicFrame>
        <p:nvGraphicFramePr>
          <p:cNvPr id="2" name="表格 1"/>
          <p:cNvGraphicFramePr/>
          <p:nvPr>
            <p:custDataLst>
              <p:tags r:id="rId4"/>
            </p:custDataLst>
          </p:nvPr>
        </p:nvGraphicFramePr>
        <p:xfrm>
          <a:off x="1829435" y="2353945"/>
          <a:ext cx="9037955" cy="3738880"/>
        </p:xfrm>
        <a:graphic>
          <a:graphicData uri="http://schemas.openxmlformats.org/drawingml/2006/table">
            <a:tbl>
              <a:tblPr firstRow="1" bandRow="1">
                <a:tableStyleId>{5C22544A-7EE6-4342-B048-85BDC9FD1C3A}</a:tableStyleId>
              </a:tblPr>
              <a:tblGrid>
                <a:gridCol w="2252345">
                  <a:extLst>
                    <a:ext uri="{9D8B030D-6E8A-4147-A177-3AD203B41FA5}">
                      <a16:colId xmlns:a16="http://schemas.microsoft.com/office/drawing/2014/main" val="20000"/>
                    </a:ext>
                  </a:extLst>
                </a:gridCol>
                <a:gridCol w="6785610">
                  <a:extLst>
                    <a:ext uri="{9D8B030D-6E8A-4147-A177-3AD203B41FA5}">
                      <a16:colId xmlns:a16="http://schemas.microsoft.com/office/drawing/2014/main" val="20001"/>
                    </a:ext>
                  </a:extLst>
                </a:gridCol>
              </a:tblGrid>
              <a:tr h="499745">
                <a:tc>
                  <a:txBody>
                    <a:bodyPr/>
                    <a:lstStyle/>
                    <a:p>
                      <a:pPr indent="0" algn="ctr">
                        <a:buNone/>
                      </a:pPr>
                      <a:r>
                        <a:rPr lang="en-US" sz="1800" b="1">
                          <a:latin typeface="Times New Roman" panose="02020603050405020304" pitchFamily="18" charset="0"/>
                          <a:ea typeface="宋体" panose="02010600030101010101" pitchFamily="2" charset="-122"/>
                          <a:cs typeface="宋体" panose="02010600030101010101" pitchFamily="2" charset="-122"/>
                        </a:rPr>
                        <a:t>指令名</a:t>
                      </a:r>
                      <a:endParaRPr lang="en-US" altLang="en-US" sz="1800" b="1">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800" b="1">
                          <a:latin typeface="Times New Roman" panose="02020603050405020304" pitchFamily="18" charset="0"/>
                          <a:ea typeface="宋体" panose="02010600030101010101" pitchFamily="2" charset="-122"/>
                          <a:cs typeface="宋体" panose="02010600030101010101" pitchFamily="2" charset="-122"/>
                        </a:rPr>
                        <a:t>说明</a:t>
                      </a:r>
                      <a:endParaRPr lang="en-US" altLang="en-US" sz="1800" b="1">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1079500">
                <a:tc>
                  <a:txBody>
                    <a:bodyPr/>
                    <a:lstStyle/>
                    <a:p>
                      <a:pPr indent="0" algn="ctr">
                        <a:buNone/>
                      </a:pPr>
                      <a:r>
                        <a:rPr lang="en-US" sz="1800" b="0">
                          <a:latin typeface="Times New Roman" panose="02020603050405020304" pitchFamily="18" charset="0"/>
                          <a:ea typeface="楷体" panose="02010609060101010101" charset="-122"/>
                          <a:cs typeface="Times New Roman" panose="02020603050405020304" pitchFamily="18" charset="0"/>
                        </a:rPr>
                        <a:t>v-show</a:t>
                      </a:r>
                      <a:endParaRPr lang="en-US" altLang="en-US" sz="1800" b="0">
                        <a:latin typeface="Times New Roman" panose="02020603050405020304" pitchFamily="18" charset="0"/>
                        <a:ea typeface="楷体" panose="02010609060101010101" charset="-122"/>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v-show指令原理是动态添加或移除元素的CSS样式属性display:none实现的。v-show指令一般用于需频繁切换</a:t>
                      </a:r>
                      <a:r>
                        <a:rPr lang="en-US" sz="1800" b="0">
                          <a:latin typeface="Times New Roman" panose="02020603050405020304" pitchFamily="18" charset="0"/>
                          <a:ea typeface="宋体" panose="02010600030101010101" pitchFamily="2" charset="-122"/>
                          <a:cs typeface="Times New Roman" panose="02020603050405020304" pitchFamily="18" charset="0"/>
                        </a:rPr>
                        <a:t>显示或隐藏</a:t>
                      </a:r>
                      <a:r>
                        <a:rPr lang="en-US" sz="1800" b="0">
                          <a:latin typeface="Times New Roman" panose="02020603050405020304" pitchFamily="18" charset="0"/>
                          <a:cs typeface="Times New Roman" panose="02020603050405020304" pitchFamily="18" charset="0"/>
                        </a:rPr>
                        <a:t>状态的元素</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720090">
                <a:tc>
                  <a:txBody>
                    <a:bodyPr/>
                    <a:lstStyle/>
                    <a:p>
                      <a:pPr indent="0" algn="ctr">
                        <a:buNone/>
                      </a:pPr>
                      <a:r>
                        <a:rPr lang="en-US" sz="1800" b="0">
                          <a:latin typeface="Times New Roman" panose="02020603050405020304" pitchFamily="18" charset="0"/>
                          <a:ea typeface="楷体" panose="02010609060101010101" charset="-122"/>
                          <a:cs typeface="Times New Roman" panose="02020603050405020304" pitchFamily="18" charset="0"/>
                        </a:rPr>
                        <a:t>v-if</a:t>
                      </a:r>
                      <a:endParaRPr lang="en-US" altLang="en-US" sz="1800" b="0">
                        <a:latin typeface="Times New Roman" panose="02020603050405020304" pitchFamily="18" charset="0"/>
                        <a:ea typeface="楷体" panose="02010609060101010101" charset="-122"/>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v-if指令原理是动态创建或移除DOM元素，一般用于在默认情况下不展示或展示较少的元素</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1439545">
                <a:tc>
                  <a:txBody>
                    <a:bodyPr/>
                    <a:lstStyle/>
                    <a:p>
                      <a:pPr indent="0" algn="ctr">
                        <a:buNone/>
                      </a:pPr>
                      <a:r>
                        <a:rPr lang="en-US" sz="1800" b="0">
                          <a:latin typeface="Times New Roman" panose="02020603050405020304" pitchFamily="18" charset="0"/>
                          <a:ea typeface="楷体" panose="02010609060101010101" charset="-122"/>
                          <a:cs typeface="Times New Roman" panose="02020603050405020304" pitchFamily="18" charset="0"/>
                        </a:rPr>
                        <a:t>v-else-if/v-else</a:t>
                      </a:r>
                      <a:endParaRPr lang="en-US" altLang="en-US" sz="1800" b="0">
                        <a:latin typeface="Times New Roman" panose="02020603050405020304" pitchFamily="18" charset="0"/>
                        <a:ea typeface="楷体" panose="02010609060101010101" charset="-122"/>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v-else-if与v-else指令需配合v-if指令共同使用，并紧跟在v-if或v-else-if后面，反之将不被识别。v-else-if/v-else指令与v-if指令配合可实现互斥的条件判断，当</a:t>
                      </a:r>
                      <a:r>
                        <a:rPr lang="en-US" sz="1800" b="0">
                          <a:latin typeface="Times New Roman" panose="02020603050405020304" pitchFamily="18" charset="0"/>
                          <a:ea typeface="宋体" panose="02010600030101010101" pitchFamily="2" charset="-122"/>
                          <a:cs typeface="Times New Roman" panose="02020603050405020304" pitchFamily="18" charset="0"/>
                        </a:rPr>
                        <a:t>有一</a:t>
                      </a:r>
                      <a:r>
                        <a:rPr lang="en-US" sz="1800" b="0">
                          <a:latin typeface="Times New Roman" panose="02020603050405020304" pitchFamily="18" charset="0"/>
                          <a:cs typeface="Times New Roman" panose="02020603050405020304" pitchFamily="18" charset="0"/>
                        </a:rPr>
                        <a:t>个条件满足时，后续的条件将不再进行判断</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588770"/>
            <a:ext cx="10919460" cy="411988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9" name="文本框 8"/>
          <p:cNvSpPr txBox="1"/>
          <p:nvPr/>
        </p:nvSpPr>
        <p:spPr>
          <a:xfrm>
            <a:off x="1105535" y="1687830"/>
            <a:ext cx="10146665" cy="4175760"/>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1.条件渲染指令</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sz="2000" b="1" dirty="0">
                <a:solidFill>
                  <a:schemeClr val="accent2"/>
                </a:solidFill>
                <a:latin typeface="微软雅黑" panose="020B0503020204020204" pitchFamily="34" charset="-122"/>
                <a:ea typeface="微软雅黑" panose="020B0503020204020204" pitchFamily="34" charset="-122"/>
              </a:rPr>
              <a:t>介绍</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sz="2000" dirty="0">
                <a:latin typeface="微软雅黑" panose="020B0503020204020204" pitchFamily="34" charset="-122"/>
                <a:ea typeface="微软雅黑" panose="020B0503020204020204" pitchFamily="34" charset="-122"/>
              </a:rPr>
              <a:t>）v-show与v-if的异同</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①v-show是显示或隐藏节点，v-if是创建或移除节点。</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②v-show控制元素的CSS属性，即display的值，实现元素的显示或隐藏；v-if则是控制元素在DOM树中的添加或删除，进而实现元素的显示或隐藏。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③v-show不管初始条件是什么，该DOM元素总是会被渲染，并基于CSS进行显示或隐藏的状态切换；而v-if是惰性的，只有在条件为真时才开始进行DOM元素的局部编译。</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588770"/>
            <a:ext cx="10404475" cy="43294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9" name="文本框 8"/>
          <p:cNvSpPr txBox="1"/>
          <p:nvPr/>
        </p:nvSpPr>
        <p:spPr>
          <a:xfrm>
            <a:off x="1105535" y="1687830"/>
            <a:ext cx="7033895" cy="3298190"/>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1.条件渲染指令</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sz="2000" b="1" dirty="0">
                <a:solidFill>
                  <a:schemeClr val="accent2"/>
                </a:solidFill>
                <a:latin typeface="微软雅黑" panose="020B0503020204020204" pitchFamily="34" charset="-122"/>
                <a:ea typeface="微软雅黑" panose="020B0503020204020204" pitchFamily="34" charset="-122"/>
              </a:rPr>
              <a:t>介绍</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（2）条件渲染指令的语法格式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v-show指令的语法格式如下所示。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pPr>
            <a:r>
              <a:rPr sz="2000" dirty="0">
                <a:latin typeface="微软雅黑" panose="020B0503020204020204" pitchFamily="34" charset="-122"/>
                <a:ea typeface="微软雅黑" panose="020B0503020204020204" pitchFamily="34" charset="-122"/>
                <a:sym typeface="+mn-ea"/>
              </a:rPr>
              <a:t>v-if指令的语法格式如下所示。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726565" y="3611245"/>
            <a:ext cx="6412865" cy="56959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&lt;p v-show="flag"&gt;v-show控制的元素&lt;/p&gt;</a:t>
            </a:r>
          </a:p>
        </p:txBody>
      </p:sp>
      <p:sp>
        <p:nvSpPr>
          <p:cNvPr id="2" name="文本框 1"/>
          <p:cNvSpPr txBox="1"/>
          <p:nvPr>
            <p:custDataLst>
              <p:tags r:id="rId5"/>
            </p:custDataLst>
          </p:nvPr>
        </p:nvSpPr>
        <p:spPr>
          <a:xfrm>
            <a:off x="1726565" y="5009515"/>
            <a:ext cx="6412865" cy="56959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&lt;p v-if="flag"&gt;v-if控制的元素&lt;/p&gt;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923415"/>
            <a:ext cx="10356215" cy="349631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9" name="文本框 8"/>
          <p:cNvSpPr txBox="1"/>
          <p:nvPr/>
        </p:nvSpPr>
        <p:spPr>
          <a:xfrm>
            <a:off x="1105535" y="2022475"/>
            <a:ext cx="4685665" cy="108140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1.条件渲染指令</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sz="2000" b="1" dirty="0">
                <a:solidFill>
                  <a:schemeClr val="accent2"/>
                </a:solidFill>
                <a:latin typeface="微软雅黑" panose="020B0503020204020204" pitchFamily="34" charset="-122"/>
                <a:ea typeface="微软雅黑" panose="020B0503020204020204" pitchFamily="34" charset="-122"/>
              </a:rPr>
              <a:t>介绍</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（2）条件渲染指令的语法格式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866265" y="3375025"/>
            <a:ext cx="4657725" cy="158877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&lt;div v-if="type === 'A'"&gt;优秀&lt;/div&gt;</a:t>
            </a:r>
          </a:p>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&lt;div v-else-if="type === 'B'"&gt;良好&lt;/div&gt;</a:t>
            </a:r>
          </a:p>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&lt;div v-else-if="type === 'C'"&gt;一般&lt;/div&gt;</a:t>
            </a:r>
          </a:p>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&lt;div v-else&gt;差&lt;/div&gt;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2463165"/>
            <a:ext cx="10356215" cy="241046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9" name="文本框 8"/>
          <p:cNvSpPr txBox="1"/>
          <p:nvPr/>
        </p:nvSpPr>
        <p:spPr>
          <a:xfrm>
            <a:off x="1212215" y="2853055"/>
            <a:ext cx="9784715" cy="163004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1.条件渲染指令</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sz="2000" b="1" dirty="0">
                <a:solidFill>
                  <a:schemeClr val="accent2"/>
                </a:solidFill>
                <a:latin typeface="微软雅黑" panose="020B0503020204020204" pitchFamily="34" charset="-122"/>
                <a:ea typeface="微软雅黑" panose="020B0503020204020204" pitchFamily="34" charset="-122"/>
              </a:rPr>
              <a:t>介绍</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（3）条件渲染指令示例</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使用条件渲染指令渲染商品等级，从而进一步对比v-show与v-if的区别</a:t>
            </a:r>
            <a:r>
              <a:rPr lang="zh-CN" sz="2000" dirty="0">
                <a:latin typeface="微软雅黑" panose="020B0503020204020204" pitchFamily="34" charset="-122"/>
                <a:ea typeface="微软雅黑" panose="020B0503020204020204" pitchFamily="34" charset="-122"/>
              </a:rPr>
              <a:t>。</a:t>
            </a: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61060" y="1802130"/>
            <a:ext cx="9649460" cy="6007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代码实现</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endParaRPr lang="en-US" altLang="zh-CN" sz="2000" dirty="0">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
            </p:custDataLst>
          </p:nvPr>
        </p:nvSpPr>
        <p:spPr>
          <a:xfrm>
            <a:off x="926465" y="2572385"/>
            <a:ext cx="10645140" cy="364998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custDataLst>
              <p:tags r:id="rId2"/>
            </p:custDataLst>
          </p:nvPr>
        </p:nvSpPr>
        <p:spPr>
          <a:xfrm>
            <a:off x="926465" y="2286000"/>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4-6</a:t>
            </a:r>
          </a:p>
        </p:txBody>
      </p:sp>
      <p:sp>
        <p:nvSpPr>
          <p:cNvPr id="15" name="文本框 14"/>
          <p:cNvSpPr txBox="1"/>
          <p:nvPr>
            <p:custDataLst>
              <p:tags r:id="rId3"/>
            </p:custDataLst>
          </p:nvPr>
        </p:nvSpPr>
        <p:spPr>
          <a:xfrm>
            <a:off x="1569720" y="3027045"/>
            <a:ext cx="4526915" cy="2268855"/>
          </a:xfrm>
          <a:prstGeom prst="rect">
            <a:avLst/>
          </a:prstGeom>
          <a:noFill/>
        </p:spPr>
        <p:txBody>
          <a:bodyPr wrap="square" rtlCol="0">
            <a:noAutofit/>
          </a:bodyPr>
          <a:lstStyle/>
          <a:p>
            <a:pPr algn="l" fontAlgn="auto">
              <a:lnSpc>
                <a:spcPct val="150000"/>
              </a:lnSpc>
              <a:buClrTx/>
              <a:buSzTx/>
              <a:buFontTx/>
              <a:buNone/>
            </a:pPr>
            <a:r>
              <a:rPr lang="zh-CN" altLang="en-US" sz="1200">
                <a:sym typeface="+mn-ea"/>
              </a:rPr>
              <a:t>1.&lt;div id='app'&gt;</a:t>
            </a:r>
          </a:p>
          <a:p>
            <a:pPr algn="l" fontAlgn="auto">
              <a:lnSpc>
                <a:spcPct val="150000"/>
              </a:lnSpc>
              <a:buClrTx/>
              <a:buSzTx/>
              <a:buFontTx/>
              <a:buNone/>
            </a:pPr>
            <a:r>
              <a:rPr lang="zh-CN" altLang="en-US" sz="1200">
                <a:sym typeface="+mn-ea"/>
              </a:rPr>
              <a:t>2.    &lt;h2 v-show="showYes"&gt;商品等级判断&lt;/h2&gt;</a:t>
            </a:r>
          </a:p>
          <a:p>
            <a:pPr algn="l" fontAlgn="auto">
              <a:lnSpc>
                <a:spcPct val="150000"/>
              </a:lnSpc>
              <a:buClrTx/>
              <a:buSzTx/>
              <a:buFontTx/>
              <a:buNone/>
            </a:pPr>
            <a:r>
              <a:rPr lang="zh-CN" altLang="en-US" sz="1200">
                <a:sym typeface="+mn-ea"/>
              </a:rPr>
              <a:t>3.    &lt;h2 v-show="showNo"&gt;商品产地判断&lt;/h2&gt;</a:t>
            </a:r>
          </a:p>
          <a:p>
            <a:pPr algn="l" fontAlgn="auto">
              <a:lnSpc>
                <a:spcPct val="150000"/>
              </a:lnSpc>
              <a:buClrTx/>
              <a:buSzTx/>
              <a:buFontTx/>
              <a:buNone/>
            </a:pPr>
            <a:r>
              <a:rPr lang="zh-CN" altLang="en-US" sz="1200">
                <a:sym typeface="+mn-ea"/>
              </a:rPr>
              <a:t>4.    &lt;span&gt;花牛苹果-200g:&lt;/span&gt;</a:t>
            </a:r>
          </a:p>
          <a:p>
            <a:pPr algn="l" fontAlgn="auto">
              <a:lnSpc>
                <a:spcPct val="150000"/>
              </a:lnSpc>
              <a:buClrTx/>
              <a:buSzTx/>
              <a:buFontTx/>
              <a:buNone/>
            </a:pPr>
            <a:r>
              <a:rPr lang="zh-CN" altLang="en-US" sz="1200">
                <a:sym typeface="+mn-ea"/>
              </a:rPr>
              <a:t>5.    &lt;span v-if="proLevel &gt;=200"&gt;优秀级&lt;/span&gt;</a:t>
            </a:r>
          </a:p>
          <a:p>
            <a:pPr algn="l" fontAlgn="auto">
              <a:lnSpc>
                <a:spcPct val="150000"/>
              </a:lnSpc>
              <a:buClrTx/>
              <a:buSzTx/>
              <a:buFontTx/>
              <a:buNone/>
            </a:pPr>
            <a:r>
              <a:rPr lang="zh-CN" altLang="en-US" sz="1200">
                <a:sym typeface="+mn-ea"/>
              </a:rPr>
              <a:t>6.    &lt;span v-else-if="proLevel &gt;=150"&gt;良好级&lt;/span&gt;</a:t>
            </a:r>
          </a:p>
          <a:p>
            <a:pPr algn="l" fontAlgn="auto">
              <a:lnSpc>
                <a:spcPct val="150000"/>
              </a:lnSpc>
              <a:buClrTx/>
              <a:buSzTx/>
              <a:buFontTx/>
              <a:buNone/>
            </a:pPr>
            <a:r>
              <a:rPr lang="zh-CN" altLang="en-US" sz="1200">
                <a:sym typeface="+mn-ea"/>
              </a:rPr>
              <a:t>7.    &lt;span v-else-if="proLevel &gt;=100"&gt;及格级&lt;/span&gt;</a:t>
            </a:r>
          </a:p>
          <a:p>
            <a:pPr algn="l" fontAlgn="auto">
              <a:lnSpc>
                <a:spcPct val="150000"/>
              </a:lnSpc>
              <a:buClrTx/>
              <a:buSzTx/>
              <a:buFontTx/>
              <a:buNone/>
            </a:pPr>
            <a:endParaRPr lang="zh-CN" altLang="en-US" sz="1200">
              <a:sym typeface="+mn-ea"/>
            </a:endParaRPr>
          </a:p>
        </p:txBody>
      </p:sp>
      <p:sp>
        <p:nvSpPr>
          <p:cNvPr id="2" name="文本框 1"/>
          <p:cNvSpPr txBox="1"/>
          <p:nvPr>
            <p:custDataLst>
              <p:tags r:id="rId4"/>
            </p:custDataLst>
          </p:nvPr>
        </p:nvSpPr>
        <p:spPr>
          <a:xfrm>
            <a:off x="6470650" y="3027680"/>
            <a:ext cx="4641215" cy="3066415"/>
          </a:xfrm>
          <a:prstGeom prst="rect">
            <a:avLst/>
          </a:prstGeom>
          <a:noFill/>
        </p:spPr>
        <p:txBody>
          <a:bodyPr wrap="square" rtlCol="0">
            <a:noAutofit/>
          </a:bodyPr>
          <a:lstStyle/>
          <a:p>
            <a:pPr algn="l" fontAlgn="auto">
              <a:lnSpc>
                <a:spcPct val="150000"/>
              </a:lnSpc>
              <a:buClrTx/>
              <a:buSzTx/>
              <a:buFontTx/>
              <a:buNone/>
            </a:pPr>
            <a:r>
              <a:rPr lang="zh-CN" altLang="en-US" sz="1200">
                <a:sym typeface="+mn-ea"/>
              </a:rPr>
              <a:t>8.    &lt;span v-else&gt;瑕疵品&lt;/span&gt;</a:t>
            </a:r>
          </a:p>
          <a:p>
            <a:pPr algn="l" fontAlgn="auto">
              <a:lnSpc>
                <a:spcPct val="150000"/>
              </a:lnSpc>
              <a:buClrTx/>
              <a:buSzTx/>
              <a:buFontTx/>
              <a:buNone/>
            </a:pPr>
            <a:r>
              <a:rPr lang="zh-CN" altLang="en-US" sz="1200">
                <a:sym typeface="+mn-ea"/>
              </a:rPr>
              <a:t>9.&lt;/div&gt;</a:t>
            </a:r>
          </a:p>
          <a:p>
            <a:pPr algn="l" fontAlgn="auto">
              <a:lnSpc>
                <a:spcPct val="150000"/>
              </a:lnSpc>
              <a:buClrTx/>
              <a:buSzTx/>
              <a:buFontTx/>
              <a:buNone/>
            </a:pPr>
            <a:r>
              <a:rPr lang="zh-CN" altLang="en-US" sz="1200">
                <a:sym typeface="+mn-ea"/>
              </a:rPr>
              <a:t>10.const vm = Vue.createApp({</a:t>
            </a:r>
          </a:p>
          <a:p>
            <a:pPr algn="l" fontAlgn="auto">
              <a:lnSpc>
                <a:spcPct val="150000"/>
              </a:lnSpc>
              <a:buClrTx/>
              <a:buSzTx/>
              <a:buFontTx/>
              <a:buNone/>
            </a:pPr>
            <a:r>
              <a:rPr lang="zh-CN" altLang="en-US" sz="1200">
                <a:sym typeface="+mn-ea"/>
              </a:rPr>
              <a:t>11.    data() {</a:t>
            </a:r>
          </a:p>
          <a:p>
            <a:pPr algn="l" fontAlgn="auto">
              <a:lnSpc>
                <a:spcPct val="150000"/>
              </a:lnSpc>
              <a:buClrTx/>
              <a:buSzTx/>
              <a:buFontTx/>
              <a:buNone/>
            </a:pPr>
            <a:r>
              <a:rPr lang="zh-CN" altLang="en-US" sz="1200">
                <a:sym typeface="+mn-ea"/>
              </a:rPr>
              <a:t>12.        return {</a:t>
            </a:r>
          </a:p>
          <a:p>
            <a:pPr algn="l" fontAlgn="auto">
              <a:lnSpc>
                <a:spcPct val="150000"/>
              </a:lnSpc>
              <a:buClrTx/>
              <a:buSzTx/>
              <a:buFontTx/>
              <a:buNone/>
            </a:pPr>
            <a:r>
              <a:rPr lang="zh-CN" altLang="en-US" sz="1200">
                <a:sym typeface="+mn-ea"/>
              </a:rPr>
              <a:t>13.            showYes:true,</a:t>
            </a:r>
          </a:p>
          <a:p>
            <a:pPr algn="l" fontAlgn="auto">
              <a:lnSpc>
                <a:spcPct val="150000"/>
              </a:lnSpc>
              <a:buClrTx/>
              <a:buSzTx/>
              <a:buFontTx/>
              <a:buNone/>
            </a:pPr>
            <a:r>
              <a:rPr lang="zh-CN" altLang="en-US" sz="1200">
                <a:sym typeface="+mn-ea"/>
              </a:rPr>
              <a:t>14.            showNo:false,</a:t>
            </a:r>
          </a:p>
          <a:p>
            <a:pPr algn="l" fontAlgn="auto">
              <a:lnSpc>
                <a:spcPct val="150000"/>
              </a:lnSpc>
              <a:buClrTx/>
              <a:buSzTx/>
              <a:buFontTx/>
              <a:buNone/>
            </a:pPr>
            <a:r>
              <a:rPr lang="zh-CN" altLang="en-US" sz="1200">
                <a:sym typeface="+mn-ea"/>
              </a:rPr>
              <a:t>15.            proLevel:200</a:t>
            </a:r>
          </a:p>
          <a:p>
            <a:pPr algn="l" fontAlgn="auto">
              <a:lnSpc>
                <a:spcPct val="150000"/>
              </a:lnSpc>
              <a:buClrTx/>
              <a:buSzTx/>
              <a:buFontTx/>
              <a:buNone/>
            </a:pPr>
            <a:r>
              <a:rPr lang="zh-CN" altLang="en-US" sz="1200">
                <a:sym typeface="+mn-ea"/>
              </a:rPr>
              <a:t>16.        }</a:t>
            </a:r>
          </a:p>
          <a:p>
            <a:pPr algn="l" fontAlgn="auto">
              <a:lnSpc>
                <a:spcPct val="150000"/>
              </a:lnSpc>
              <a:buClrTx/>
              <a:buSzTx/>
              <a:buFontTx/>
              <a:buNone/>
            </a:pPr>
            <a:r>
              <a:rPr lang="zh-CN" altLang="en-US" sz="1200">
                <a:sym typeface="+mn-ea"/>
              </a:rPr>
              <a:t>17.    }</a:t>
            </a:r>
          </a:p>
          <a:p>
            <a:pPr algn="l" fontAlgn="auto">
              <a:lnSpc>
                <a:spcPct val="150000"/>
              </a:lnSpc>
              <a:buClrTx/>
              <a:buSzTx/>
              <a:buFontTx/>
              <a:buNone/>
            </a:pPr>
            <a:r>
              <a:rPr lang="zh-CN" altLang="en-US" sz="1200">
                <a:sym typeface="+mn-ea"/>
              </a:rPr>
              <a:t>18.}).mount('#app')</a:t>
            </a:r>
          </a:p>
        </p:txBody>
      </p:sp>
      <p:cxnSp>
        <p:nvCxnSpPr>
          <p:cNvPr id="3" name="直接连接符 2"/>
          <p:cNvCxnSpPr>
            <a:stCxn id="6" idx="0"/>
            <a:endCxn id="6" idx="2"/>
          </p:cNvCxnSpPr>
          <p:nvPr/>
        </p:nvCxnSpPr>
        <p:spPr>
          <a:xfrm>
            <a:off x="6249035" y="2572385"/>
            <a:ext cx="0" cy="3649980"/>
          </a:xfrm>
          <a:prstGeom prst="line">
            <a:avLst/>
          </a:prstGeom>
          <a:ln w="6350"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10" name="文本框 9"/>
          <p:cNvSpPr txBox="1"/>
          <p:nvPr>
            <p:custDataLst>
              <p:tags r:id="rId5"/>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6"/>
            </p:custDataLst>
          </p:nvPr>
        </p:nvSpPr>
        <p:spPr>
          <a:xfrm>
            <a:off x="1284605" y="127508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624965"/>
            <a:ext cx="10645140" cy="44945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50950" y="1910080"/>
            <a:ext cx="4524375" cy="391033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上述代码中，使用v-show指令的&lt;h2&gt;不论表达式结果是否为真，均在DOM树上创建了对应的DOM节点。而v-if指令仅创建了表达式结果为真的DOM节点。</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在浏览器中运行上述代码，按下F12键打开控制台，切换至Elements选项，查看渲染结果。</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pic>
        <p:nvPicPr>
          <p:cNvPr id="188" name="图片 14"/>
          <p:cNvPicPr>
            <a:picLocks noChangeAspect="1"/>
          </p:cNvPicPr>
          <p:nvPr>
            <p:custDataLst>
              <p:tags r:id="rId4"/>
            </p:custDataLst>
          </p:nvPr>
        </p:nvPicPr>
        <p:blipFill>
          <a:blip r:embed="rId6"/>
          <a:stretch>
            <a:fillRect/>
          </a:stretch>
        </p:blipFill>
        <p:spPr>
          <a:xfrm>
            <a:off x="5986145" y="2402840"/>
            <a:ext cx="5349240" cy="311658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26465" y="1624965"/>
            <a:ext cx="10645140" cy="44945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50950" y="1910080"/>
            <a:ext cx="9845675" cy="234569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Vue中内置了一个列表渲染指令，即v-for指令。v-for指令以循环的方式渲染一个列表，循环的对象可以是数组、整数或对象等。</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（1）v-for指令遍历数组</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v-for指令遍历数组的语法格式如下所示。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595120" y="4838065"/>
            <a:ext cx="4810760" cy="6197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0" fontAlgn="auto">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&lt;li v-for="(item,index) in list" &gt;{{ item.id }}&lt;/li&gt;</a:t>
            </a:r>
          </a:p>
        </p:txBody>
      </p:sp>
      <p:sp>
        <p:nvSpPr>
          <p:cNvPr id="4" name="文本框 3"/>
          <p:cNvSpPr txBox="1"/>
          <p:nvPr>
            <p:custDataLst>
              <p:tags r:id="rId5"/>
            </p:custDataLst>
          </p:nvPr>
        </p:nvSpPr>
        <p:spPr>
          <a:xfrm>
            <a:off x="6811645" y="3194050"/>
            <a:ext cx="3821430" cy="276669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data() {</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return {</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list:[</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{id:'000',title:'北京鸭梨'},</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{id:'001',title:'佘山兰笋'},</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{id:'002',title:'佘山兰笋'}</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43660" y="1969135"/>
            <a:ext cx="9450070" cy="30124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68755" y="2137410"/>
            <a:ext cx="9163050" cy="16249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（2）v-for指令遍历对象</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v-for指令遍历对象的语法格式如下所示。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5" name="文本框 4"/>
          <p:cNvSpPr txBox="1"/>
          <p:nvPr>
            <p:custDataLst>
              <p:tags r:id="rId4"/>
            </p:custDataLst>
          </p:nvPr>
        </p:nvSpPr>
        <p:spPr>
          <a:xfrm>
            <a:off x="2188210" y="3990340"/>
            <a:ext cx="4810760" cy="6197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0" fontAlgn="auto">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&lt;li v-for="(item,index) in object" &gt;{{ item.id }}&lt;/li&gt;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43660" y="1969135"/>
            <a:ext cx="9450070" cy="397002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68755" y="2137410"/>
            <a:ext cx="9163050" cy="16249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（2）v-for指令遍历对象</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v-for指令遍历对象与遍历数组的语法基本一致，object是被迭代的对象，item是被迭代的对象属性的别名。除此之外，v-for指令在遍历对象时，可接收第三个参数key，key代表被迭代对象的属性名。</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5" name="文本框 4"/>
          <p:cNvSpPr txBox="1"/>
          <p:nvPr>
            <p:custDataLst>
              <p:tags r:id="rId4"/>
            </p:custDataLst>
          </p:nvPr>
        </p:nvSpPr>
        <p:spPr>
          <a:xfrm>
            <a:off x="2065020" y="4838065"/>
            <a:ext cx="7068185" cy="6197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0" fontAlgn="auto">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&lt;li v-for="(item,key,index) in object" &gt;{{index}} {{key}} {{item}}&lt;/li&gt;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43660" y="1969135"/>
            <a:ext cx="9450070" cy="397002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68755" y="2137410"/>
            <a:ext cx="9163050" cy="16249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（2）v-for指令遍历对象</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v-for指令遍历对象与遍历数组的语法基本一致，object是被迭代的对象，item是被迭代的对象属性的别名。除此之外，v-for指令在遍历对象时，可接收第三个参数key，key代表被迭代对象的属性名。</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5" name="文本框 4"/>
          <p:cNvSpPr txBox="1"/>
          <p:nvPr>
            <p:custDataLst>
              <p:tags r:id="rId4"/>
            </p:custDataLst>
          </p:nvPr>
        </p:nvSpPr>
        <p:spPr>
          <a:xfrm>
            <a:off x="2065020" y="4838065"/>
            <a:ext cx="7068185" cy="6197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0" fontAlgn="auto">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&lt;li v-for="(item,key,index) in object" &gt;{{index}} {{key}} {{item}}&lt;/li&gt;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43660" y="1969135"/>
            <a:ext cx="9450070" cy="42062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68755" y="2137410"/>
            <a:ext cx="9163050" cy="16249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（3）v-for指令遍历整数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v-for指令遍历整数的语法格式如下所示。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v-for指令遍历整数时，会将模板重复渲染对应次数。以上述代码为例，v-for指令最终会在页面中输出10个标签内容分别为1至10的&lt;li&gt;。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5" name="文本框 4"/>
          <p:cNvSpPr txBox="1"/>
          <p:nvPr>
            <p:custDataLst>
              <p:tags r:id="rId4"/>
            </p:custDataLst>
          </p:nvPr>
        </p:nvSpPr>
        <p:spPr>
          <a:xfrm>
            <a:off x="2150745" y="4040505"/>
            <a:ext cx="7068185" cy="6197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a:lnSpc>
                <a:spcPct val="150000"/>
              </a:lnSpc>
              <a:spcBef>
                <a:spcPts val="500"/>
              </a:spcBef>
              <a:buClrTx/>
              <a:buSzTx/>
              <a:buFontTx/>
            </a:pPr>
            <a:r>
              <a:rPr lang="zh-CN" sz="1400" dirty="0">
                <a:latin typeface="微软雅黑" panose="020B0503020204020204" pitchFamily="34" charset="-122"/>
                <a:ea typeface="微软雅黑" panose="020B0503020204020204" pitchFamily="34" charset="-122"/>
                <a:sym typeface="+mn-ea"/>
              </a:rPr>
              <a:t>&lt;li v-for="item in 10 "&gt;{{ item}}&lt;/li&gt;</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43660" y="1969135"/>
            <a:ext cx="9450070" cy="42062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68755" y="2137410"/>
            <a:ext cx="9163050" cy="16249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（4）v-for指令与&lt;template&gt;</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v-for指令可借助&lt;template&gt;循环渲染一段包含多个元素的内容，语法格式如下所示。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5" name="文本框 4"/>
          <p:cNvSpPr txBox="1"/>
          <p:nvPr>
            <p:custDataLst>
              <p:tags r:id="rId4"/>
            </p:custDataLst>
          </p:nvPr>
        </p:nvSpPr>
        <p:spPr>
          <a:xfrm>
            <a:off x="3042285" y="3926840"/>
            <a:ext cx="4308475" cy="198437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00000"/>
              </a:lnSpc>
              <a:spcBef>
                <a:spcPts val="500"/>
              </a:spcBef>
              <a:buClrTx/>
              <a:buSzTx/>
              <a:buFontTx/>
            </a:pPr>
            <a:r>
              <a:rPr lang="zh-CN" sz="1400" dirty="0">
                <a:latin typeface="微软雅黑" panose="020B0503020204020204" pitchFamily="34" charset="-122"/>
                <a:ea typeface="微软雅黑" panose="020B0503020204020204" pitchFamily="34" charset="-122"/>
                <a:sym typeface="+mn-ea"/>
              </a:rPr>
              <a:t>&lt;ul&gt;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&lt;!--在template上使用for循环--&gt;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&lt;template v-for="item in list"&gt;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&lt;li&gt;{{item.id}}&lt;/li&gt;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&lt;li&gt;{{item.title}}&lt;/li&gt;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&lt;/template&gt;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&lt;/ul&gt;</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26260"/>
            <a:ext cx="10653395" cy="434911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03960" y="1894205"/>
            <a:ext cx="9835515" cy="409130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（5）数组更新检测</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Vue为监测数组中元素的变化并及时将元素变化反映到视图中，对数组的变异方法进行了包裹，被包裹的方法有7个，包括push()、pop()、shift()、unshift()、splice()、sort()、reverse()。</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读者调用Vue的变异方法修改数组数据时，页面中的数据将保持同步变化。</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除此之外，还有一些非变异方法，例如filter()、concat()和slice()。它们不会改变原始数组，且总是返回1个新数组。在使用非变异方法时，可将旧数组替换为新数组。</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55190"/>
            <a:ext cx="10653395" cy="313499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03960" y="2223135"/>
            <a:ext cx="9835515" cy="263080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（6）key属性</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Vue默认按照“就地更新”的策略来更新v-for指令渲染的元素列表。当数据项的顺序改变时，Vue不会移动DOM元素的顺序来匹配数据项的顺序，而是就地更新每个元素，从而确保元素在指定索引位置上的正确渲染。</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55190"/>
            <a:ext cx="10653395" cy="380809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223135"/>
            <a:ext cx="10090785" cy="355981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（6）key属性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示例</a:t>
            </a:r>
            <a:endParaRPr 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接下来在一个未使用key属性的v-for列表渲染案例展示key属性的重要性。</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实现步骤：首先，定义一个proList数组对象，并使用v-for指令将其渲染到页面中。在methods选项中定义一个add()方法，并在add()方法中调用unshift()变异方法实现在数组的开头添加新元素。在页面上添加2个input输入框和一个add按钮，单击add按钮触发add()方法向proList数组对象中添加新元素。</a:t>
            </a:r>
            <a:r>
              <a:rPr lang="zh-CN" dirty="0">
                <a:latin typeface="微软雅黑" panose="020B0503020204020204" pitchFamily="34" charset="-122"/>
                <a:ea typeface="微软雅黑" panose="020B0503020204020204" pitchFamily="34" charset="-122"/>
              </a:rPr>
              <a:t>具体代码见源码包</a:t>
            </a:r>
            <a:r>
              <a:rPr lang="en-US" altLang="zh-CN" dirty="0">
                <a:latin typeface="微软雅黑" panose="020B0503020204020204" pitchFamily="34" charset="-122"/>
                <a:ea typeface="微软雅黑" panose="020B0503020204020204" pitchFamily="34" charset="-122"/>
              </a:rPr>
              <a:t>/ch04/</a:t>
            </a:r>
            <a:r>
              <a:rPr lang="en-US" altLang="zh-CN" b="1" dirty="0">
                <a:solidFill>
                  <a:schemeClr val="accent2"/>
                </a:solidFill>
                <a:latin typeface="微软雅黑" panose="020B0503020204020204" pitchFamily="34" charset="-122"/>
                <a:ea typeface="微软雅黑" panose="020B0503020204020204" pitchFamily="34" charset="-122"/>
              </a:rPr>
              <a:t>producer</a:t>
            </a:r>
            <a:r>
              <a:rPr lang="en-US" altLang="zh-CN" dirty="0">
                <a:latin typeface="微软雅黑" panose="020B0503020204020204" pitchFamily="34" charset="-122"/>
                <a:ea typeface="微软雅黑" panose="020B0503020204020204" pitchFamily="34" charset="-122"/>
              </a:rPr>
              <a:t>.html</a:t>
            </a:r>
            <a:endParaRPr lang="en-US" alt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81810"/>
            <a:ext cx="10653395" cy="45021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849755"/>
            <a:ext cx="10090785" cy="108458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（6）key属性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示例实现效果</a:t>
            </a:r>
            <a:endParaRPr lang="zh-CN"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pic>
        <p:nvPicPr>
          <p:cNvPr id="12" name="图片 5"/>
          <p:cNvPicPr>
            <a:picLocks noChangeAspect="1"/>
          </p:cNvPicPr>
          <p:nvPr>
            <p:custDataLst>
              <p:tags r:id="rId4"/>
            </p:custDataLst>
          </p:nvPr>
        </p:nvPicPr>
        <p:blipFill>
          <a:blip r:embed="rId8"/>
          <a:stretch>
            <a:fillRect/>
          </a:stretch>
        </p:blipFill>
        <p:spPr>
          <a:xfrm>
            <a:off x="1725930" y="2966720"/>
            <a:ext cx="3564890" cy="2510790"/>
          </a:xfrm>
          <a:prstGeom prst="rect">
            <a:avLst/>
          </a:prstGeom>
          <a:noFill/>
          <a:ln>
            <a:solidFill>
              <a:schemeClr val="tx1"/>
            </a:solidFill>
          </a:ln>
        </p:spPr>
      </p:pic>
      <p:pic>
        <p:nvPicPr>
          <p:cNvPr id="13" name="图片 6"/>
          <p:cNvPicPr>
            <a:picLocks noChangeAspect="1"/>
          </p:cNvPicPr>
          <p:nvPr>
            <p:custDataLst>
              <p:tags r:id="rId5"/>
            </p:custDataLst>
          </p:nvPr>
        </p:nvPicPr>
        <p:blipFill>
          <a:blip r:embed="rId9"/>
          <a:stretch>
            <a:fillRect/>
          </a:stretch>
        </p:blipFill>
        <p:spPr>
          <a:xfrm>
            <a:off x="6670675" y="2966720"/>
            <a:ext cx="3555365" cy="2503805"/>
          </a:xfrm>
          <a:prstGeom prst="rect">
            <a:avLst/>
          </a:prstGeom>
          <a:noFill/>
          <a:ln>
            <a:solidFill>
              <a:schemeClr val="tx1"/>
            </a:solidFill>
          </a:ln>
        </p:spPr>
      </p:pic>
      <p:sp>
        <p:nvSpPr>
          <p:cNvPr id="3" name="文本框 2"/>
          <p:cNvSpPr txBox="1"/>
          <p:nvPr/>
        </p:nvSpPr>
        <p:spPr>
          <a:xfrm>
            <a:off x="1853565" y="5509895"/>
            <a:ext cx="3437255" cy="813435"/>
          </a:xfrm>
          <a:prstGeom prst="rect">
            <a:avLst/>
          </a:prstGeom>
          <a:noFill/>
        </p:spPr>
        <p:txBody>
          <a:bodyPr wrap="square" rtlCol="0">
            <a:noAutofit/>
          </a:bodyPr>
          <a:lstStyle/>
          <a:p>
            <a:r>
              <a:rPr lang="zh-CN" altLang="en-US"/>
              <a:t>选中商品列表的第一项，并在输入框中输入新的商品数据</a:t>
            </a:r>
          </a:p>
        </p:txBody>
      </p:sp>
      <p:sp>
        <p:nvSpPr>
          <p:cNvPr id="4" name="文本框 3"/>
          <p:cNvSpPr txBox="1"/>
          <p:nvPr>
            <p:custDataLst>
              <p:tags r:id="rId6"/>
            </p:custDataLst>
          </p:nvPr>
        </p:nvSpPr>
        <p:spPr>
          <a:xfrm>
            <a:off x="6788785" y="5502910"/>
            <a:ext cx="3437255" cy="813435"/>
          </a:xfrm>
          <a:prstGeom prst="rect">
            <a:avLst/>
          </a:prstGeom>
          <a:noFill/>
        </p:spPr>
        <p:txBody>
          <a:bodyPr wrap="square" rtlCol="0">
            <a:noAutofit/>
          </a:bodyPr>
          <a:lstStyle/>
          <a:p>
            <a:r>
              <a:rPr lang="zh-CN" altLang="en-US"/>
              <a:t>单击add按钮，向proList数组的开头添加一个新的商品对象</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066290"/>
            <a:ext cx="10653395" cy="3430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134235"/>
            <a:ext cx="10090785" cy="298069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（6）key属性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示例分析</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观察上述渲染结果可以发现，被选中的列表项由“鸭梨”变为“大葱”，产生这种效果的根本原因在于v-for的“就地更新”策略，该策略仅记忆当前数组勾选项的索引为0，当数组长度增加时，指令根据数组勾选项的索引为0这一信息，将新数组中索引为0的“大葱”项勾选。</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066290"/>
            <a:ext cx="10653395" cy="3430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134235"/>
            <a:ext cx="10090785" cy="298069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（6）key属性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示例分析</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观察上述渲染结果可以发现，被选中的列表项由“鸭梨”变为“大葱”，产生这种效果的根本原因在于v-for的“就地更新”策略，该策略仅记忆当前数组勾选项的索引为0，当数组长度增加时，指令根据数组勾选项的索引为0这一信息，将新数组中索引为0的“大葱”项勾选。</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19580"/>
            <a:ext cx="10653395" cy="46926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734185"/>
            <a:ext cx="10090785" cy="24974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（6）key属性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示例重构</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为了给Vue一个提示，以便它能跟踪每个节点的身份，从而重用和重新排序现有元素，需要为每个列表项提供一个唯一的key属性。例如，为例4-7中的v-for列表渲染添加key属性，具体代码如下所示。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15" name="文本框 14"/>
          <p:cNvSpPr txBox="1"/>
          <p:nvPr>
            <p:custDataLst>
              <p:tags r:id="rId4"/>
            </p:custDataLst>
          </p:nvPr>
        </p:nvSpPr>
        <p:spPr>
          <a:xfrm>
            <a:off x="1732280" y="4476750"/>
            <a:ext cx="4763770" cy="151511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508000" algn="l">
              <a:lnSpc>
                <a:spcPct val="150000"/>
              </a:lnSpc>
              <a:spcBef>
                <a:spcPts val="500"/>
              </a:spcBef>
              <a:buClrTx/>
              <a:buSzTx/>
              <a:buFontTx/>
            </a:pPr>
            <a:r>
              <a:rPr lang="zh-CN" sz="1200" dirty="0">
                <a:latin typeface="微软雅黑" panose="020B0503020204020204" pitchFamily="34" charset="-122"/>
                <a:ea typeface="微软雅黑" panose="020B0503020204020204" pitchFamily="34" charset="-122"/>
                <a:sym typeface="+mn-ea"/>
              </a:rPr>
              <a:t>&lt;p v-for="item in proList" v-bind:key="item.name"&gt;</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&lt;input type="checkbox"&gt;</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      &lt;span&gt;名称:{{item.name}},产地:{{item.city}}&lt;/span&gt;</a:t>
            </a:r>
            <a:endParaRPr lang="zh-CN" sz="1200" dirty="0">
              <a:latin typeface="微软雅黑" panose="020B0503020204020204" pitchFamily="34" charset="-122"/>
              <a:ea typeface="微软雅黑" panose="020B0503020204020204" pitchFamily="34" charset="-122"/>
            </a:endParaRPr>
          </a:p>
          <a:p>
            <a:pPr indent="304800" algn="l">
              <a:lnSpc>
                <a:spcPct val="150000"/>
              </a:lnSpc>
              <a:spcBef>
                <a:spcPts val="500"/>
              </a:spcBef>
              <a:buClrTx/>
              <a:buSzTx/>
              <a:buFontTx/>
              <a:extLst>
                <a:ext uri="{35155182-B16C-46BC-9424-99874614C6A1}">
                  <wpsdc:indentchars xmlns:wpsdc="http://www.wps.cn/officeDocument/2017/drawingmlCustomData" xmlns="" val="200" checksum="1077528236"/>
                </a:ext>
              </a:extLst>
            </a:pPr>
            <a:r>
              <a:rPr lang="zh-CN" sz="1200" dirty="0">
                <a:latin typeface="微软雅黑" panose="020B0503020204020204" pitchFamily="34" charset="-122"/>
                <a:ea typeface="微软雅黑" panose="020B0503020204020204" pitchFamily="34" charset="-122"/>
                <a:sym typeface="+mn-ea"/>
              </a:rPr>
              <a:t>/p&gt;</a:t>
            </a:r>
            <a:endParaRPr lang="zh-CN" altLang="en-US" sz="1200">
              <a:sym typeface="+mn-ea"/>
            </a:endParaRPr>
          </a:p>
        </p:txBody>
      </p:sp>
      <p:pic>
        <p:nvPicPr>
          <p:cNvPr id="10" name="图片 3"/>
          <p:cNvPicPr>
            <a:picLocks noChangeAspect="1"/>
          </p:cNvPicPr>
          <p:nvPr>
            <p:custDataLst>
              <p:tags r:id="rId5"/>
            </p:custDataLst>
          </p:nvPr>
        </p:nvPicPr>
        <p:blipFill>
          <a:blip r:embed="rId7"/>
          <a:stretch>
            <a:fillRect/>
          </a:stretch>
        </p:blipFill>
        <p:spPr>
          <a:xfrm>
            <a:off x="7116445" y="3871595"/>
            <a:ext cx="3280410" cy="2310765"/>
          </a:xfrm>
          <a:prstGeom prst="rect">
            <a:avLst/>
          </a:prstGeom>
          <a:noFill/>
          <a:ln w="6350">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19580"/>
            <a:ext cx="10653395" cy="42284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734185"/>
            <a:ext cx="10090785" cy="39960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（7）v-for与v-if的组合使用</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渲染列表时，如果列表中的某些列表项需要根据条件判断是否渲染，可组合使用v-if和v-for来实现。不过，当v-if和v-for在同一个元素上使用时，v-if的优先级比v-for要高，这意味着v-if条件不能访问v-for范围内的变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在Vue官方文档中并不建议同时使用v-if与v-for，v-if与v-for每次渲染都会先循环再进行条件判断，这容易造成性能方面的浪费。一般推荐使用计算属性替代v-if与v-for的组合使用，计算属性详细介绍见本书4.5节。</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654175"/>
            <a:ext cx="10521315" cy="429387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09930" y="1636395"/>
            <a:ext cx="9123680" cy="100203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（8）v-for列表渲染示例</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使用v-for指令分别遍历数组、对象与整数</a:t>
            </a:r>
            <a:r>
              <a:rPr lang="zh-CN" sz="2000" dirty="0">
                <a:latin typeface="微软雅黑" panose="020B0503020204020204" pitchFamily="34" charset="-122"/>
                <a:ea typeface="微软雅黑" panose="020B0503020204020204" pitchFamily="34" charset="-122"/>
              </a:rPr>
              <a: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15" name="文本框 14"/>
          <p:cNvSpPr txBox="1"/>
          <p:nvPr>
            <p:custDataLst>
              <p:tags r:id="rId4"/>
            </p:custDataLst>
          </p:nvPr>
        </p:nvSpPr>
        <p:spPr>
          <a:xfrm>
            <a:off x="1696085" y="2911475"/>
            <a:ext cx="4518660" cy="277495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20000"/>
              </a:lnSpc>
              <a:buClrTx/>
              <a:buSzTx/>
              <a:buFontTx/>
              <a:buNone/>
            </a:pPr>
            <a:r>
              <a:rPr lang="zh-CN" altLang="en-US" sz="1200">
                <a:sym typeface="+mn-ea"/>
              </a:rPr>
              <a:t>1.&lt;div id='app'&gt;</a:t>
            </a:r>
          </a:p>
          <a:p>
            <a:pPr indent="0" algn="l" fontAlgn="auto">
              <a:lnSpc>
                <a:spcPct val="120000"/>
              </a:lnSpc>
              <a:buClrTx/>
              <a:buSzTx/>
              <a:buFontTx/>
              <a:buNone/>
            </a:pPr>
            <a:r>
              <a:rPr lang="zh-CN" altLang="en-US" sz="1200">
                <a:sym typeface="+mn-ea"/>
              </a:rPr>
              <a:t>2.    &lt;!-- 遍历数组 --&gt;</a:t>
            </a:r>
          </a:p>
          <a:p>
            <a:pPr indent="0" algn="l" fontAlgn="auto">
              <a:lnSpc>
                <a:spcPct val="120000"/>
              </a:lnSpc>
              <a:buClrTx/>
              <a:buSzTx/>
              <a:buFontTx/>
              <a:buNone/>
            </a:pPr>
            <a:r>
              <a:rPr lang="zh-CN" altLang="en-US" sz="1200">
                <a:sym typeface="+mn-ea"/>
              </a:rPr>
              <a:t>3.    &lt;template v-for="item in userList"&gt;</a:t>
            </a:r>
          </a:p>
          <a:p>
            <a:pPr indent="0" algn="l" fontAlgn="auto">
              <a:lnSpc>
                <a:spcPct val="120000"/>
              </a:lnSpc>
              <a:buClrTx/>
              <a:buSzTx/>
              <a:buFontTx/>
              <a:buNone/>
            </a:pPr>
            <a:r>
              <a:rPr lang="zh-CN" altLang="en-US" sz="1200">
                <a:sym typeface="+mn-ea"/>
              </a:rPr>
              <a:t>4.        &lt;span&gt;用户名：{{item.name}},&lt;/span&gt;</a:t>
            </a:r>
          </a:p>
          <a:p>
            <a:pPr indent="0" algn="l" fontAlgn="auto">
              <a:lnSpc>
                <a:spcPct val="120000"/>
              </a:lnSpc>
              <a:buClrTx/>
              <a:buSzTx/>
              <a:buFontTx/>
              <a:buNone/>
            </a:pPr>
            <a:r>
              <a:rPr lang="zh-CN" altLang="en-US" sz="1200">
                <a:sym typeface="+mn-ea"/>
              </a:rPr>
              <a:t>5.        &lt;span&gt;收件地址：{{item.address}},&lt;/span&gt;</a:t>
            </a:r>
          </a:p>
          <a:p>
            <a:pPr indent="0" algn="l" fontAlgn="auto">
              <a:lnSpc>
                <a:spcPct val="120000"/>
              </a:lnSpc>
              <a:buClrTx/>
              <a:buSzTx/>
              <a:buFontTx/>
              <a:buNone/>
            </a:pPr>
            <a:r>
              <a:rPr lang="zh-CN" altLang="en-US" sz="1200">
                <a:sym typeface="+mn-ea"/>
              </a:rPr>
              <a:t>6.        &lt;span&gt;联系方式：{{item.tel}}&lt;/span&gt;&lt;br&gt;</a:t>
            </a:r>
          </a:p>
          <a:p>
            <a:pPr indent="0" algn="l" fontAlgn="auto">
              <a:lnSpc>
                <a:spcPct val="120000"/>
              </a:lnSpc>
              <a:buClrTx/>
              <a:buSzTx/>
              <a:buFontTx/>
              <a:buNone/>
            </a:pPr>
            <a:r>
              <a:rPr lang="zh-CN" altLang="en-US" sz="1200">
                <a:sym typeface="+mn-ea"/>
              </a:rPr>
              <a:t>7.    &lt;/template&gt;</a:t>
            </a:r>
          </a:p>
          <a:p>
            <a:pPr indent="0" algn="l" fontAlgn="auto">
              <a:lnSpc>
                <a:spcPct val="120000"/>
              </a:lnSpc>
              <a:buClrTx/>
              <a:buSzTx/>
              <a:buFontTx/>
              <a:buNone/>
            </a:pPr>
            <a:r>
              <a:rPr lang="zh-CN" altLang="en-US" sz="1200">
                <a:sym typeface="+mn-ea"/>
              </a:rPr>
              <a:t>8.    &lt;!-- 遍历对象 --&gt;</a:t>
            </a:r>
          </a:p>
          <a:p>
            <a:pPr indent="0" algn="l" fontAlgn="auto">
              <a:lnSpc>
                <a:spcPct val="120000"/>
              </a:lnSpc>
              <a:buClrTx/>
              <a:buSzTx/>
              <a:buFontTx/>
              <a:buNone/>
            </a:pPr>
            <a:r>
              <a:rPr lang="zh-CN" altLang="en-US" sz="1200">
                <a:sym typeface="+mn-ea"/>
              </a:rPr>
              <a:t>9.    &lt;p v-for="(item,key,index) in userDetail"&gt;{{key}}:{{item}}&lt;/p&gt;</a:t>
            </a:r>
          </a:p>
          <a:p>
            <a:pPr indent="0" algn="l" fontAlgn="auto">
              <a:lnSpc>
                <a:spcPct val="120000"/>
              </a:lnSpc>
              <a:buClrTx/>
              <a:buSzTx/>
              <a:buFontTx/>
              <a:buNone/>
            </a:pPr>
            <a:r>
              <a:rPr lang="zh-CN" altLang="en-US" sz="1200">
                <a:sym typeface="+mn-ea"/>
              </a:rPr>
              <a:t>10.    &lt;!-- 遍历整数 --&gt;</a:t>
            </a:r>
          </a:p>
          <a:p>
            <a:pPr indent="0" algn="l" fontAlgn="auto">
              <a:lnSpc>
                <a:spcPct val="120000"/>
              </a:lnSpc>
              <a:buClrTx/>
              <a:buSzTx/>
              <a:buFontTx/>
              <a:buNone/>
            </a:pPr>
            <a:r>
              <a:rPr lang="zh-CN" altLang="en-US" sz="1200">
                <a:sym typeface="+mn-ea"/>
              </a:rPr>
              <a:t>11.    &lt;p v-for="item in 3"&gt;{{item}}&lt;/p&gt;</a:t>
            </a:r>
          </a:p>
          <a:p>
            <a:pPr indent="0" algn="l" fontAlgn="auto">
              <a:lnSpc>
                <a:spcPct val="120000"/>
              </a:lnSpc>
              <a:buClrTx/>
              <a:buSzTx/>
              <a:buFontTx/>
              <a:buNone/>
            </a:pPr>
            <a:r>
              <a:rPr lang="zh-CN" altLang="en-US" sz="1200">
                <a:sym typeface="+mn-ea"/>
              </a:rPr>
              <a:t>12.&lt;/div&gt;</a:t>
            </a:r>
          </a:p>
        </p:txBody>
      </p:sp>
      <p:sp>
        <p:nvSpPr>
          <p:cNvPr id="12" name="圆角矩形 11"/>
          <p:cNvSpPr/>
          <p:nvPr>
            <p:custDataLst>
              <p:tags r:id="rId5"/>
            </p:custDataLst>
          </p:nvPr>
        </p:nvSpPr>
        <p:spPr>
          <a:xfrm>
            <a:off x="1085850" y="264985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4-8</a:t>
            </a:r>
          </a:p>
        </p:txBody>
      </p:sp>
      <p:sp>
        <p:nvSpPr>
          <p:cNvPr id="3" name="文本框 2"/>
          <p:cNvSpPr txBox="1"/>
          <p:nvPr>
            <p:custDataLst>
              <p:tags r:id="rId6"/>
            </p:custDataLst>
          </p:nvPr>
        </p:nvSpPr>
        <p:spPr>
          <a:xfrm>
            <a:off x="6461760" y="2690495"/>
            <a:ext cx="4518660" cy="299593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13.const vm = Vue.createApp({</a:t>
            </a:r>
          </a:p>
          <a:p>
            <a:pPr indent="0" algn="l" fontAlgn="auto">
              <a:lnSpc>
                <a:spcPct val="100000"/>
              </a:lnSpc>
              <a:buClrTx/>
              <a:buSzTx/>
              <a:buFontTx/>
              <a:buNone/>
            </a:pPr>
            <a:r>
              <a:rPr lang="zh-CN" altLang="en-US" sz="1200">
                <a:sym typeface="+mn-ea"/>
              </a:rPr>
              <a:t>14.    data() {</a:t>
            </a:r>
          </a:p>
          <a:p>
            <a:pPr indent="0" algn="l" fontAlgn="auto">
              <a:lnSpc>
                <a:spcPct val="100000"/>
              </a:lnSpc>
              <a:buClrTx/>
              <a:buSzTx/>
              <a:buFontTx/>
              <a:buNone/>
            </a:pPr>
            <a:r>
              <a:rPr lang="zh-CN" altLang="en-US" sz="1200">
                <a:sym typeface="+mn-ea"/>
              </a:rPr>
              <a:t>15.        return {</a:t>
            </a:r>
          </a:p>
          <a:p>
            <a:pPr indent="0" algn="l" fontAlgn="auto">
              <a:lnSpc>
                <a:spcPct val="100000"/>
              </a:lnSpc>
              <a:buClrTx/>
              <a:buSzTx/>
              <a:buFontTx/>
              <a:buNone/>
            </a:pPr>
            <a:r>
              <a:rPr lang="zh-CN" altLang="en-US" sz="1200">
                <a:sym typeface="+mn-ea"/>
              </a:rPr>
              <a:t>16.            userList:[</a:t>
            </a:r>
          </a:p>
          <a:p>
            <a:pPr indent="0" algn="l" fontAlgn="auto">
              <a:lnSpc>
                <a:spcPct val="100000"/>
              </a:lnSpc>
              <a:buClrTx/>
              <a:buSzTx/>
              <a:buFontTx/>
              <a:buNone/>
            </a:pPr>
            <a:r>
              <a:rPr lang="zh-CN" altLang="en-US" sz="1200">
                <a:sym typeface="+mn-ea"/>
              </a:rPr>
              <a:t>17.                {id:'001',name:'王明明',address:'北京市朝阳区小红门地区',tel:12456787609},</a:t>
            </a:r>
          </a:p>
          <a:p>
            <a:pPr indent="0" algn="l" fontAlgn="auto">
              <a:lnSpc>
                <a:spcPct val="100000"/>
              </a:lnSpc>
              <a:buClrTx/>
              <a:buSzTx/>
              <a:buFontTx/>
              <a:buNone/>
            </a:pPr>
            <a:r>
              <a:rPr lang="zh-CN" altLang="en-US" sz="1200">
                <a:sym typeface="+mn-ea"/>
              </a:rPr>
              <a:t>18.                {id:'002',name:'赵红红',address:'北京市大兴区经海大厦',tel:16787676465},</a:t>
            </a:r>
          </a:p>
          <a:p>
            <a:pPr indent="0" algn="l" fontAlgn="auto">
              <a:lnSpc>
                <a:spcPct val="100000"/>
              </a:lnSpc>
              <a:buClrTx/>
              <a:buSzTx/>
              <a:buFontTx/>
              <a:buNone/>
            </a:pPr>
            <a:r>
              <a:rPr lang="zh-CN" altLang="en-US" sz="1200">
                <a:sym typeface="+mn-ea"/>
              </a:rPr>
              <a:t>19.                {id:'003',name:'李利利',address:'北京市丰台区丰台科技园',tel:17689867836}</a:t>
            </a:r>
          </a:p>
          <a:p>
            <a:pPr indent="0" algn="l" fontAlgn="auto">
              <a:lnSpc>
                <a:spcPct val="100000"/>
              </a:lnSpc>
              <a:buClrTx/>
              <a:buSzTx/>
              <a:buFontTx/>
              <a:buNone/>
            </a:pPr>
            <a:r>
              <a:rPr lang="zh-CN" altLang="en-US" sz="1200">
                <a:sym typeface="+mn-ea"/>
              </a:rPr>
              <a:t>20.            ],</a:t>
            </a:r>
          </a:p>
          <a:p>
            <a:pPr indent="0" algn="l" fontAlgn="auto">
              <a:lnSpc>
                <a:spcPct val="100000"/>
              </a:lnSpc>
              <a:buClrTx/>
              <a:buSzTx/>
              <a:buFontTx/>
              <a:buNone/>
            </a:pPr>
            <a:r>
              <a:rPr lang="zh-CN" altLang="en-US" sz="1200">
                <a:sym typeface="+mn-ea"/>
              </a:rPr>
              <a:t>21.            userDetail:{name:'王明明',identity:'回头客',frequency:3,praiseRate:'95%'}</a:t>
            </a:r>
          </a:p>
          <a:p>
            <a:pPr indent="0" algn="l" fontAlgn="auto">
              <a:lnSpc>
                <a:spcPct val="100000"/>
              </a:lnSpc>
              <a:buClrTx/>
              <a:buSzTx/>
              <a:buFontTx/>
              <a:buNone/>
            </a:pPr>
            <a:r>
              <a:rPr lang="zh-CN" altLang="en-US" sz="1200">
                <a:sym typeface="+mn-ea"/>
              </a:rPr>
              <a:t>22.        }</a:t>
            </a:r>
          </a:p>
          <a:p>
            <a:pPr indent="0" algn="l" fontAlgn="auto">
              <a:lnSpc>
                <a:spcPct val="100000"/>
              </a:lnSpc>
              <a:buClrTx/>
              <a:buSzTx/>
              <a:buFontTx/>
              <a:buNone/>
            </a:pPr>
            <a:r>
              <a:rPr lang="zh-CN" altLang="en-US" sz="1200">
                <a:sym typeface="+mn-ea"/>
              </a:rPr>
              <a:t>23.    }</a:t>
            </a:r>
          </a:p>
          <a:p>
            <a:pPr indent="0" algn="l" fontAlgn="auto">
              <a:lnSpc>
                <a:spcPct val="100000"/>
              </a:lnSpc>
              <a:buClrTx/>
              <a:buSzTx/>
              <a:buFontTx/>
              <a:buNone/>
            </a:pPr>
            <a:r>
              <a:rPr lang="zh-CN" altLang="en-US" sz="1200">
                <a:sym typeface="+mn-ea"/>
              </a:rPr>
              <a:t>24.}).mount('#app')</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654175"/>
            <a:ext cx="10521315" cy="429387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1636395"/>
            <a:ext cx="9997440" cy="100203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2.列表渲染指令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（8）v-for列表渲染示例</a:t>
            </a:r>
            <a:r>
              <a:rPr lang="zh-CN" sz="2000" dirty="0">
                <a:latin typeface="微软雅黑" panose="020B0503020204020204" pitchFamily="34" charset="-122"/>
                <a:ea typeface="微软雅黑" panose="020B0503020204020204" pitchFamily="34" charset="-122"/>
              </a:rPr>
              <a:t>：浏览器中运行上述代码，v-for指令遍历数组、对象与整数显示效果如下图所示。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pic>
        <p:nvPicPr>
          <p:cNvPr id="79" name="图片 1"/>
          <p:cNvPicPr>
            <a:picLocks noChangeAspect="1"/>
          </p:cNvPicPr>
          <p:nvPr>
            <p:custDataLst>
              <p:tags r:id="rId4"/>
            </p:custDataLst>
          </p:nvPr>
        </p:nvPicPr>
        <p:blipFill>
          <a:blip r:embed="rId6"/>
          <a:stretch>
            <a:fillRect/>
          </a:stretch>
        </p:blipFill>
        <p:spPr>
          <a:xfrm>
            <a:off x="4337050" y="2755900"/>
            <a:ext cx="4371975" cy="310134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19580"/>
            <a:ext cx="10653395" cy="42284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734185"/>
            <a:ext cx="10090785" cy="39960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3.属性绑定指令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v-bind指令主要用于响应式地更新HTML属性，将一个或多个属性动态绑定到表达式中，也可将一个组件的prop动态绑定到表达式中。</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866265" y="3375025"/>
            <a:ext cx="5965825" cy="216725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v-bind指令的语法格式如下所示。</a:t>
            </a:r>
            <a:endParaRPr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//绑定一个属性</a:t>
            </a:r>
            <a:endParaRPr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&lt;a v-bind:href=”https://www.baidu.com/”&gt;链接&lt;/a&gt;</a:t>
            </a:r>
            <a:endParaRPr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//简写语法</a:t>
            </a:r>
            <a:endParaRPr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&lt;a :href=”https://www.baidu.com/”&gt;链接&lt;/a&gt;</a:t>
            </a:r>
            <a:endParaRPr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//动态属性</a:t>
            </a:r>
            <a:endParaRPr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&lt;a :[attrname]=”url”&gt;链接&lt;/a&gt;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95170"/>
            <a:ext cx="10653395" cy="33280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312035"/>
            <a:ext cx="10203815" cy="27247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4.双向绑定指令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model是Vue框架内置的API指令，本质是一种语法糖写法。它负责监听用户的输入事件并更新数据，可对一些极端场景进行一些特殊处理。v-model指令可以在input、textarea、select等表单元素上创建双向数据绑定，它会根据控件类型自动选取正确的方法来更新元素。</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19580"/>
            <a:ext cx="10653395" cy="42284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734185"/>
            <a:ext cx="10090785" cy="39960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sym typeface="+mn-ea"/>
              </a:rPr>
              <a:t>4.双向绑定指令</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（1）v-model指令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v-model指令的语法格式如下所示。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866265" y="3375025"/>
            <a:ext cx="5965825" cy="216725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&lt;input type=”text” v-model=”msg”&gt;</a:t>
            </a:r>
          </a:p>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data() {</a:t>
            </a:r>
          </a:p>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return {</a:t>
            </a:r>
          </a:p>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msg:”hello”</a:t>
            </a:r>
          </a:p>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a:t>
            </a:r>
          </a:p>
          <a:p>
            <a:pPr indent="508000" algn="l"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19580"/>
            <a:ext cx="10653395" cy="42284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734185"/>
            <a:ext cx="9815195" cy="108394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sym typeface="+mn-ea"/>
              </a:rPr>
              <a:t>4.双向绑定指令</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（2）专属修饰符</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Vue为v-model指令定义了一些专属修饰符。</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graphicFrame>
        <p:nvGraphicFramePr>
          <p:cNvPr id="4" name="表格 3"/>
          <p:cNvGraphicFramePr/>
          <p:nvPr>
            <p:custDataLst>
              <p:tags r:id="rId4"/>
            </p:custDataLst>
          </p:nvPr>
        </p:nvGraphicFramePr>
        <p:xfrm>
          <a:off x="2134870" y="3165475"/>
          <a:ext cx="7611745" cy="2095500"/>
        </p:xfrm>
        <a:graphic>
          <a:graphicData uri="http://schemas.openxmlformats.org/drawingml/2006/table">
            <a:tbl>
              <a:tblPr firstRow="1" bandRow="1">
                <a:tableStyleId>{5C22544A-7EE6-4342-B048-85BDC9FD1C3A}</a:tableStyleId>
              </a:tblPr>
              <a:tblGrid>
                <a:gridCol w="2570480">
                  <a:extLst>
                    <a:ext uri="{9D8B030D-6E8A-4147-A177-3AD203B41FA5}">
                      <a16:colId xmlns:a16="http://schemas.microsoft.com/office/drawing/2014/main" val="20000"/>
                    </a:ext>
                  </a:extLst>
                </a:gridCol>
                <a:gridCol w="5041265">
                  <a:extLst>
                    <a:ext uri="{9D8B030D-6E8A-4147-A177-3AD203B41FA5}">
                      <a16:colId xmlns:a16="http://schemas.microsoft.com/office/drawing/2014/main" val="20001"/>
                    </a:ext>
                  </a:extLst>
                </a:gridCol>
              </a:tblGrid>
              <a:tr h="523875">
                <a:tc>
                  <a:txBody>
                    <a:bodyPr/>
                    <a:lstStyle/>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修饰符名</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说明</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23875">
                <a:tc>
                  <a:txBody>
                    <a:bodyPr/>
                    <a:lstStyle/>
                    <a:p>
                      <a:pPr indent="0" algn="ctr">
                        <a:buNone/>
                      </a:pPr>
                      <a:r>
                        <a:rPr lang="en-US" sz="1800" b="0">
                          <a:latin typeface="Times New Roman" panose="02020603050405020304" pitchFamily="18" charset="0"/>
                          <a:cs typeface="Times New Roman" panose="02020603050405020304" pitchFamily="18" charset="0"/>
                        </a:rPr>
                        <a:t>.number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自动将用户输入的值转换为数字类型</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23875">
                <a:tc>
                  <a:txBody>
                    <a:bodyPr/>
                    <a:lstStyle/>
                    <a:p>
                      <a:pPr indent="0" algn="ctr">
                        <a:buNone/>
                      </a:pPr>
                      <a:r>
                        <a:rPr lang="en-US" sz="1800" b="0">
                          <a:latin typeface="Times New Roman" panose="02020603050405020304" pitchFamily="18" charset="0"/>
                          <a:cs typeface="Times New Roman" panose="02020603050405020304" pitchFamily="18" charset="0"/>
                        </a:rPr>
                        <a:t>.trim</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自动过滤用户输入</a:t>
                      </a:r>
                      <a:r>
                        <a:rPr lang="en-US" sz="1800" b="0">
                          <a:latin typeface="宋体" panose="02010600030101010101" pitchFamily="2" charset="-122"/>
                          <a:ea typeface="宋体" panose="02010600030101010101" pitchFamily="2" charset="-122"/>
                          <a:cs typeface="宋体" panose="02010600030101010101" pitchFamily="2" charset="-122"/>
                        </a:rPr>
                        <a:t>文本的</a:t>
                      </a:r>
                      <a:r>
                        <a:rPr lang="en-US" sz="1800" b="0">
                          <a:latin typeface="Times New Roman" panose="02020603050405020304" pitchFamily="18" charset="0"/>
                          <a:cs typeface="Times New Roman" panose="02020603050405020304" pitchFamily="18" charset="0"/>
                        </a:rPr>
                        <a:t>首尾空白字符</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23875">
                <a:tc>
                  <a:txBody>
                    <a:bodyPr/>
                    <a:lstStyle/>
                    <a:p>
                      <a:pPr indent="0" algn="ctr">
                        <a:buNone/>
                      </a:pPr>
                      <a:r>
                        <a:rPr lang="en-US" sz="1800" b="0">
                          <a:latin typeface="Times New Roman" panose="02020603050405020304" pitchFamily="18" charset="0"/>
                          <a:cs typeface="Times New Roman" panose="02020603050405020304" pitchFamily="18" charset="0"/>
                        </a:rPr>
                        <a:t>.lazy</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在失去焦点或者回车时才自动更新数据</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19580"/>
            <a:ext cx="10255885" cy="3811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734185"/>
            <a:ext cx="9815195" cy="108394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sym typeface="+mn-ea"/>
              </a:rPr>
              <a:t>4.双向绑定指令</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（2）专属修饰符</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v-model指令专属修饰符的语法格式如下所示。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733550" y="3485515"/>
            <a:ext cx="5947410" cy="152209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&lt;input type=”text” v-model.number=”msg”&gt;</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&lt;input type=”text” v-model.trim=”msg”&gt;</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&lt;input type=”text” v-model.lazy=”msg”&gt;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90395"/>
            <a:ext cx="10255885" cy="3811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268220"/>
            <a:ext cx="9815195" cy="305625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5.事件绑定指令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on指令是事件绑定指令，可为目标元素绑定指定事件，事件的类型由参数决定。v-on指令可用于监听DOM事件，并在触发事件时运行一些JavaScript逻辑代码。v-on指令后的表达式可以是一段JavaScript代码，也可以是一个methods选项内的方法名或方法调用语句。在使用v-on指令绑定事件时，需要在v-on指令后指定事件类型，如click、mousedown、mouseup等。</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90395"/>
            <a:ext cx="10255885" cy="40392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890395"/>
            <a:ext cx="9815195" cy="9963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5.事件绑定指令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v-on指令的语法格式如下所示。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724660" y="3012440"/>
            <a:ext cx="5017135" cy="262064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&lt;button @click=”hello(‘hi’)”&gt;按钮&lt;/button&gt;</a:t>
            </a:r>
          </a:p>
          <a:p>
            <a:pPr indent="508000" fontAlgn="auto">
              <a:lnSpc>
                <a:spcPct val="120000"/>
              </a:lnSpc>
              <a:spcBef>
                <a:spcPts val="500"/>
              </a:spcBef>
              <a:buClrTx/>
              <a:buSzTx/>
              <a:buFontTx/>
            </a:pPr>
            <a:r>
              <a:rPr sz="1400" dirty="0">
                <a:latin typeface="微软雅黑" panose="020B0503020204020204" pitchFamily="34" charset="-122"/>
                <a:ea typeface="微软雅黑" panose="020B0503020204020204" pitchFamily="34" charset="-122"/>
                <a:sym typeface="+mn-ea"/>
              </a:rPr>
              <a:t>//表达式为一段JavaScript代码</a:t>
            </a:r>
            <a:endParaRPr sz="1400" dirty="0">
              <a:latin typeface="微软雅黑" panose="020B0503020204020204" pitchFamily="34" charset="-122"/>
              <a:ea typeface="微软雅黑" panose="020B0503020204020204" pitchFamily="34" charset="-122"/>
            </a:endParaRPr>
          </a:p>
          <a:p>
            <a:pPr indent="355600"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&lt;button v-on:click=”num += 1”&gt;按钮&lt;/button&gt;</a:t>
            </a:r>
            <a:endParaRPr sz="1400" dirty="0">
              <a:latin typeface="微软雅黑" panose="020B0503020204020204" pitchFamily="34" charset="-122"/>
              <a:ea typeface="微软雅黑" panose="020B0503020204020204" pitchFamily="34" charset="-122"/>
            </a:endParaRPr>
          </a:p>
          <a:p>
            <a:pPr indent="355600"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//简写语法</a:t>
            </a:r>
            <a:endParaRPr sz="1400" dirty="0">
              <a:latin typeface="微软雅黑" panose="020B0503020204020204" pitchFamily="34" charset="-122"/>
              <a:ea typeface="微软雅黑" panose="020B0503020204020204" pitchFamily="34" charset="-122"/>
            </a:endParaRPr>
          </a:p>
          <a:p>
            <a:pPr indent="355600"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&lt;button @click=”num += 1”&gt;按钮&lt;/button&gt;</a:t>
            </a:r>
            <a:endParaRPr sz="1400" dirty="0">
              <a:latin typeface="微软雅黑" panose="020B0503020204020204" pitchFamily="34" charset="-122"/>
              <a:ea typeface="微软雅黑" panose="020B0503020204020204" pitchFamily="34" charset="-122"/>
            </a:endParaRPr>
          </a:p>
          <a:p>
            <a:pPr indent="355600"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//表达式为方法名</a:t>
            </a:r>
            <a:endParaRPr sz="1400" dirty="0">
              <a:latin typeface="微软雅黑" panose="020B0503020204020204" pitchFamily="34" charset="-122"/>
              <a:ea typeface="微软雅黑" panose="020B0503020204020204" pitchFamily="34" charset="-122"/>
            </a:endParaRPr>
          </a:p>
          <a:p>
            <a:pPr indent="355600"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&lt;button @click=”hello”&gt;按钮&lt;/button&gt;</a:t>
            </a:r>
            <a:endParaRPr sz="1400" dirty="0">
              <a:latin typeface="微软雅黑" panose="020B0503020204020204" pitchFamily="34" charset="-122"/>
              <a:ea typeface="微软雅黑" panose="020B0503020204020204" pitchFamily="34" charset="-122"/>
            </a:endParaRPr>
          </a:p>
          <a:p>
            <a:pPr indent="355600" fontAlgn="auto">
              <a:lnSpc>
                <a:spcPct val="12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//表达式为方法调用语句</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92655"/>
            <a:ext cx="10255885" cy="31483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479040"/>
            <a:ext cx="9815195" cy="250380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6.内容渲染指令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Vue提供了两个指令用于渲染页面内容，即v-text和v-html。</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（1）v-text指令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v-text指令用于更新元素的文本内容，且v-text指令会覆盖标签内部的原有内容，若仅需更新元素内的部分文本内容，仍建议使用Mustache插值语法。</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43735"/>
            <a:ext cx="10255885" cy="405892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230120"/>
            <a:ext cx="9815195" cy="103378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6.内容渲染指令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（1）v-text指令</a:t>
            </a:r>
            <a:r>
              <a:rPr lang="en-US"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sym typeface="+mn-ea"/>
              </a:rPr>
              <a:t>v-text指令的语法格式如下所示。</a:t>
            </a: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981835" y="3399155"/>
            <a:ext cx="5017135" cy="227965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&lt;p v-text=”msg”&gt;hello&lt;/p&gt;</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data() {</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return {</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msg:”hi”</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43735"/>
            <a:ext cx="10255885" cy="42735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969135"/>
            <a:ext cx="9815195" cy="103378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6.内容渲染指令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（2）v-html指令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v-html指令用于更新元素的innerHTML，该部分内容会以普通HTML代码的形式插入页面，不会作为Vue的模板进行编译。</a:t>
            </a:r>
            <a:r>
              <a:rPr sz="2000" dirty="0">
                <a:latin typeface="微软雅黑" panose="020B0503020204020204" pitchFamily="34" charset="-122"/>
                <a:ea typeface="微软雅黑" panose="020B0503020204020204" pitchFamily="34" charset="-122"/>
                <a:sym typeface="+mn-ea"/>
              </a:rPr>
              <a:t>v-html指令的语法格式如下所示。</a:t>
            </a: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612265" y="4034790"/>
            <a:ext cx="5101590" cy="194818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&lt;p v-html=”msg”&gt;hello&lt;/p&gt;</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data() {</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return {</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msg:”https://www.baidu.com”</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43735"/>
            <a:ext cx="10255885" cy="42735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969135"/>
            <a:ext cx="9815195" cy="381000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7.不需要表达式的指令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前面内容中讲述的8个常用指令存在一个鲜明的共同点，即指令后紧跟表达式。接下来介绍3个无需表达式也可实现其固有功能的指令</a:t>
            </a:r>
            <a:r>
              <a:rPr lang="zh-CN" sz="2000" dirty="0">
                <a:latin typeface="微软雅黑" panose="020B0503020204020204" pitchFamily="34" charset="-122"/>
                <a:ea typeface="微软雅黑" panose="020B0503020204020204" pitchFamily="34" charset="-122"/>
              </a:rPr>
              <a:t>。</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sz="2000" dirty="0">
                <a:latin typeface="微软雅黑" panose="020B0503020204020204" pitchFamily="34" charset="-122"/>
                <a:ea typeface="微软雅黑" panose="020B0503020204020204" pitchFamily="34" charset="-122"/>
              </a:rPr>
              <a:t>）v-once：v-once指令不需要表达式，且仅渲染元素和组件1次。若重新渲染页面，则使用v-once指令的元素、组件及其所有的子节点均会被视为静态内容并直接跳过。当元素需要仅在页面初次加载时显示1次，后续不再因为数据信息的变动而变动时，就可以采取v-once指令实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43735"/>
            <a:ext cx="10255885" cy="427355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1969135"/>
            <a:ext cx="9815195" cy="381000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7.不需要表达式的指令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前面内容中讲述的8个常用指令存在一个鲜明的共同点，即指令后紧跟表达式。接下来介绍3个无需表达式也可实现其固有功能的指令</a:t>
            </a:r>
            <a:r>
              <a:rPr lang="zh-CN" sz="2000" dirty="0">
                <a:latin typeface="微软雅黑" panose="020B0503020204020204" pitchFamily="34" charset="-122"/>
                <a:ea typeface="微软雅黑" panose="020B0503020204020204" pitchFamily="34" charset="-122"/>
              </a:rPr>
              <a:t>。</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sz="2000" dirty="0">
                <a:latin typeface="微软雅黑" panose="020B0503020204020204" pitchFamily="34" charset="-122"/>
                <a:ea typeface="微软雅黑" panose="020B0503020204020204" pitchFamily="34" charset="-122"/>
              </a:rPr>
              <a:t>）v-cloak：v-cloak指令不需要表达式，该指令能够解决页面闪烁问题。在Vue解析页面前，绑定v-cloak指令的元素会一直保有v-cloak这个属性，而当Vue解析到本元素后，v-cloak属性会被自动从元素中移除。v-cloak指令可与style样式配合实现未解析之前元素隐藏的效果，如[v-cloak]{display:none}。</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21535"/>
            <a:ext cx="10255885" cy="331279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146935"/>
            <a:ext cx="9815195" cy="310832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7.不需要表达式的指令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前面内容中讲述的8个常用指令存在一个鲜明的共同点，即指令后紧跟表达式。接下来介绍3个无需表达式也可实现其固有功能的指令</a:t>
            </a:r>
            <a:r>
              <a:rPr lang="zh-CN" sz="2000" dirty="0">
                <a:latin typeface="微软雅黑" panose="020B0503020204020204" pitchFamily="34" charset="-122"/>
                <a:ea typeface="微软雅黑" panose="020B0503020204020204" pitchFamily="34" charset="-122"/>
              </a:rPr>
              <a:t>。</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sz="2000" dirty="0">
                <a:latin typeface="微软雅黑" panose="020B0503020204020204" pitchFamily="34" charset="-122"/>
                <a:ea typeface="微软雅黑" panose="020B0503020204020204" pitchFamily="34" charset="-122"/>
              </a:rPr>
              <a:t>）v-pre：v-pre指令不需要表达式，当Vue解析页面时，会跳过使用v-pre指令的元素及其子元素的编译，并将标签里的数据按照普通文本进行解析。读者可利用v-pre指令跳过未使用指令语法、插值语法的节点，加快编译速度。</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21535"/>
            <a:ext cx="10255885" cy="271526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146935"/>
            <a:ext cx="9815195" cy="152463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7.不需要表达式的指令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接下来介绍上述指令的语法格式。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v-once指令的语法格式如下所示。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577340" y="3950335"/>
            <a:ext cx="4845685" cy="49720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&lt;p v-once&gt;{{message}}&lt;/p&gt;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21535"/>
            <a:ext cx="10255885" cy="384365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146935"/>
            <a:ext cx="9815195" cy="152463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7.不需要表达式的指令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v-cloak指令的语法格式如下所示。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577340" y="3671570"/>
            <a:ext cx="4812665" cy="169227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&lt;style&gt;</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[v-cloak]{</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      display:none</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&lt;/style&gt;</a:t>
            </a:r>
          </a:p>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&lt;p v-cloak&gt;{{message}}&lt;/p&gt;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21535"/>
            <a:ext cx="10255885" cy="275272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18870" y="2146935"/>
            <a:ext cx="9815195" cy="152463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7.不需要表达式的指令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v-pre指令的语法格式如下所示。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
        <p:nvSpPr>
          <p:cNvPr id="3" name="文本框 2"/>
          <p:cNvSpPr txBox="1"/>
          <p:nvPr>
            <p:custDataLst>
              <p:tags r:id="rId4"/>
            </p:custDataLst>
          </p:nvPr>
        </p:nvSpPr>
        <p:spPr>
          <a:xfrm>
            <a:off x="1612900" y="3570605"/>
            <a:ext cx="4775200" cy="62992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&lt;p v-pre&gt;{{message}}&lt;/p&gt;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583815"/>
            <a:ext cx="10255885" cy="226885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609215"/>
            <a:ext cx="9089390" cy="18853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8.内置指令示例</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“行之愈笃，则知之益明”，掌握了指令的基本知识后，需要将理论知识融于实践。接下来通过一个案例依次使用上述内置指令，使读者进一步掌握Vue的内置指令。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583815"/>
            <a:ext cx="10255885" cy="226885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609215"/>
            <a:ext cx="9089390" cy="18853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8.内置指令示例</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“行之愈笃，则知之益明”，掌握了指令的基本知识后，需要将理论知识融于实践。接下来通过一个案例依次使用上述内置指令，使读者进一步掌握Vue的内置指令。</a:t>
            </a:r>
            <a:r>
              <a:rPr lang="en-US" sz="2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具体代码见：源码包</a:t>
            </a:r>
            <a:r>
              <a:rPr lang="en-US" altLang="zh-CN" dirty="0">
                <a:latin typeface="微软雅黑" panose="020B0503020204020204" pitchFamily="34" charset="-122"/>
                <a:ea typeface="微软雅黑" panose="020B0503020204020204" pitchFamily="34" charset="-122"/>
              </a:rPr>
              <a:t>/ch04/</a:t>
            </a:r>
            <a:r>
              <a:rPr lang="en-US" altLang="zh-CN" b="1" dirty="0">
                <a:solidFill>
                  <a:schemeClr val="accent2"/>
                </a:solidFill>
                <a:latin typeface="微软雅黑" panose="020B0503020204020204" pitchFamily="34" charset="-122"/>
                <a:ea typeface="微软雅黑" panose="020B0503020204020204" pitchFamily="34" charset="-122"/>
              </a:rPr>
              <a:t>bookInformation</a:t>
            </a:r>
            <a:r>
              <a:rPr lang="en-US" altLang="zh-CN" dirty="0">
                <a:latin typeface="微软雅黑" panose="020B0503020204020204" pitchFamily="34" charset="-122"/>
                <a:ea typeface="微软雅黑" panose="020B0503020204020204" pitchFamily="34" charset="-122"/>
              </a:rPr>
              <a:t>.html</a:t>
            </a:r>
            <a:endParaRPr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91235" y="1934845"/>
            <a:ext cx="10398125" cy="4319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54150" y="1960245"/>
            <a:ext cx="9089390" cy="18853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8.内置指令示例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a:t>
            </a:r>
            <a:r>
              <a:rPr dirty="0">
                <a:latin typeface="微软雅黑" panose="020B0503020204020204" pitchFamily="34" charset="-122"/>
                <a:ea typeface="微软雅黑" panose="020B0503020204020204" pitchFamily="34" charset="-122"/>
              </a:rPr>
              <a:t>在浏览器中运行上述代码，并单击“修改书籍信息按钮”按钮，使data()函数中的flag变量值变为true，从而令使用v-show="flag"指令包裹的表单显示在页面中，显示效果如</a:t>
            </a:r>
            <a:r>
              <a:rPr lang="zh-CN" dirty="0">
                <a:latin typeface="微软雅黑" panose="020B0503020204020204" pitchFamily="34" charset="-122"/>
                <a:ea typeface="微软雅黑" panose="020B0503020204020204" pitchFamily="34" charset="-122"/>
              </a:rPr>
              <a:t>下</a:t>
            </a:r>
            <a:r>
              <a:rPr dirty="0">
                <a:latin typeface="微软雅黑" panose="020B0503020204020204" pitchFamily="34" charset="-122"/>
                <a:ea typeface="微软雅黑" panose="020B0503020204020204" pitchFamily="34" charset="-122"/>
              </a:rPr>
              <a:t>图所示。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pic>
        <p:nvPicPr>
          <p:cNvPr id="91" name="图片 2"/>
          <p:cNvPicPr>
            <a:picLocks noChangeAspect="1"/>
          </p:cNvPicPr>
          <p:nvPr>
            <p:custDataLst>
              <p:tags r:id="rId4"/>
            </p:custDataLst>
          </p:nvPr>
        </p:nvPicPr>
        <p:blipFill>
          <a:blip r:embed="rId6"/>
          <a:stretch>
            <a:fillRect/>
          </a:stretch>
        </p:blipFill>
        <p:spPr>
          <a:xfrm>
            <a:off x="3883660" y="3643630"/>
            <a:ext cx="4424045" cy="240601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91235" y="1934845"/>
            <a:ext cx="10398125" cy="4319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54150" y="1960245"/>
            <a:ext cx="9089390" cy="18853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8.内置指令示例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457200">
              <a:lnSpc>
                <a:spcPct val="150000"/>
              </a:lnSpc>
              <a:spcBef>
                <a:spcPts val="500"/>
              </a:spcBef>
              <a:buClrTx/>
              <a:buSzTx/>
              <a:buFontTx/>
              <a:extLst>
                <a:ext uri="{35155182-B16C-46BC-9424-99874614C6A1}">
                  <wpsdc:indentchars xmlns:wpsdc="http://www.wps.cn/officeDocument/2017/drawingmlCustomData" xmlns="" val="200" checksum="59296752"/>
                </a:ext>
              </a:extLst>
            </a:pPr>
            <a:r>
              <a:rPr dirty="0">
                <a:latin typeface="微软雅黑" panose="020B0503020204020204" pitchFamily="34" charset="-122"/>
                <a:ea typeface="微软雅黑" panose="020B0503020204020204" pitchFamily="34" charset="-122"/>
              </a:rPr>
              <a:t>用户单击单行文本框，单行文本框内的内容将自动清空。用户在对应文本框中分别输入书籍名称与书籍价格，可使上述书籍信息中的书籍名称与书籍价格同步更改，显示效果如</a:t>
            </a:r>
            <a:r>
              <a:rPr lang="zh-CN" dirty="0">
                <a:latin typeface="微软雅黑" panose="020B0503020204020204" pitchFamily="34" charset="-122"/>
                <a:ea typeface="微软雅黑" panose="020B0503020204020204" pitchFamily="34" charset="-122"/>
              </a:rPr>
              <a:t>下</a:t>
            </a:r>
            <a:r>
              <a:rPr dirty="0">
                <a:latin typeface="微软雅黑" panose="020B0503020204020204" pitchFamily="34" charset="-122"/>
                <a:ea typeface="微软雅黑" panose="020B0503020204020204" pitchFamily="34" charset="-122"/>
              </a:rPr>
              <a:t>图所示。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pic>
        <p:nvPicPr>
          <p:cNvPr id="92" name="图片 3"/>
          <p:cNvPicPr>
            <a:picLocks noChangeAspect="1"/>
          </p:cNvPicPr>
          <p:nvPr>
            <p:custDataLst>
              <p:tags r:id="rId4"/>
            </p:custDataLst>
          </p:nvPr>
        </p:nvPicPr>
        <p:blipFill>
          <a:blip r:embed="rId6"/>
          <a:stretch>
            <a:fillRect/>
          </a:stretch>
        </p:blipFill>
        <p:spPr>
          <a:xfrm>
            <a:off x="3475355" y="3429000"/>
            <a:ext cx="5046980" cy="274510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991235" y="1934845"/>
            <a:ext cx="10398125" cy="4319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54150" y="1960245"/>
            <a:ext cx="9089390" cy="18853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8.内置指令示例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457200">
              <a:lnSpc>
                <a:spcPct val="150000"/>
              </a:lnSpc>
              <a:spcBef>
                <a:spcPts val="500"/>
              </a:spcBef>
              <a:buClrTx/>
              <a:buSzTx/>
              <a:buFontTx/>
              <a:extLst>
                <a:ext uri="{35155182-B16C-46BC-9424-99874614C6A1}">
                  <wpsdc:indentchars xmlns:wpsdc="http://www.wps.cn/officeDocument/2017/drawingmlCustomData" xmlns="" val="200" checksum="59296752"/>
                </a:ext>
              </a:extLst>
            </a:pPr>
            <a:r>
              <a:rPr dirty="0">
                <a:latin typeface="微软雅黑" panose="020B0503020204020204" pitchFamily="34" charset="-122"/>
                <a:ea typeface="微软雅黑" panose="020B0503020204020204" pitchFamily="34" charset="-122"/>
              </a:rPr>
              <a:t>用户单击“提交”按钮，使data()函数中的flag变量值变为false，从而令使用v-show="flag"指令包裹的信息修改表单在页面中隐藏，显示效果如</a:t>
            </a:r>
            <a:r>
              <a:rPr lang="zh-CN" dirty="0">
                <a:latin typeface="微软雅黑" panose="020B0503020204020204" pitchFamily="34" charset="-122"/>
                <a:ea typeface="微软雅黑" panose="020B0503020204020204" pitchFamily="34" charset="-122"/>
              </a:rPr>
              <a:t>下</a:t>
            </a:r>
            <a:r>
              <a:rPr dirty="0">
                <a:latin typeface="微软雅黑" panose="020B0503020204020204" pitchFamily="34" charset="-122"/>
                <a:ea typeface="微软雅黑" panose="020B0503020204020204" pitchFamily="34" charset="-122"/>
              </a:rPr>
              <a:t>图所示。</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内置指令</a:t>
            </a:r>
          </a:p>
        </p:txBody>
      </p:sp>
      <p:pic>
        <p:nvPicPr>
          <p:cNvPr id="94" name="图片 4"/>
          <p:cNvPicPr>
            <a:picLocks noChangeAspect="1"/>
          </p:cNvPicPr>
          <p:nvPr>
            <p:custDataLst>
              <p:tags r:id="rId4"/>
            </p:custDataLst>
          </p:nvPr>
        </p:nvPicPr>
        <p:blipFill>
          <a:blip r:embed="rId6"/>
          <a:stretch>
            <a:fillRect/>
          </a:stretch>
        </p:blipFill>
        <p:spPr>
          <a:xfrm>
            <a:off x="3443605" y="3429000"/>
            <a:ext cx="4917440" cy="267462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583815"/>
            <a:ext cx="10255885" cy="226885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609215"/>
            <a:ext cx="9089390" cy="188531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前面的内容中主要讲解了Vue中内置的指令，但这些内置指令并不能完全满足开发者的需求，当开发者希望为元素附加一些特别的功能时，可借助自定义指令来实现。自定义指令不仅能够直接操作DOM元素，且允许多次复用，自定义指令是对Vue内置指令的补充和拓展。</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583815"/>
            <a:ext cx="10255885" cy="25812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609215"/>
            <a:ext cx="9089390" cy="188531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1.自定义指令注册方式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自定义指令的注册方式主要有两种，包括全局注册和局部注册。全局注册方式基于应用程序实例的directive()方法实现，可在所有组件实例中使用；局部注册方式基于组件选项对象内的directives选项实现，只能在自身的组件实例中使用。</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050415"/>
            <a:ext cx="10473690" cy="43078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075815"/>
            <a:ext cx="9089390" cy="188531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1.自定义指令注册方式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（1）全局注册自定义指令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全局注册自定义指令的语法格式如下所示。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需要注意的是，directive()方法接收两个参数，第一个参数是自定义指令的名称，第二个参数是一个定义对象或函数对象，读者需要在该对象定义此指令要实现的功能。</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
        <p:nvSpPr>
          <p:cNvPr id="3" name="文本框 2"/>
          <p:cNvSpPr txBox="1"/>
          <p:nvPr>
            <p:custDataLst>
              <p:tags r:id="rId4"/>
            </p:custDataLst>
          </p:nvPr>
        </p:nvSpPr>
        <p:spPr>
          <a:xfrm>
            <a:off x="1577340" y="3789045"/>
            <a:ext cx="5271135" cy="80010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const vm=Vue.createApp({})</a:t>
            </a:r>
            <a:endParaRPr sz="1400" dirty="0">
              <a:latin typeface="微软雅黑" panose="020B0503020204020204" pitchFamily="34" charset="-122"/>
              <a:ea typeface="微软雅黑" panose="020B0503020204020204" pitchFamily="34" charset="-122"/>
            </a:endParaRPr>
          </a:p>
          <a:p>
            <a:pPr indent="355600">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vm.directive('指令名称'，{})</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050415"/>
            <a:ext cx="10473690" cy="43078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075815"/>
            <a:ext cx="9089390" cy="1885315"/>
          </a:xfrm>
          <a:prstGeom prst="rect">
            <a:avLst/>
          </a:prstGeom>
          <a:noFill/>
        </p:spPr>
        <p:txBody>
          <a:bodyPr wrap="square" rtlCol="0">
            <a:noAutofit/>
          </a:bodyPr>
          <a:lstStyle/>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1.自定义指令注册方式</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（2）局部注册自定义指令</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局部注册自定义指令的语法格式如下所示。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需要注意的是，directives选项内可定义多个指令，每个指令均由包含指令钩子的对象来定义。</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
        <p:nvSpPr>
          <p:cNvPr id="3" name="文本框 2"/>
          <p:cNvSpPr txBox="1"/>
          <p:nvPr>
            <p:custDataLst>
              <p:tags r:id="rId4"/>
            </p:custDataLst>
          </p:nvPr>
        </p:nvSpPr>
        <p:spPr>
          <a:xfrm>
            <a:off x="1577340" y="3723005"/>
            <a:ext cx="5081270" cy="137858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const vm=Vue.createApp({</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directives:{</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指令名称:{mounted(el){}}</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065655"/>
            <a:ext cx="10473690" cy="34309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4605" y="2444115"/>
            <a:ext cx="9692640" cy="266382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2.指令钩子函数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一个指令的定义对象内可包含多个指令钩子函数，这些钩子函数都是可选的。</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created</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在绑定元素的属性前或事件监听器应用前调用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2</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beforeMount</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在元素被插入到DOM前调用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3</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mounted</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在绑定元素的父组件及其所有子节点都挂载完成后调用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087880"/>
            <a:ext cx="10473690" cy="339788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405380"/>
            <a:ext cx="9474200" cy="29711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2.指令钩子函数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4</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beforeUpdate</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在绑定元素的父组件更新前调用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5</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updated</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在绑定元素的父组件及其所有子节点都更新后调用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6</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beforeUnmount</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在绑定元素的父组件卸载前调用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7</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unmounted</a:t>
            </a:r>
            <a:r>
              <a:rPr lang="zh-CN" sz="2000" dirty="0">
                <a:latin typeface="微软雅黑" panose="020B0503020204020204" pitchFamily="34" charset="-122"/>
                <a:ea typeface="微软雅黑" panose="020B0503020204020204" pitchFamily="34" charset="-122"/>
                <a:sym typeface="+mn-ea"/>
              </a:rPr>
              <a:t>：</a:t>
            </a:r>
            <a:r>
              <a:rPr sz="2000" dirty="0">
                <a:latin typeface="微软雅黑" panose="020B0503020204020204" pitchFamily="34" charset="-122"/>
                <a:ea typeface="微软雅黑" panose="020B0503020204020204" pitchFamily="34" charset="-122"/>
              </a:rPr>
              <a:t>在绑定元素的父组件卸载后调用</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94510"/>
            <a:ext cx="10473690" cy="42697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1912620"/>
            <a:ext cx="9474200" cy="405193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3.指令钩子函数的参数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（1）el：el指的是指令所绑定的元素，可借助el参数直接操作DOM。</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（2）binding：一个参数对象，对象内包含以下属性。</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①value：传递给指令的值。例如在v-my-directive="1 + 1"中，value值是2。</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②oldValue：传递给指令的前一个值，仅在beforeUpdate和updated钩子中可用。无论传递给指令的值是否更改，oldValue都可用。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③arg：传递给指令的参数，此参数可选。例如在v-my-directive:foo中，arg的值为foo。</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794510"/>
            <a:ext cx="10473690" cy="42697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1912620"/>
            <a:ext cx="9474200" cy="405193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3.指令钩子函数的参数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（2）binding：一个参数对象，对象内包含以下属性。</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④modifires：一个包含修饰符的对象，此参数可选。例如在v-my-directive.foo.bar中，modifires对象的值为{foo:true,bar:true}。</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⑤instance：使用本指令的组件实例。</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⑥dir：注册指令时作为参数传递的对象，也就是指令的定义对象。</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256790"/>
            <a:ext cx="10473690" cy="330327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374900"/>
            <a:ext cx="9474200" cy="276225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3.指令钩子函数的参数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（3）vnode：代表绑定元素的底层VNode，即Vue生成的虚拟节点。</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（4）preVnode：指的是在之前的渲染中代表指令所绑定元素的上一个VNode，仅在beforeUpdate和updated钩子中可用。</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需要注意的是，除el参数外，其他参数都应该是只读的</a:t>
            </a:r>
            <a:r>
              <a:rPr lang="zh-CN" sz="2000" dirty="0">
                <a:latin typeface="微软雅黑" panose="020B0503020204020204" pitchFamily="34" charset="-122"/>
                <a:ea typeface="微软雅黑" panose="020B0503020204020204" pitchFamily="34" charset="-122"/>
              </a:rPr>
              <a: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256790"/>
            <a:ext cx="10473690" cy="330327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764155"/>
            <a:ext cx="9474200" cy="228790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4.自定义指令示例</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后台管理系统中，可能需要根据用户名称进行一些用户身份的判断，很多时候会直接在元素上进行三元运算符计算，这种实现方式的代码不仅不优雅而且还十分冗余。针对这种情况，可以通过局部注册自定义指令来实现功能复用，</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256790"/>
            <a:ext cx="10473690" cy="330327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764155"/>
            <a:ext cx="9474200" cy="228790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4.自定义指令示例</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后台管理系统中，可能需要根据用户名称进行一些用户身份的判断，很多时候会直接在元素上进行三元运算符计算，这种实现方式的代码不仅不优雅而且还十分冗余。针对这种情况，可以通过局部注册自定义指令来实现功能复用</a:t>
            </a:r>
            <a:r>
              <a:rPr lang="zh-CN" sz="2000" dirty="0">
                <a:latin typeface="微软雅黑" panose="020B0503020204020204" pitchFamily="34" charset="-122"/>
                <a:ea typeface="微软雅黑" panose="020B0503020204020204" pitchFamily="34" charset="-122"/>
              </a:rPr>
              <a:t>。</a:t>
            </a:r>
          </a:p>
          <a:p>
            <a:pPr marL="3657600" lvl="8" indent="457200">
              <a:lnSpc>
                <a:spcPct val="150000"/>
              </a:lnSpc>
              <a:spcBef>
                <a:spcPts val="500"/>
              </a:spcBef>
              <a:buClrTx/>
              <a:buSzTx/>
              <a:buFontTx/>
              <a:extLst>
                <a:ext uri="{35155182-B16C-46BC-9424-99874614C6A1}">
                  <wpsdc:indentchars xmlns:wpsdc="http://www.wps.cn/officeDocument/2017/drawingmlCustomData" xmlns="" val="200" checksum="59296752"/>
                </a:ext>
              </a:extLst>
            </a:pPr>
            <a:r>
              <a:rPr lang="en-US" altLang="zh-CN" dirty="0">
                <a:latin typeface="微软雅黑" panose="020B0503020204020204" pitchFamily="34" charset="-122"/>
                <a:ea typeface="微软雅黑" panose="020B0503020204020204" pitchFamily="34" charset="-122"/>
              </a:rPr>
              <a:t>          </a:t>
            </a:r>
            <a:r>
              <a:rPr lang="zh-CN" dirty="0">
                <a:latin typeface="微软雅黑" panose="020B0503020204020204" pitchFamily="34" charset="-122"/>
                <a:ea typeface="微软雅黑" panose="020B0503020204020204" pitchFamily="34" charset="-122"/>
              </a:rPr>
              <a:t>具体代码见源码包</a:t>
            </a:r>
            <a:r>
              <a:rPr lang="en-US" altLang="zh-CN" dirty="0">
                <a:latin typeface="微软雅黑" panose="020B0503020204020204" pitchFamily="34" charset="-122"/>
                <a:ea typeface="微软雅黑" panose="020B0503020204020204" pitchFamily="34" charset="-122"/>
              </a:rPr>
              <a:t>/ch04/</a:t>
            </a:r>
            <a:r>
              <a:rPr lang="en-US" altLang="zh-CN" b="1" dirty="0">
                <a:solidFill>
                  <a:schemeClr val="accent2"/>
                </a:solidFill>
                <a:latin typeface="微软雅黑" panose="020B0503020204020204" pitchFamily="34" charset="-122"/>
                <a:ea typeface="微软雅黑" panose="020B0503020204020204" pitchFamily="34" charset="-122"/>
              </a:rPr>
              <a:t>userIdentity</a:t>
            </a:r>
            <a:r>
              <a:rPr lang="en-US" altLang="zh-CN" dirty="0">
                <a:latin typeface="微软雅黑" panose="020B0503020204020204" pitchFamily="34" charset="-122"/>
                <a:ea typeface="微软雅黑" panose="020B0503020204020204" pitchFamily="34" charset="-122"/>
              </a:rPr>
              <a:t>.html</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256790"/>
            <a:ext cx="10473690" cy="39490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09675" y="2422525"/>
            <a:ext cx="9474200" cy="66421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4.自定义指令示例</a:t>
            </a:r>
            <a:r>
              <a:rPr lang="en-US"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endParaRPr lang="en-US" altLang="zh-CN"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pic>
        <p:nvPicPr>
          <p:cNvPr id="3" name="图片 1"/>
          <p:cNvPicPr>
            <a:picLocks noChangeAspect="1"/>
          </p:cNvPicPr>
          <p:nvPr>
            <p:custDataLst>
              <p:tags r:id="rId4"/>
            </p:custDataLst>
          </p:nvPr>
        </p:nvPicPr>
        <p:blipFill>
          <a:blip r:embed="rId6"/>
          <a:stretch>
            <a:fillRect/>
          </a:stretch>
        </p:blipFill>
        <p:spPr>
          <a:xfrm>
            <a:off x="3727450" y="3015615"/>
            <a:ext cx="4006850" cy="279844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15160"/>
            <a:ext cx="10473690" cy="36449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1968500"/>
            <a:ext cx="9474200" cy="308356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5.指令钩子函数简写</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当自定义指令在mounted和updated钩子函数中的行为一致，且只需要用到这两个钩子函数时，可以简写指令注册函数，即直接用一个函数来定义指令，具体代码如下所示。</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4.4.3自定义指令</a:t>
            </a:r>
          </a:p>
        </p:txBody>
      </p:sp>
      <p:sp>
        <p:nvSpPr>
          <p:cNvPr id="3" name="文本框 2"/>
          <p:cNvSpPr txBox="1"/>
          <p:nvPr>
            <p:custDataLst>
              <p:tags r:id="rId4"/>
            </p:custDataLst>
          </p:nvPr>
        </p:nvSpPr>
        <p:spPr>
          <a:xfrm>
            <a:off x="1917700" y="3968750"/>
            <a:ext cx="5081270" cy="137858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0" fontAlgn="auto">
              <a:lnSpc>
                <a:spcPct val="100000"/>
              </a:lnSpc>
              <a:spcBef>
                <a:spcPts val="500"/>
              </a:spcBef>
              <a:buClrTx/>
              <a:buSzTx/>
              <a:buFontTx/>
            </a:pPr>
            <a:r>
              <a:rPr lang="en-US" sz="1400" dirty="0">
                <a:latin typeface="微软雅黑" panose="020B0503020204020204" pitchFamily="34" charset="-122"/>
                <a:ea typeface="微软雅黑" panose="020B0503020204020204" pitchFamily="34" charset="-122"/>
                <a:sym typeface="+mn-ea"/>
              </a:rPr>
              <a:t>      </a:t>
            </a:r>
            <a:r>
              <a:rPr sz="1400" dirty="0">
                <a:latin typeface="微软雅黑" panose="020B0503020204020204" pitchFamily="34" charset="-122"/>
                <a:ea typeface="微软雅黑" panose="020B0503020204020204" pitchFamily="34" charset="-122"/>
                <a:sym typeface="+mn-ea"/>
              </a:rPr>
              <a:t>&lt;div v-color="color"&gt;&lt;/div&gt;</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app.directive('color', (el, binding) =&gt; {</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 此函数会在mounted和updated时都调用</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el.style.color = binding.value</a:t>
            </a:r>
            <a:endParaRPr sz="1400" dirty="0">
              <a:latin typeface="微软雅黑" panose="020B0503020204020204" pitchFamily="34" charset="-122"/>
              <a:ea typeface="微软雅黑" panose="020B0503020204020204" pitchFamily="34" charset="-122"/>
            </a:endParaRPr>
          </a:p>
          <a:p>
            <a:pPr indent="355600"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15160"/>
            <a:ext cx="10473690" cy="36449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85240" y="2494280"/>
            <a:ext cx="9474200" cy="248666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1.实验描述</a:t>
            </a: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后台管理系统中最重要的组成元素便是表格，本案例将以地方特产为主题，综合使用Vue的内置指令实现一个商品信息管理表格。表格由商品ID、商品名称、产地、价格、库存、入库时间、edit编辑按钮组成，用户单击edit按钮可编辑本项信息。</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实验：商品信息管理表格</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46300"/>
            <a:ext cx="10473690" cy="36449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323465"/>
            <a:ext cx="9474200" cy="53340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en-US" sz="2000" b="1" dirty="0">
                <a:solidFill>
                  <a:schemeClr val="accent2"/>
                </a:solidFill>
                <a:latin typeface="微软雅黑" panose="020B0503020204020204" pitchFamily="34" charset="-122"/>
                <a:ea typeface="微软雅黑" panose="020B0503020204020204" pitchFamily="34" charset="-122"/>
              </a:rPr>
              <a:t>2</a:t>
            </a:r>
            <a:r>
              <a:rPr sz="2000" b="1" dirty="0">
                <a:solidFill>
                  <a:schemeClr val="accent2"/>
                </a:solidFill>
                <a:latin typeface="微软雅黑" panose="020B0503020204020204" pitchFamily="34" charset="-122"/>
                <a:ea typeface="微软雅黑" panose="020B0503020204020204" pitchFamily="34" charset="-122"/>
              </a:rPr>
              <a:t>.实验</a:t>
            </a:r>
            <a:r>
              <a:rPr lang="zh-CN" sz="2000" b="1" dirty="0">
                <a:solidFill>
                  <a:schemeClr val="accent2"/>
                </a:solidFill>
                <a:latin typeface="微软雅黑" panose="020B0503020204020204" pitchFamily="34" charset="-122"/>
                <a:ea typeface="微软雅黑" panose="020B0503020204020204" pitchFamily="34" charset="-122"/>
              </a:rPr>
              <a:t>效果</a:t>
            </a:r>
            <a:endParaRPr sz="2000" b="1" dirty="0">
              <a:solidFill>
                <a:schemeClr val="accent2"/>
              </a:solidFill>
              <a:latin typeface="微软雅黑" panose="020B0503020204020204" pitchFamily="34" charset="-122"/>
              <a:ea typeface="微软雅黑" panose="020B0503020204020204" pitchFamily="34" charset="-122"/>
            </a:endParaRPr>
          </a:p>
          <a:p>
            <a:pPr indent="508000">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实验：商品信息管理表格</a:t>
            </a:r>
          </a:p>
        </p:txBody>
      </p:sp>
      <p:pic>
        <p:nvPicPr>
          <p:cNvPr id="95" name="图片 5"/>
          <p:cNvPicPr>
            <a:picLocks noChangeAspect="1"/>
          </p:cNvPicPr>
          <p:nvPr>
            <p:custDataLst>
              <p:tags r:id="rId4"/>
            </p:custDataLst>
          </p:nvPr>
        </p:nvPicPr>
        <p:blipFill>
          <a:blip r:embed="rId6"/>
          <a:stretch>
            <a:fillRect/>
          </a:stretch>
        </p:blipFill>
        <p:spPr>
          <a:xfrm>
            <a:off x="3166110" y="2923540"/>
            <a:ext cx="5860415" cy="250825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46300"/>
            <a:ext cx="10473690" cy="36449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323465"/>
            <a:ext cx="9474200" cy="26866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en-US" sz="2000" b="1" dirty="0">
                <a:solidFill>
                  <a:schemeClr val="accent2"/>
                </a:solidFill>
                <a:latin typeface="微软雅黑" panose="020B0503020204020204" pitchFamily="34" charset="-122"/>
                <a:ea typeface="微软雅黑" panose="020B0503020204020204" pitchFamily="34" charset="-122"/>
              </a:rPr>
              <a:t>3</a:t>
            </a:r>
            <a:r>
              <a:rPr sz="2000" b="1" dirty="0">
                <a:solidFill>
                  <a:schemeClr val="accent2"/>
                </a:solidFill>
                <a:latin typeface="微软雅黑" panose="020B0503020204020204" pitchFamily="34" charset="-122"/>
                <a:ea typeface="微软雅黑" panose="020B0503020204020204" pitchFamily="34" charset="-122"/>
              </a:rPr>
              <a:t>.</a:t>
            </a:r>
            <a:r>
              <a:rPr lang="zh-CN" sz="2000" b="1" dirty="0">
                <a:solidFill>
                  <a:schemeClr val="accent2"/>
                </a:solidFill>
                <a:latin typeface="微软雅黑" panose="020B0503020204020204" pitchFamily="34" charset="-122"/>
                <a:ea typeface="微软雅黑" panose="020B0503020204020204" pitchFamily="34" charset="-122"/>
              </a:rPr>
              <a:t>实现</a:t>
            </a:r>
            <a:r>
              <a:rPr lang="zh-CN" altLang="en-US" sz="2000" b="1" dirty="0">
                <a:solidFill>
                  <a:schemeClr val="accent2"/>
                </a:solidFill>
                <a:latin typeface="微软雅黑" panose="020B0503020204020204" pitchFamily="34" charset="-122"/>
                <a:ea typeface="微软雅黑" panose="020B0503020204020204" pitchFamily="34" charset="-122"/>
              </a:rPr>
              <a:t>步骤</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新建一个HTML文件，以CDN的方式在该文件中引入Vue文件。在data()函数中定义一个商品信息数组proList，并通过v-for指令循环渲染该数组于table表格中。当用户单击当前列表项的edit按钮时，data()函数中的flag值变为true，页面右侧的商品信息编辑表单显现</a:t>
            </a:r>
            <a:r>
              <a:rPr lang="zh-CN" sz="2000" dirty="0">
                <a:latin typeface="微软雅黑" panose="020B0503020204020204" pitchFamily="34" charset="-122"/>
                <a:ea typeface="微软雅黑" panose="020B0503020204020204" pitchFamily="34" charset="-122"/>
              </a:rPr>
              <a: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4.4指令</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4.4.4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实验：商品信息管理表格</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4.5</a:t>
            </a:r>
          </a:p>
          <a:p>
            <a:pPr algn="ctr"/>
            <a:r>
              <a:rPr lang="en-US" altLang="zh-CN" sz="2800" b="1" dirty="0">
                <a:latin typeface="微软雅黑" panose="020B0503020204020204" pitchFamily="34" charset="-122"/>
                <a:ea typeface="微软雅黑" panose="020B0503020204020204" pitchFamily="34" charset="-122"/>
              </a:rPr>
              <a:t>计算属性</a:t>
            </a:r>
          </a:p>
        </p:txBody>
      </p:sp>
      <p:sp>
        <p:nvSpPr>
          <p:cNvPr id="4" name="文本框 3"/>
          <p:cNvSpPr txBox="1"/>
          <p:nvPr/>
        </p:nvSpPr>
        <p:spPr>
          <a:xfrm>
            <a:off x="6647815" y="1972945"/>
            <a:ext cx="4456430" cy="294640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指令参数</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内置指令</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自定义指令</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实验：商品信息管理表格</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46300"/>
            <a:ext cx="10473690" cy="25546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394585"/>
            <a:ext cx="9474200" cy="19754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计算属性适合对多个变量或对象进行处理后返回一个结果的场景。当计算属性依赖的多个变量中的某个值发生变化时，绑定的计算属性必定也会发生变化。计算属性是写在computed选项中的属性，它在本质上是一个方法，读者在使用时需将其当作属性来使用。</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99920"/>
            <a:ext cx="10473690" cy="44977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047875"/>
            <a:ext cx="9977120" cy="423291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1.计算属性的语法格式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计算属性的语法格式如下所示。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计算属性中定义的每个属性都是一个对象，该对象中包含getter函数和setter函数，也被称为get()方法和set()方法。get()方法用于获取计算属性，set()方法用于设置计算属性。</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sp>
        <p:nvSpPr>
          <p:cNvPr id="3" name="文本框 2"/>
          <p:cNvSpPr txBox="1"/>
          <p:nvPr>
            <p:custDataLst>
              <p:tags r:id="rId4"/>
            </p:custDataLst>
          </p:nvPr>
        </p:nvSpPr>
        <p:spPr>
          <a:xfrm>
            <a:off x="1601470" y="3143885"/>
            <a:ext cx="3817620" cy="161607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00000"/>
              </a:lnSpc>
              <a:spcBef>
                <a:spcPts val="500"/>
              </a:spcBef>
              <a:buClrTx/>
              <a:buSzTx/>
              <a:buFontTx/>
            </a:pPr>
            <a:r>
              <a:rPr sz="1400" dirty="0">
                <a:latin typeface="微软雅黑" panose="020B0503020204020204" pitchFamily="34" charset="-122"/>
                <a:ea typeface="微软雅黑" panose="020B0503020204020204" pitchFamily="34" charset="-122"/>
                <a:sym typeface="+mn-ea"/>
              </a:rPr>
              <a:t>computed:{</a:t>
            </a:r>
            <a:endParaRPr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attribute：{</a:t>
            </a:r>
            <a:endParaRPr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get(){}</a:t>
            </a:r>
            <a:endParaRPr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set(newValue){}</a:t>
            </a:r>
            <a:endParaRPr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endParaRPr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99920"/>
            <a:ext cx="10473690" cy="411924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047875"/>
            <a:ext cx="9977120" cy="151066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1.计算属性的语法格式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默认情况下计算属性是只读的，即仅包含get()方法。在默认情况下可对计算属性进行简写，简写的语法格式如下所示。</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sp>
        <p:nvSpPr>
          <p:cNvPr id="3" name="文本框 2"/>
          <p:cNvSpPr txBox="1"/>
          <p:nvPr>
            <p:custDataLst>
              <p:tags r:id="rId4"/>
            </p:custDataLst>
          </p:nvPr>
        </p:nvSpPr>
        <p:spPr>
          <a:xfrm>
            <a:off x="1601470" y="3646805"/>
            <a:ext cx="4133850" cy="217551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//简写形式</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computed:{</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attribute(){</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return{}//必须有返回值</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691640"/>
            <a:ext cx="10473690" cy="481012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515" y="1691640"/>
            <a:ext cx="9977120" cy="10839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2.计算属性的示例</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（1）计算属性简写示例</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接下来将以字符串翻转为主题演示计算属性的简写</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sp>
        <p:nvSpPr>
          <p:cNvPr id="15" name="文本框 14"/>
          <p:cNvSpPr txBox="1"/>
          <p:nvPr>
            <p:custDataLst>
              <p:tags r:id="rId4"/>
            </p:custDataLst>
          </p:nvPr>
        </p:nvSpPr>
        <p:spPr>
          <a:xfrm>
            <a:off x="1696085" y="2903220"/>
            <a:ext cx="5685155" cy="338963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1.&lt;div id="app"&gt;</a:t>
            </a:r>
          </a:p>
          <a:p>
            <a:pPr indent="0" algn="l" fontAlgn="auto">
              <a:lnSpc>
                <a:spcPct val="100000"/>
              </a:lnSpc>
              <a:buClrTx/>
              <a:buSzTx/>
              <a:buFontTx/>
              <a:buNone/>
            </a:pPr>
            <a:r>
              <a:rPr lang="zh-CN" altLang="en-US" sz="1200">
                <a:sym typeface="+mn-ea"/>
              </a:rPr>
              <a:t>2.    字符串：&lt;input type="text" v-model="str"&gt;&lt;br/&gt;</a:t>
            </a:r>
          </a:p>
          <a:p>
            <a:pPr indent="0" algn="l" fontAlgn="auto">
              <a:lnSpc>
                <a:spcPct val="100000"/>
              </a:lnSpc>
              <a:buClrTx/>
              <a:buSzTx/>
              <a:buFontTx/>
              <a:buNone/>
            </a:pPr>
            <a:r>
              <a:rPr lang="zh-CN" altLang="en-US" sz="1200">
                <a:sym typeface="+mn-ea"/>
              </a:rPr>
              <a:t>3.    &lt;!-- 在模板语法中使用计算属性 --&gt;</a:t>
            </a:r>
          </a:p>
          <a:p>
            <a:pPr indent="0" algn="l" fontAlgn="auto">
              <a:lnSpc>
                <a:spcPct val="100000"/>
              </a:lnSpc>
              <a:buClrTx/>
              <a:buSzTx/>
              <a:buFontTx/>
              <a:buNone/>
            </a:pPr>
            <a:r>
              <a:rPr lang="zh-CN" altLang="en-US" sz="1200">
                <a:sym typeface="+mn-ea"/>
              </a:rPr>
              <a:t>4.    翻转字符串：{{reversedStr}}</a:t>
            </a:r>
          </a:p>
          <a:p>
            <a:pPr indent="0" algn="l" fontAlgn="auto">
              <a:lnSpc>
                <a:spcPct val="100000"/>
              </a:lnSpc>
              <a:buClrTx/>
              <a:buSzTx/>
              <a:buFontTx/>
              <a:buNone/>
            </a:pPr>
            <a:r>
              <a:rPr lang="zh-CN" altLang="en-US" sz="1200">
                <a:sym typeface="+mn-ea"/>
              </a:rPr>
              <a:t>5.&lt;/div&gt;</a:t>
            </a:r>
          </a:p>
          <a:p>
            <a:pPr indent="0" algn="l" fontAlgn="auto">
              <a:lnSpc>
                <a:spcPct val="100000"/>
              </a:lnSpc>
              <a:buClrTx/>
              <a:buSzTx/>
              <a:buFontTx/>
              <a:buNone/>
            </a:pPr>
            <a:r>
              <a:rPr lang="zh-CN" altLang="en-US" sz="1200">
                <a:sym typeface="+mn-ea"/>
              </a:rPr>
              <a:t>6.const vm= Vue.createApp({</a:t>
            </a:r>
          </a:p>
          <a:p>
            <a:pPr indent="0" algn="l" fontAlgn="auto">
              <a:lnSpc>
                <a:spcPct val="100000"/>
              </a:lnSpc>
              <a:buClrTx/>
              <a:buSzTx/>
              <a:buFontTx/>
              <a:buNone/>
            </a:pPr>
            <a:r>
              <a:rPr lang="zh-CN" altLang="en-US" sz="1200">
                <a:sym typeface="+mn-ea"/>
              </a:rPr>
              <a:t>7.    data(){</a:t>
            </a:r>
          </a:p>
          <a:p>
            <a:pPr indent="0" algn="l" fontAlgn="auto">
              <a:lnSpc>
                <a:spcPct val="100000"/>
              </a:lnSpc>
              <a:buClrTx/>
              <a:buSzTx/>
              <a:buFontTx/>
              <a:buNone/>
            </a:pPr>
            <a:r>
              <a:rPr lang="zh-CN" altLang="en-US" sz="1200">
                <a:sym typeface="+mn-ea"/>
              </a:rPr>
              <a:t>8.        return{</a:t>
            </a:r>
          </a:p>
          <a:p>
            <a:pPr indent="0" algn="l" fontAlgn="auto">
              <a:lnSpc>
                <a:spcPct val="100000"/>
              </a:lnSpc>
              <a:buClrTx/>
              <a:buSzTx/>
              <a:buFontTx/>
              <a:buNone/>
            </a:pPr>
            <a:r>
              <a:rPr lang="zh-CN" altLang="en-US" sz="1200">
                <a:sym typeface="+mn-ea"/>
              </a:rPr>
              <a:t>9.        str: '千磨万击还坚劲'</a:t>
            </a:r>
          </a:p>
          <a:p>
            <a:pPr indent="0" algn="l" fontAlgn="auto">
              <a:lnSpc>
                <a:spcPct val="100000"/>
              </a:lnSpc>
              <a:buClrTx/>
              <a:buSzTx/>
              <a:buFontTx/>
              <a:buNone/>
            </a:pPr>
            <a:r>
              <a:rPr lang="zh-CN" altLang="en-US" sz="1200">
                <a:sym typeface="+mn-ea"/>
              </a:rPr>
              <a:t>10.        }</a:t>
            </a:r>
          </a:p>
          <a:p>
            <a:pPr indent="0" algn="l" fontAlgn="auto">
              <a:lnSpc>
                <a:spcPct val="100000"/>
              </a:lnSpc>
              <a:buClrTx/>
              <a:buSzTx/>
              <a:buFontTx/>
              <a:buNone/>
            </a:pPr>
            <a:r>
              <a:rPr lang="zh-CN" altLang="en-US" sz="1200">
                <a:sym typeface="+mn-ea"/>
              </a:rPr>
              <a:t>11.    },</a:t>
            </a:r>
          </a:p>
          <a:p>
            <a:pPr indent="0" algn="l" fontAlgn="auto">
              <a:lnSpc>
                <a:spcPct val="100000"/>
              </a:lnSpc>
              <a:buClrTx/>
              <a:buSzTx/>
              <a:buFontTx/>
              <a:buNone/>
            </a:pPr>
            <a:r>
              <a:rPr lang="zh-CN" altLang="en-US" sz="1200">
                <a:sym typeface="+mn-ea"/>
              </a:rPr>
              <a:t>12.    computed: {</a:t>
            </a:r>
          </a:p>
          <a:p>
            <a:pPr indent="0" algn="l" fontAlgn="auto">
              <a:lnSpc>
                <a:spcPct val="100000"/>
              </a:lnSpc>
              <a:buClrTx/>
              <a:buSzTx/>
              <a:buFontTx/>
              <a:buNone/>
            </a:pPr>
            <a:r>
              <a:rPr lang="zh-CN" altLang="en-US" sz="1200">
                <a:sym typeface="+mn-ea"/>
              </a:rPr>
              <a:t>13.        //计算属性的getter方法简写</a:t>
            </a:r>
          </a:p>
          <a:p>
            <a:pPr indent="0" algn="l" fontAlgn="auto">
              <a:lnSpc>
                <a:spcPct val="100000"/>
              </a:lnSpc>
              <a:buClrTx/>
              <a:buSzTx/>
              <a:buFontTx/>
              <a:buNone/>
            </a:pPr>
            <a:r>
              <a:rPr lang="zh-CN" altLang="en-US" sz="1200">
                <a:sym typeface="+mn-ea"/>
              </a:rPr>
              <a:t>14.        reversedStr(){</a:t>
            </a:r>
          </a:p>
          <a:p>
            <a:pPr indent="0" algn="l" fontAlgn="auto">
              <a:lnSpc>
                <a:spcPct val="100000"/>
              </a:lnSpc>
              <a:buClrTx/>
              <a:buSzTx/>
              <a:buFontTx/>
              <a:buNone/>
            </a:pPr>
            <a:r>
              <a:rPr lang="zh-CN" altLang="en-US" sz="1200">
                <a:sym typeface="+mn-ea"/>
              </a:rPr>
              <a:t>15.            return this.str.split('').reverse().join('');</a:t>
            </a:r>
          </a:p>
          <a:p>
            <a:pPr indent="0" algn="l" fontAlgn="auto">
              <a:lnSpc>
                <a:spcPct val="100000"/>
              </a:lnSpc>
              <a:buClrTx/>
              <a:buSzTx/>
              <a:buFontTx/>
              <a:buNone/>
            </a:pPr>
            <a:r>
              <a:rPr lang="zh-CN" altLang="en-US" sz="1200">
                <a:sym typeface="+mn-ea"/>
              </a:rPr>
              <a:t>16.        }</a:t>
            </a:r>
          </a:p>
          <a:p>
            <a:pPr indent="0" algn="l" fontAlgn="auto">
              <a:lnSpc>
                <a:spcPct val="100000"/>
              </a:lnSpc>
              <a:buClrTx/>
              <a:buSzTx/>
              <a:buFontTx/>
              <a:buNone/>
            </a:pPr>
            <a:r>
              <a:rPr lang="zh-CN" altLang="en-US" sz="1200">
                <a:sym typeface="+mn-ea"/>
              </a:rPr>
              <a:t>17.    }</a:t>
            </a:r>
          </a:p>
          <a:p>
            <a:pPr indent="0" algn="l" fontAlgn="auto">
              <a:lnSpc>
                <a:spcPct val="100000"/>
              </a:lnSpc>
              <a:buClrTx/>
              <a:buSzTx/>
              <a:buFontTx/>
              <a:buNone/>
            </a:pPr>
            <a:r>
              <a:rPr lang="zh-CN" altLang="en-US" sz="1200">
                <a:sym typeface="+mn-ea"/>
              </a:rPr>
              <a:t>18.    }).mount('#app');</a:t>
            </a:r>
          </a:p>
        </p:txBody>
      </p:sp>
      <p:sp>
        <p:nvSpPr>
          <p:cNvPr id="12" name="圆角矩形 11"/>
          <p:cNvSpPr/>
          <p:nvPr>
            <p:custDataLst>
              <p:tags r:id="rId5"/>
            </p:custDataLst>
          </p:nvPr>
        </p:nvSpPr>
        <p:spPr>
          <a:xfrm>
            <a:off x="1002030" y="2656205"/>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4-12</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922780"/>
            <a:ext cx="10170795" cy="35210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515" y="2118360"/>
            <a:ext cx="9977120" cy="10839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2.计算属性的示例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浏览器中运行上述代码，页面中将同时显示指定字符串与字符串的翻转内容</a:t>
            </a:r>
            <a:r>
              <a:rPr lang="zh-CN" sz="2000" dirty="0">
                <a:latin typeface="微软雅黑" panose="020B0503020204020204" pitchFamily="34" charset="-122"/>
                <a:ea typeface="微软雅黑" panose="020B0503020204020204" pitchFamily="34" charset="-122"/>
              </a:rPr>
              <a: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pic>
        <p:nvPicPr>
          <p:cNvPr id="5" name="图片 2"/>
          <p:cNvPicPr>
            <a:picLocks noChangeAspect="1"/>
          </p:cNvPicPr>
          <p:nvPr>
            <p:custDataLst>
              <p:tags r:id="rId4"/>
            </p:custDataLst>
          </p:nvPr>
        </p:nvPicPr>
        <p:blipFill>
          <a:blip r:embed="rId6"/>
          <a:stretch>
            <a:fillRect/>
          </a:stretch>
        </p:blipFill>
        <p:spPr>
          <a:xfrm>
            <a:off x="3390265" y="3429000"/>
            <a:ext cx="4202430" cy="159385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98015"/>
            <a:ext cx="10473690" cy="41871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515" y="1898650"/>
            <a:ext cx="9977120" cy="10839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2.计算属性的示例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p>
          <a:p>
            <a:pPr indent="457200" algn="l">
              <a:lnSpc>
                <a:spcPct val="150000"/>
              </a:lnSpc>
              <a:spcBef>
                <a:spcPts val="500"/>
              </a:spcBef>
              <a:buClrTx/>
              <a:buSzTx/>
              <a:buFontTx/>
            </a:pPr>
            <a:r>
              <a:rPr lang="zh-CN" altLang="en-US" sz="2000">
                <a:sym typeface="+mn-ea"/>
              </a:rPr>
              <a:t>当输入框中的str字符串发生变化时，依赖于str的计算属性reversedStr会自动进行更新</a:t>
            </a:r>
            <a:r>
              <a:rPr lang="zh-CN" sz="2000" dirty="0">
                <a:latin typeface="微软雅黑" panose="020B0503020204020204" pitchFamily="34" charset="-122"/>
                <a:ea typeface="微软雅黑" panose="020B0503020204020204" pitchFamily="34" charset="-122"/>
              </a:rPr>
              <a: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pic>
        <p:nvPicPr>
          <p:cNvPr id="4" name="图片 3"/>
          <p:cNvPicPr>
            <a:picLocks noChangeAspect="1"/>
          </p:cNvPicPr>
          <p:nvPr>
            <p:custDataLst>
              <p:tags r:id="rId4"/>
            </p:custDataLst>
          </p:nvPr>
        </p:nvPicPr>
        <p:blipFill>
          <a:blip r:embed="rId6"/>
          <a:stretch>
            <a:fillRect/>
          </a:stretch>
        </p:blipFill>
        <p:spPr>
          <a:xfrm>
            <a:off x="2867025" y="3296920"/>
            <a:ext cx="6458585" cy="244983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691640"/>
            <a:ext cx="10473690" cy="481012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515" y="1691640"/>
            <a:ext cx="9977120" cy="10839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2.计算属性的示例</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（2）计算属性的get()方法与set()方法</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不同于计算属性的get()方法，set()方法可用于改变计算属性的值，无需设置返回值。它接收一个可选参数，该参数是计算属性被修改之后的值。</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sp>
        <p:nvSpPr>
          <p:cNvPr id="15" name="文本框 14"/>
          <p:cNvSpPr txBox="1"/>
          <p:nvPr>
            <p:custDataLst>
              <p:tags r:id="rId4"/>
            </p:custDataLst>
          </p:nvPr>
        </p:nvSpPr>
        <p:spPr>
          <a:xfrm>
            <a:off x="1800225" y="3641090"/>
            <a:ext cx="4400550" cy="268414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23.           //setter方法，设置packageStatus时调用</a:t>
            </a:r>
          </a:p>
          <a:p>
            <a:pPr indent="0" algn="l" fontAlgn="auto">
              <a:lnSpc>
                <a:spcPct val="100000"/>
              </a:lnSpc>
              <a:buClrTx/>
              <a:buSzTx/>
              <a:buFontTx/>
              <a:buNone/>
            </a:pPr>
            <a:r>
              <a:rPr lang="zh-CN" altLang="en-US" sz="1200">
                <a:sym typeface="+mn-ea"/>
              </a:rPr>
              <a:t>24.           //其中的参数用来接收计算属性被修改后的新值</a:t>
            </a:r>
          </a:p>
          <a:p>
            <a:pPr indent="0" algn="l" fontAlgn="auto">
              <a:lnSpc>
                <a:spcPct val="100000"/>
              </a:lnSpc>
              <a:buClrTx/>
              <a:buSzTx/>
              <a:buFontTx/>
              <a:buNone/>
            </a:pPr>
            <a:r>
              <a:rPr lang="zh-CN" altLang="en-US" sz="1200">
                <a:sym typeface="+mn-ea"/>
              </a:rPr>
              <a:t>25.            set(newValue) {</a:t>
            </a:r>
          </a:p>
          <a:p>
            <a:pPr indent="0" algn="l" fontAlgn="auto">
              <a:lnSpc>
                <a:spcPct val="100000"/>
              </a:lnSpc>
              <a:buClrTx/>
              <a:buSzTx/>
              <a:buFontTx/>
              <a:buNone/>
            </a:pPr>
            <a:r>
              <a:rPr lang="zh-CN" altLang="en-US" sz="1200">
                <a:sym typeface="+mn-ea"/>
              </a:rPr>
              <a:t>26.                if (newValue === "已送达") {</a:t>
            </a:r>
          </a:p>
          <a:p>
            <a:pPr indent="0" algn="l" fontAlgn="auto">
              <a:lnSpc>
                <a:spcPct val="100000"/>
              </a:lnSpc>
              <a:buClrTx/>
              <a:buSzTx/>
              <a:buFontTx/>
              <a:buNone/>
            </a:pPr>
            <a:r>
              <a:rPr lang="zh-CN" altLang="en-US" sz="1200">
                <a:sym typeface="+mn-ea"/>
              </a:rPr>
              <a:t>27.                    this.nowSeat = this.place;</a:t>
            </a:r>
          </a:p>
          <a:p>
            <a:pPr indent="0" algn="l" fontAlgn="auto">
              <a:lnSpc>
                <a:spcPct val="100000"/>
              </a:lnSpc>
              <a:buClrTx/>
              <a:buSzTx/>
              <a:buFontTx/>
              <a:buNone/>
            </a:pPr>
            <a:r>
              <a:rPr lang="zh-CN" altLang="en-US" sz="1200">
                <a:sym typeface="+mn-ea"/>
              </a:rPr>
              <a:t>28.                } else {</a:t>
            </a:r>
          </a:p>
          <a:p>
            <a:pPr indent="0" algn="l" fontAlgn="auto">
              <a:lnSpc>
                <a:spcPct val="100000"/>
              </a:lnSpc>
              <a:buClrTx/>
              <a:buSzTx/>
              <a:buFontTx/>
              <a:buNone/>
            </a:pPr>
            <a:r>
              <a:rPr lang="zh-CN" altLang="en-US" sz="1200">
                <a:sym typeface="+mn-ea"/>
              </a:rPr>
              <a:t>29.                    this.nowSeat + "-&gt;" + this.place;</a:t>
            </a:r>
          </a:p>
          <a:p>
            <a:pPr indent="0" algn="l" fontAlgn="auto">
              <a:lnSpc>
                <a:spcPct val="100000"/>
              </a:lnSpc>
              <a:buClrTx/>
              <a:buSzTx/>
              <a:buFontTx/>
              <a:buNone/>
            </a:pPr>
            <a:r>
              <a:rPr lang="zh-CN" altLang="en-US" sz="1200">
                <a:sym typeface="+mn-ea"/>
              </a:rPr>
              <a:t>30.                    var array = newValue.split('-&gt;');</a:t>
            </a:r>
          </a:p>
          <a:p>
            <a:pPr indent="0" algn="l" fontAlgn="auto">
              <a:lnSpc>
                <a:spcPct val="100000"/>
              </a:lnSpc>
              <a:buClrTx/>
              <a:buSzTx/>
              <a:buFontTx/>
              <a:buNone/>
            </a:pPr>
            <a:r>
              <a:rPr lang="zh-CN" altLang="en-US" sz="1200">
                <a:sym typeface="+mn-ea"/>
              </a:rPr>
              <a:t>31.                    this.nowSeat = array[0];</a:t>
            </a:r>
          </a:p>
          <a:p>
            <a:pPr indent="0" algn="l" fontAlgn="auto">
              <a:lnSpc>
                <a:spcPct val="100000"/>
              </a:lnSpc>
              <a:buClrTx/>
              <a:buSzTx/>
              <a:buFontTx/>
              <a:buNone/>
            </a:pPr>
            <a:r>
              <a:rPr lang="zh-CN" altLang="en-US" sz="1200">
                <a:sym typeface="+mn-ea"/>
              </a:rPr>
              <a:t>32.                    this.place = array[1];</a:t>
            </a:r>
          </a:p>
          <a:p>
            <a:pPr indent="0" algn="l" fontAlgn="auto">
              <a:lnSpc>
                <a:spcPct val="100000"/>
              </a:lnSpc>
              <a:buClrTx/>
              <a:buSzTx/>
              <a:buFontTx/>
              <a:buNone/>
            </a:pPr>
            <a:r>
              <a:rPr lang="zh-CN" altLang="en-US" sz="1200">
                <a:sym typeface="+mn-ea"/>
              </a:rPr>
              <a:t>33.                }</a:t>
            </a:r>
          </a:p>
          <a:p>
            <a:pPr indent="0" algn="l" fontAlgn="auto">
              <a:lnSpc>
                <a:spcPct val="100000"/>
              </a:lnSpc>
              <a:buClrTx/>
              <a:buSzTx/>
              <a:buFontTx/>
              <a:buNone/>
            </a:pPr>
            <a:r>
              <a:rPr lang="zh-CN" altLang="en-US" sz="1200">
                <a:sym typeface="+mn-ea"/>
              </a:rPr>
              <a:t>34.            }</a:t>
            </a:r>
          </a:p>
          <a:p>
            <a:pPr indent="0" algn="l" fontAlgn="auto">
              <a:lnSpc>
                <a:spcPct val="100000"/>
              </a:lnSpc>
              <a:buClrTx/>
              <a:buSzTx/>
              <a:buFontTx/>
              <a:buNone/>
            </a:pPr>
            <a:r>
              <a:rPr lang="zh-CN" altLang="en-US" sz="1200">
                <a:sym typeface="+mn-ea"/>
              </a:rPr>
              <a:t>35.        }</a:t>
            </a:r>
          </a:p>
          <a:p>
            <a:pPr indent="0" algn="l" fontAlgn="auto">
              <a:lnSpc>
                <a:spcPct val="100000"/>
              </a:lnSpc>
              <a:buClrTx/>
              <a:buSzTx/>
              <a:buFontTx/>
              <a:buNone/>
            </a:pPr>
            <a:r>
              <a:rPr lang="zh-CN" altLang="en-US" sz="1200">
                <a:sym typeface="+mn-ea"/>
              </a:rPr>
              <a:t>36.    }</a:t>
            </a:r>
          </a:p>
        </p:txBody>
      </p:sp>
      <p:sp>
        <p:nvSpPr>
          <p:cNvPr id="12" name="圆角矩形 11"/>
          <p:cNvSpPr/>
          <p:nvPr>
            <p:custDataLst>
              <p:tags r:id="rId5"/>
            </p:custDataLst>
          </p:nvPr>
        </p:nvSpPr>
        <p:spPr>
          <a:xfrm>
            <a:off x="945515" y="3519170"/>
            <a:ext cx="936625" cy="3187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4-13</a:t>
            </a:r>
          </a:p>
        </p:txBody>
      </p:sp>
      <p:sp>
        <p:nvSpPr>
          <p:cNvPr id="3" name="文本框 2"/>
          <p:cNvSpPr txBox="1"/>
          <p:nvPr>
            <p:custDataLst>
              <p:tags r:id="rId6"/>
            </p:custDataLst>
          </p:nvPr>
        </p:nvSpPr>
        <p:spPr>
          <a:xfrm>
            <a:off x="6299835" y="3640455"/>
            <a:ext cx="4400550" cy="268478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24.           //其中的参数用来接收计算属性被修改后的新值</a:t>
            </a:r>
          </a:p>
          <a:p>
            <a:pPr indent="0" algn="l" fontAlgn="auto">
              <a:lnSpc>
                <a:spcPct val="100000"/>
              </a:lnSpc>
              <a:buClrTx/>
              <a:buSzTx/>
              <a:buFontTx/>
              <a:buNone/>
            </a:pPr>
            <a:r>
              <a:rPr lang="zh-CN" altLang="en-US" sz="1200">
                <a:sym typeface="+mn-ea"/>
              </a:rPr>
              <a:t>25.            set(newValue) {</a:t>
            </a:r>
          </a:p>
          <a:p>
            <a:pPr indent="0" algn="l" fontAlgn="auto">
              <a:lnSpc>
                <a:spcPct val="100000"/>
              </a:lnSpc>
              <a:buClrTx/>
              <a:buSzTx/>
              <a:buFontTx/>
              <a:buNone/>
            </a:pPr>
            <a:r>
              <a:rPr lang="zh-CN" altLang="en-US" sz="1200">
                <a:sym typeface="+mn-ea"/>
              </a:rPr>
              <a:t>26.                if (newValue === "已送达") {</a:t>
            </a:r>
          </a:p>
          <a:p>
            <a:pPr indent="0" algn="l" fontAlgn="auto">
              <a:lnSpc>
                <a:spcPct val="100000"/>
              </a:lnSpc>
              <a:buClrTx/>
              <a:buSzTx/>
              <a:buFontTx/>
              <a:buNone/>
            </a:pPr>
            <a:r>
              <a:rPr lang="zh-CN" altLang="en-US" sz="1200">
                <a:sym typeface="+mn-ea"/>
              </a:rPr>
              <a:t>27.                    this.nowSeat = this.place;</a:t>
            </a:r>
          </a:p>
          <a:p>
            <a:pPr indent="0" algn="l" fontAlgn="auto">
              <a:lnSpc>
                <a:spcPct val="100000"/>
              </a:lnSpc>
              <a:buClrTx/>
              <a:buSzTx/>
              <a:buFontTx/>
              <a:buNone/>
            </a:pPr>
            <a:r>
              <a:rPr lang="zh-CN" altLang="en-US" sz="1200">
                <a:sym typeface="+mn-ea"/>
              </a:rPr>
              <a:t>28.                } else {</a:t>
            </a:r>
          </a:p>
          <a:p>
            <a:pPr indent="0" algn="l" fontAlgn="auto">
              <a:lnSpc>
                <a:spcPct val="100000"/>
              </a:lnSpc>
              <a:buClrTx/>
              <a:buSzTx/>
              <a:buFontTx/>
              <a:buNone/>
            </a:pPr>
            <a:r>
              <a:rPr lang="zh-CN" altLang="en-US" sz="1200">
                <a:sym typeface="+mn-ea"/>
              </a:rPr>
              <a:t>29.                    this.nowSeat + "-&gt;" + this.place;</a:t>
            </a:r>
          </a:p>
          <a:p>
            <a:pPr indent="0" algn="l" fontAlgn="auto">
              <a:lnSpc>
                <a:spcPct val="100000"/>
              </a:lnSpc>
              <a:buClrTx/>
              <a:buSzTx/>
              <a:buFontTx/>
              <a:buNone/>
            </a:pPr>
            <a:r>
              <a:rPr lang="zh-CN" altLang="en-US" sz="1200">
                <a:sym typeface="+mn-ea"/>
              </a:rPr>
              <a:t>30.                    var array = newValue.split('-&gt;');</a:t>
            </a:r>
          </a:p>
          <a:p>
            <a:pPr indent="0" algn="l" fontAlgn="auto">
              <a:lnSpc>
                <a:spcPct val="100000"/>
              </a:lnSpc>
              <a:buClrTx/>
              <a:buSzTx/>
              <a:buFontTx/>
              <a:buNone/>
            </a:pPr>
            <a:r>
              <a:rPr lang="zh-CN" altLang="en-US" sz="1200">
                <a:sym typeface="+mn-ea"/>
              </a:rPr>
              <a:t>31.                    this.nowSeat = array[0];</a:t>
            </a:r>
          </a:p>
          <a:p>
            <a:pPr indent="0" algn="l" fontAlgn="auto">
              <a:lnSpc>
                <a:spcPct val="100000"/>
              </a:lnSpc>
              <a:buClrTx/>
              <a:buSzTx/>
              <a:buFontTx/>
              <a:buNone/>
            </a:pPr>
            <a:r>
              <a:rPr lang="zh-CN" altLang="en-US" sz="1200">
                <a:sym typeface="+mn-ea"/>
              </a:rPr>
              <a:t>32.                    this.place = array[1];</a:t>
            </a:r>
          </a:p>
          <a:p>
            <a:pPr indent="0" algn="l" fontAlgn="auto">
              <a:lnSpc>
                <a:spcPct val="100000"/>
              </a:lnSpc>
              <a:buClrTx/>
              <a:buSzTx/>
              <a:buFontTx/>
              <a:buNone/>
            </a:pPr>
            <a:r>
              <a:rPr lang="zh-CN" altLang="en-US" sz="1200">
                <a:sym typeface="+mn-ea"/>
              </a:rPr>
              <a:t>33.                }</a:t>
            </a:r>
          </a:p>
          <a:p>
            <a:pPr indent="0" algn="l" fontAlgn="auto">
              <a:lnSpc>
                <a:spcPct val="100000"/>
              </a:lnSpc>
              <a:buClrTx/>
              <a:buSzTx/>
              <a:buFontTx/>
              <a:buNone/>
            </a:pPr>
            <a:r>
              <a:rPr lang="zh-CN" altLang="en-US" sz="1200">
                <a:sym typeface="+mn-ea"/>
              </a:rPr>
              <a:t>34.            }</a:t>
            </a:r>
          </a:p>
          <a:p>
            <a:pPr indent="0" algn="l" fontAlgn="auto">
              <a:lnSpc>
                <a:spcPct val="100000"/>
              </a:lnSpc>
              <a:buClrTx/>
              <a:buSzTx/>
              <a:buFontTx/>
              <a:buNone/>
            </a:pPr>
            <a:r>
              <a:rPr lang="zh-CN" altLang="en-US" sz="1200">
                <a:sym typeface="+mn-ea"/>
              </a:rPr>
              <a:t>35.        }</a:t>
            </a:r>
          </a:p>
          <a:p>
            <a:pPr indent="0" algn="l" fontAlgn="auto">
              <a:lnSpc>
                <a:spcPct val="100000"/>
              </a:lnSpc>
              <a:buClrTx/>
              <a:buSzTx/>
              <a:buFontTx/>
              <a:buNone/>
            </a:pPr>
            <a:r>
              <a:rPr lang="zh-CN" altLang="en-US" sz="1200">
                <a:sym typeface="+mn-ea"/>
              </a:rPr>
              <a:t>36.    }</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60550"/>
            <a:ext cx="10389235" cy="40887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515" y="1860550"/>
            <a:ext cx="9977120" cy="10839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2.计算属性的示例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在浏览器中运行上述代码，初始化状态下计算属性的显示效果</a:t>
            </a:r>
            <a:r>
              <a:rPr lang="zh-CN" sz="2000" dirty="0">
                <a:latin typeface="微软雅黑" panose="020B0503020204020204" pitchFamily="34" charset="-122"/>
                <a:ea typeface="微软雅黑" panose="020B0503020204020204" pitchFamily="34" charset="-122"/>
              </a:rPr>
              <a:t>如下图所示</a:t>
            </a:r>
            <a:r>
              <a:rPr sz="2000" dirty="0">
                <a:latin typeface="微软雅黑" panose="020B0503020204020204" pitchFamily="34" charset="-122"/>
                <a:ea typeface="微软雅黑" panose="020B0503020204020204" pitchFamily="34" charset="-122"/>
              </a:rPr>
              <a:t>。</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pic>
        <p:nvPicPr>
          <p:cNvPr id="99" name="图片 5"/>
          <p:cNvPicPr>
            <a:picLocks noChangeAspect="1"/>
          </p:cNvPicPr>
          <p:nvPr>
            <p:custDataLst>
              <p:tags r:id="rId4"/>
            </p:custDataLst>
          </p:nvPr>
        </p:nvPicPr>
        <p:blipFill>
          <a:blip r:embed="rId6"/>
          <a:stretch>
            <a:fillRect/>
          </a:stretch>
        </p:blipFill>
        <p:spPr>
          <a:xfrm>
            <a:off x="3096895" y="3219450"/>
            <a:ext cx="5673725" cy="241617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60550"/>
            <a:ext cx="10389235" cy="408876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45515" y="1860550"/>
            <a:ext cx="9977120" cy="108394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altLang="en-US" sz="2000" b="1" dirty="0">
                <a:solidFill>
                  <a:schemeClr val="accent2"/>
                </a:solidFill>
                <a:latin typeface="微软雅黑" panose="020B0503020204020204" pitchFamily="34" charset="-122"/>
                <a:ea typeface="微软雅黑" panose="020B0503020204020204" pitchFamily="34" charset="-122"/>
              </a:rPr>
              <a:t>2.计算属性的示例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在控制台中，将页面切换至Console选项，并输入vm.packageStatus="天津-&gt;北京"，按下Enter键，实现packageStatus计算属性值的直接修改，查看渲染结果。</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4.5.1</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计算属性的定义</a:t>
            </a:r>
          </a:p>
        </p:txBody>
      </p:sp>
      <p:pic>
        <p:nvPicPr>
          <p:cNvPr id="100" name="图片 6"/>
          <p:cNvPicPr>
            <a:picLocks noChangeAspect="1"/>
          </p:cNvPicPr>
          <p:nvPr>
            <p:custDataLst>
              <p:tags r:id="rId4"/>
            </p:custDataLst>
          </p:nvPr>
        </p:nvPicPr>
        <p:blipFill>
          <a:blip r:embed="rId6"/>
          <a:stretch>
            <a:fillRect/>
          </a:stretch>
        </p:blipFill>
        <p:spPr>
          <a:xfrm>
            <a:off x="3369310" y="3514725"/>
            <a:ext cx="5130165" cy="233997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46300"/>
            <a:ext cx="10473690" cy="25546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394585"/>
            <a:ext cx="9474200" cy="19754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计算属性是基于它们的响应式依赖进行缓存的，仅在相关响应式依赖发生变化时才会重新求值。响应式依赖没有发生改变时，多次访问计算属性，计算属性仍返回之前的计算结果。</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计算属性的缓存</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2146300"/>
            <a:ext cx="10473690" cy="369316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394585"/>
            <a:ext cx="9474200" cy="19754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计算属性与methods方法在写法与功能上十分类似，以例4-12为例，可轻易地将其改写为methods形式。</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计算属性的缓存</a:t>
            </a:r>
          </a:p>
        </p:txBody>
      </p:sp>
      <p:sp>
        <p:nvSpPr>
          <p:cNvPr id="3" name="文本框 2"/>
          <p:cNvSpPr txBox="1"/>
          <p:nvPr>
            <p:custDataLst>
              <p:tags r:id="rId4"/>
            </p:custDataLst>
          </p:nvPr>
        </p:nvSpPr>
        <p:spPr>
          <a:xfrm>
            <a:off x="1657985" y="3551555"/>
            <a:ext cx="3817620" cy="177736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a:lnSpc>
                <a:spcPct val="150000"/>
              </a:lnSpc>
              <a:spcBef>
                <a:spcPts val="500"/>
              </a:spcBef>
              <a:buClrTx/>
              <a:buSzTx/>
              <a:buFontTx/>
            </a:pPr>
            <a:r>
              <a:rPr sz="1400" dirty="0">
                <a:latin typeface="微软雅黑" panose="020B0503020204020204" pitchFamily="34" charset="-122"/>
                <a:ea typeface="微软雅黑" panose="020B0503020204020204" pitchFamily="34" charset="-122"/>
                <a:sym typeface="+mn-ea"/>
              </a:rPr>
              <a:t>methods: {</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reversedStr(){</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return this.str.split('').reverse().join('');</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    }</a:t>
            </a:r>
            <a:endParaRPr sz="1400" dirty="0">
              <a:latin typeface="微软雅黑" panose="020B0503020204020204" pitchFamily="34" charset="-122"/>
              <a:ea typeface="微软雅黑" panose="020B0503020204020204" pitchFamily="34" charset="-122"/>
            </a:endParaRPr>
          </a:p>
          <a:p>
            <a:pPr indent="355600" algn="l">
              <a:lnSpc>
                <a:spcPct val="150000"/>
              </a:lnSpc>
              <a:spcBef>
                <a:spcPts val="500"/>
              </a:spcBef>
              <a:buClrTx/>
              <a:buSzTx/>
              <a:buFontTx/>
              <a:extLst>
                <a:ext uri="{35155182-B16C-46BC-9424-99874614C6A1}">
                  <wpsdc:indentchars xmlns:wpsdc="http://www.wps.cn/officeDocument/2017/drawingmlCustomData" xmlns="" val="200" checksum="3837665281"/>
                </a:ext>
              </a:extLst>
            </a:pPr>
            <a:r>
              <a:rPr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826260"/>
            <a:ext cx="10473690" cy="396811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2074545"/>
            <a:ext cx="9947910" cy="338836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当需要选择性地渲染列表，即根据某个特定属性来决定是否渲染本列表项或避免渲染本该隐藏的列表项时，读者可能会想到将v-for和v-if指令组合使用。事实上，在Vue2中，v-for的优先级是高于v-if的，如果同时使用这二者，那么v-if会在每一个v-for循环渲染出来的列表项上作用，这会造成性能上的浪费。在Vue3中，v-if的优先级是高于v-for的，v-if获取不到v-for范围内的变量，因此，不建议同时使用v-if和v-for。</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读者可借助计算属性有选择性地渲染列表，通过计算属性对数据进行过滤后，再进行循环遍历，使渲染更加高效。</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5341620"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计算属性选择性地渲染列表</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822325" y="1639570"/>
            <a:ext cx="10473690" cy="479298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02030" y="1639570"/>
            <a:ext cx="9947910" cy="5530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接下来将以商品订单为主题来演示计算属性的选择性渲染列表。</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5341620"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计算属性选择性地渲染列表</a:t>
            </a:r>
          </a:p>
        </p:txBody>
      </p:sp>
      <p:sp>
        <p:nvSpPr>
          <p:cNvPr id="15" name="文本框 14"/>
          <p:cNvSpPr txBox="1"/>
          <p:nvPr>
            <p:custDataLst>
              <p:tags r:id="rId4"/>
            </p:custDataLst>
          </p:nvPr>
        </p:nvSpPr>
        <p:spPr>
          <a:xfrm>
            <a:off x="1412240" y="2501900"/>
            <a:ext cx="4788535" cy="382333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1.&lt;div id="app"&gt;</a:t>
            </a:r>
          </a:p>
          <a:p>
            <a:pPr indent="0" algn="l" fontAlgn="auto">
              <a:lnSpc>
                <a:spcPct val="100000"/>
              </a:lnSpc>
              <a:buClrTx/>
              <a:buSzTx/>
              <a:buFontTx/>
              <a:buNone/>
            </a:pPr>
            <a:r>
              <a:rPr lang="zh-CN" altLang="en-US" sz="1200">
                <a:sym typeface="+mn-ea"/>
              </a:rPr>
              <a:t>2.        &lt;h3&gt;已完成商品订单&lt;/h3&gt;</a:t>
            </a:r>
          </a:p>
          <a:p>
            <a:pPr indent="0" algn="l" fontAlgn="auto">
              <a:lnSpc>
                <a:spcPct val="100000"/>
              </a:lnSpc>
              <a:buClrTx/>
              <a:buSzTx/>
              <a:buFontTx/>
              <a:buNone/>
            </a:pPr>
            <a:r>
              <a:rPr lang="zh-CN" altLang="en-US" sz="1200">
                <a:sym typeface="+mn-ea"/>
              </a:rPr>
              <a:t>3.        &lt;ul&gt;</a:t>
            </a:r>
          </a:p>
          <a:p>
            <a:pPr indent="0" algn="l" fontAlgn="auto">
              <a:lnSpc>
                <a:spcPct val="100000"/>
              </a:lnSpc>
              <a:buClrTx/>
              <a:buSzTx/>
              <a:buFontTx/>
              <a:buNone/>
            </a:pPr>
            <a:r>
              <a:rPr lang="zh-CN" altLang="en-US" sz="1200">
                <a:sym typeface="+mn-ea"/>
              </a:rPr>
              <a:t>4.            &lt;li v-for="item in completeOrders" :key="item.number"&gt;</a:t>
            </a:r>
          </a:p>
          <a:p>
            <a:pPr indent="0" algn="l" fontAlgn="auto">
              <a:lnSpc>
                <a:spcPct val="100000"/>
              </a:lnSpc>
              <a:buClrTx/>
              <a:buSzTx/>
              <a:buFontTx/>
              <a:buNone/>
            </a:pPr>
            <a:r>
              <a:rPr lang="zh-CN" altLang="en-US" sz="1200">
                <a:sym typeface="+mn-ea"/>
              </a:rPr>
              <a:t>5.             {{item.number}}</a:t>
            </a:r>
          </a:p>
          <a:p>
            <a:pPr indent="0" algn="l" fontAlgn="auto">
              <a:lnSpc>
                <a:spcPct val="100000"/>
              </a:lnSpc>
              <a:buClrTx/>
              <a:buSzTx/>
              <a:buFontTx/>
              <a:buNone/>
            </a:pPr>
            <a:r>
              <a:rPr lang="zh-CN" altLang="en-US" sz="1200">
                <a:sym typeface="+mn-ea"/>
              </a:rPr>
              <a:t>6.            &lt;/li&gt;</a:t>
            </a:r>
          </a:p>
          <a:p>
            <a:pPr indent="0" algn="l" fontAlgn="auto">
              <a:lnSpc>
                <a:spcPct val="100000"/>
              </a:lnSpc>
              <a:buClrTx/>
              <a:buSzTx/>
              <a:buFontTx/>
              <a:buNone/>
            </a:pPr>
            <a:r>
              <a:rPr lang="zh-CN" altLang="en-US" sz="1200">
                <a:sym typeface="+mn-ea"/>
              </a:rPr>
              <a:t>7.        &lt;/ul&gt;</a:t>
            </a:r>
          </a:p>
          <a:p>
            <a:pPr indent="0" algn="l" fontAlgn="auto">
              <a:lnSpc>
                <a:spcPct val="100000"/>
              </a:lnSpc>
              <a:buClrTx/>
              <a:buSzTx/>
              <a:buFontTx/>
              <a:buNone/>
            </a:pPr>
            <a:r>
              <a:rPr lang="zh-CN" altLang="en-US" sz="1200">
                <a:sym typeface="+mn-ea"/>
              </a:rPr>
              <a:t>8.        &lt;h3&gt;未完成商品订单&lt;/h3&gt;</a:t>
            </a:r>
          </a:p>
          <a:p>
            <a:pPr indent="0" algn="l" fontAlgn="auto">
              <a:lnSpc>
                <a:spcPct val="100000"/>
              </a:lnSpc>
              <a:buClrTx/>
              <a:buSzTx/>
              <a:buFontTx/>
              <a:buNone/>
            </a:pPr>
            <a:r>
              <a:rPr lang="zh-CN" altLang="en-US" sz="1200">
                <a:sym typeface="+mn-ea"/>
              </a:rPr>
              <a:t>9.        &lt;ul&gt;</a:t>
            </a:r>
          </a:p>
          <a:p>
            <a:pPr indent="0" algn="l" fontAlgn="auto">
              <a:lnSpc>
                <a:spcPct val="100000"/>
              </a:lnSpc>
              <a:buClrTx/>
              <a:buSzTx/>
              <a:buFontTx/>
              <a:buNone/>
            </a:pPr>
            <a:r>
              <a:rPr lang="zh-CN" altLang="en-US" sz="1200">
                <a:sym typeface="+mn-ea"/>
              </a:rPr>
              <a:t>10.            &lt;li v-for="item in unOrders" :key="item.number"&gt;</a:t>
            </a:r>
          </a:p>
          <a:p>
            <a:pPr indent="0" algn="l" fontAlgn="auto">
              <a:lnSpc>
                <a:spcPct val="100000"/>
              </a:lnSpc>
              <a:buClrTx/>
              <a:buSzTx/>
              <a:buFontTx/>
              <a:buNone/>
            </a:pPr>
            <a:r>
              <a:rPr lang="zh-CN" altLang="en-US" sz="1200">
                <a:sym typeface="+mn-ea"/>
              </a:rPr>
              <a:t>11.             {{item.number}}</a:t>
            </a:r>
          </a:p>
          <a:p>
            <a:pPr indent="0" algn="l" fontAlgn="auto">
              <a:lnSpc>
                <a:spcPct val="100000"/>
              </a:lnSpc>
              <a:buClrTx/>
              <a:buSzTx/>
              <a:buFontTx/>
              <a:buNone/>
            </a:pPr>
            <a:r>
              <a:rPr lang="zh-CN" altLang="en-US" sz="1200">
                <a:sym typeface="+mn-ea"/>
              </a:rPr>
              <a:t>12.            &lt;/li&gt;</a:t>
            </a:r>
          </a:p>
          <a:p>
            <a:pPr indent="0" algn="l" fontAlgn="auto">
              <a:lnSpc>
                <a:spcPct val="100000"/>
              </a:lnSpc>
              <a:buClrTx/>
              <a:buSzTx/>
              <a:buFontTx/>
              <a:buNone/>
            </a:pPr>
            <a:r>
              <a:rPr lang="zh-CN" altLang="en-US" sz="1200">
                <a:sym typeface="+mn-ea"/>
              </a:rPr>
              <a:t>13.       &lt;/ul&gt;</a:t>
            </a:r>
          </a:p>
          <a:p>
            <a:pPr indent="0" algn="l" fontAlgn="auto">
              <a:lnSpc>
                <a:spcPct val="100000"/>
              </a:lnSpc>
              <a:buClrTx/>
              <a:buSzTx/>
              <a:buFontTx/>
              <a:buNone/>
            </a:pPr>
            <a:r>
              <a:rPr lang="zh-CN" altLang="en-US" sz="1200">
                <a:sym typeface="+mn-ea"/>
              </a:rPr>
              <a:t>14.&lt;/div&gt;</a:t>
            </a:r>
          </a:p>
          <a:p>
            <a:pPr indent="0" algn="l" fontAlgn="auto">
              <a:lnSpc>
                <a:spcPct val="100000"/>
              </a:lnSpc>
              <a:buClrTx/>
              <a:buSzTx/>
              <a:buFontTx/>
              <a:buNone/>
            </a:pPr>
            <a:r>
              <a:rPr lang="zh-CN" altLang="en-US" sz="1200">
                <a:sym typeface="+mn-ea"/>
              </a:rPr>
              <a:t>15.const vm= Vue.createApp({</a:t>
            </a:r>
          </a:p>
          <a:p>
            <a:pPr indent="0" algn="l" fontAlgn="auto">
              <a:lnSpc>
                <a:spcPct val="100000"/>
              </a:lnSpc>
              <a:buClrTx/>
              <a:buSzTx/>
              <a:buFontTx/>
              <a:buNone/>
            </a:pPr>
            <a:r>
              <a:rPr lang="zh-CN" altLang="en-US" sz="1200">
                <a:sym typeface="+mn-ea"/>
              </a:rPr>
              <a:t>16.    data(){</a:t>
            </a:r>
          </a:p>
          <a:p>
            <a:pPr indent="0" algn="l" fontAlgn="auto">
              <a:lnSpc>
                <a:spcPct val="100000"/>
              </a:lnSpc>
              <a:buClrTx/>
              <a:buSzTx/>
              <a:buFontTx/>
              <a:buNone/>
            </a:pPr>
            <a:r>
              <a:rPr lang="zh-CN" altLang="en-US" sz="1200">
                <a:sym typeface="+mn-ea"/>
              </a:rPr>
              <a:t>17.        return{</a:t>
            </a:r>
          </a:p>
          <a:p>
            <a:pPr indent="0" algn="l" fontAlgn="auto">
              <a:lnSpc>
                <a:spcPct val="100000"/>
              </a:lnSpc>
              <a:buClrTx/>
              <a:buSzTx/>
              <a:buFontTx/>
              <a:buNone/>
            </a:pPr>
            <a:endParaRPr lang="zh-CN" altLang="en-US" sz="1200">
              <a:sym typeface="+mn-ea"/>
            </a:endParaRPr>
          </a:p>
        </p:txBody>
      </p:sp>
      <p:sp>
        <p:nvSpPr>
          <p:cNvPr id="12" name="圆角矩形 11"/>
          <p:cNvSpPr/>
          <p:nvPr>
            <p:custDataLst>
              <p:tags r:id="rId5"/>
            </p:custDataLst>
          </p:nvPr>
        </p:nvSpPr>
        <p:spPr>
          <a:xfrm>
            <a:off x="1002030" y="2192655"/>
            <a:ext cx="936625" cy="30924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4-14</a:t>
            </a:r>
          </a:p>
        </p:txBody>
      </p:sp>
      <p:sp>
        <p:nvSpPr>
          <p:cNvPr id="3" name="文本框 2"/>
          <p:cNvSpPr txBox="1"/>
          <p:nvPr>
            <p:custDataLst>
              <p:tags r:id="rId6"/>
            </p:custDataLst>
          </p:nvPr>
        </p:nvSpPr>
        <p:spPr>
          <a:xfrm>
            <a:off x="6423025" y="2501900"/>
            <a:ext cx="4400550" cy="382333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18.        orders: [</a:t>
            </a:r>
          </a:p>
          <a:p>
            <a:pPr indent="0" algn="l" fontAlgn="auto">
              <a:lnSpc>
                <a:spcPct val="100000"/>
              </a:lnSpc>
              <a:buClrTx/>
              <a:buSzTx/>
              <a:buFontTx/>
              <a:buNone/>
            </a:pPr>
            <a:r>
              <a:rPr lang="zh-CN" altLang="en-US" sz="1200">
                <a:sym typeface="+mn-ea"/>
              </a:rPr>
              <a:t>19.            {number: '001001', isOver: false},</a:t>
            </a:r>
          </a:p>
          <a:p>
            <a:pPr indent="0" algn="l" fontAlgn="auto">
              <a:lnSpc>
                <a:spcPct val="100000"/>
              </a:lnSpc>
              <a:buClrTx/>
              <a:buSzTx/>
              <a:buFontTx/>
              <a:buNone/>
            </a:pPr>
            <a:r>
              <a:rPr lang="zh-CN" altLang="en-US" sz="1200">
                <a:sym typeface="+mn-ea"/>
              </a:rPr>
              <a:t>20.            {number: '002002', isOver: true},</a:t>
            </a:r>
          </a:p>
          <a:p>
            <a:pPr indent="0" algn="l" fontAlgn="auto">
              <a:lnSpc>
                <a:spcPct val="100000"/>
              </a:lnSpc>
              <a:buClrTx/>
              <a:buSzTx/>
              <a:buFontTx/>
              <a:buNone/>
            </a:pPr>
            <a:r>
              <a:rPr lang="zh-CN" altLang="en-US" sz="1200">
                <a:sym typeface="+mn-ea"/>
              </a:rPr>
              <a:t>21.            {number: '003003', isOver: false},</a:t>
            </a:r>
          </a:p>
          <a:p>
            <a:pPr indent="0" algn="l" fontAlgn="auto">
              <a:lnSpc>
                <a:spcPct val="100000"/>
              </a:lnSpc>
              <a:buClrTx/>
              <a:buSzTx/>
              <a:buFontTx/>
              <a:buNone/>
            </a:pPr>
            <a:r>
              <a:rPr lang="zh-CN" altLang="en-US" sz="1200">
                <a:sym typeface="+mn-ea"/>
              </a:rPr>
              <a:t>22.            {number: '004004', isOver: true},.</a:t>
            </a:r>
          </a:p>
          <a:p>
            <a:pPr indent="0" algn="l" fontAlgn="auto">
              <a:lnSpc>
                <a:spcPct val="100000"/>
              </a:lnSpc>
              <a:buClrTx/>
              <a:buSzTx/>
              <a:buFontTx/>
              <a:buNone/>
            </a:pPr>
            <a:r>
              <a:rPr lang="zh-CN" altLang="en-US" sz="1200">
                <a:sym typeface="+mn-ea"/>
              </a:rPr>
              <a:t>23.            {number: '005005', isOver: false}</a:t>
            </a:r>
          </a:p>
          <a:p>
            <a:pPr indent="0" algn="l" fontAlgn="auto">
              <a:lnSpc>
                <a:spcPct val="100000"/>
              </a:lnSpc>
              <a:buClrTx/>
              <a:buSzTx/>
              <a:buFontTx/>
              <a:buNone/>
            </a:pPr>
            <a:r>
              <a:rPr lang="zh-CN" altLang="en-US" sz="1200">
                <a:sym typeface="+mn-ea"/>
              </a:rPr>
              <a:t>24.        ]</a:t>
            </a:r>
          </a:p>
          <a:p>
            <a:pPr indent="0" algn="l" fontAlgn="auto">
              <a:lnSpc>
                <a:spcPct val="100000"/>
              </a:lnSpc>
              <a:buClrTx/>
              <a:buSzTx/>
              <a:buFontTx/>
              <a:buNone/>
            </a:pPr>
            <a:r>
              <a:rPr lang="zh-CN" altLang="en-US" sz="1200">
                <a:sym typeface="+mn-ea"/>
              </a:rPr>
              <a:t>25.        }</a:t>
            </a:r>
          </a:p>
          <a:p>
            <a:pPr indent="0" algn="l" fontAlgn="auto">
              <a:lnSpc>
                <a:spcPct val="100000"/>
              </a:lnSpc>
              <a:buClrTx/>
              <a:buSzTx/>
              <a:buFontTx/>
              <a:buNone/>
            </a:pPr>
            <a:r>
              <a:rPr lang="zh-CN" altLang="en-US" sz="1200">
                <a:sym typeface="+mn-ea"/>
              </a:rPr>
              <a:t>26.    },</a:t>
            </a:r>
          </a:p>
          <a:p>
            <a:pPr indent="0" algn="l" fontAlgn="auto">
              <a:lnSpc>
                <a:spcPct val="100000"/>
              </a:lnSpc>
              <a:buClrTx/>
              <a:buSzTx/>
              <a:buFontTx/>
              <a:buNone/>
            </a:pPr>
            <a:r>
              <a:rPr lang="zh-CN" altLang="en-US" sz="1200">
                <a:sym typeface="+mn-ea"/>
              </a:rPr>
              <a:t>27.    computed:{</a:t>
            </a:r>
          </a:p>
          <a:p>
            <a:pPr indent="0" algn="l" fontAlgn="auto">
              <a:lnSpc>
                <a:spcPct val="100000"/>
              </a:lnSpc>
              <a:buClrTx/>
              <a:buSzTx/>
              <a:buFontTx/>
              <a:buNone/>
            </a:pPr>
            <a:r>
              <a:rPr lang="zh-CN" altLang="en-US" sz="1200">
                <a:sym typeface="+mn-ea"/>
              </a:rPr>
              <a:t>28.        completeOrders(){</a:t>
            </a:r>
          </a:p>
          <a:p>
            <a:pPr indent="0" algn="l" fontAlgn="auto">
              <a:lnSpc>
                <a:spcPct val="100000"/>
              </a:lnSpc>
              <a:buClrTx/>
              <a:buSzTx/>
              <a:buFontTx/>
              <a:buNone/>
            </a:pPr>
            <a:r>
              <a:rPr lang="zh-CN" altLang="en-US" sz="1200">
                <a:sym typeface="+mn-ea"/>
              </a:rPr>
              <a:t>29.            return this.orders.filter(order=&gt;order.isOver);</a:t>
            </a:r>
          </a:p>
          <a:p>
            <a:pPr indent="0" algn="l" fontAlgn="auto">
              <a:lnSpc>
                <a:spcPct val="100000"/>
              </a:lnSpc>
              <a:buClrTx/>
              <a:buSzTx/>
              <a:buFontTx/>
              <a:buNone/>
            </a:pPr>
            <a:r>
              <a:rPr lang="zh-CN" altLang="en-US" sz="1200">
                <a:sym typeface="+mn-ea"/>
              </a:rPr>
              <a:t>30.            },</a:t>
            </a:r>
          </a:p>
          <a:p>
            <a:pPr indent="0" algn="l" fontAlgn="auto">
              <a:lnSpc>
                <a:spcPct val="100000"/>
              </a:lnSpc>
              <a:buClrTx/>
              <a:buSzTx/>
              <a:buFontTx/>
              <a:buNone/>
            </a:pPr>
            <a:r>
              <a:rPr lang="zh-CN" altLang="en-US" sz="1200">
                <a:sym typeface="+mn-ea"/>
              </a:rPr>
              <a:t>31.        unOrders(){</a:t>
            </a:r>
          </a:p>
          <a:p>
            <a:pPr indent="0" algn="l" fontAlgn="auto">
              <a:lnSpc>
                <a:spcPct val="100000"/>
              </a:lnSpc>
              <a:buClrTx/>
              <a:buSzTx/>
              <a:buFontTx/>
              <a:buNone/>
            </a:pPr>
            <a:r>
              <a:rPr lang="zh-CN" altLang="en-US" sz="1200">
                <a:sym typeface="+mn-ea"/>
              </a:rPr>
              <a:t>32.            return this.orders.filter(order=&gt;!order.isOver);</a:t>
            </a:r>
          </a:p>
          <a:p>
            <a:pPr indent="0" algn="l" fontAlgn="auto">
              <a:lnSpc>
                <a:spcPct val="100000"/>
              </a:lnSpc>
              <a:buClrTx/>
              <a:buSzTx/>
              <a:buFontTx/>
              <a:buNone/>
            </a:pPr>
            <a:r>
              <a:rPr lang="zh-CN" altLang="en-US" sz="1200">
                <a:sym typeface="+mn-ea"/>
              </a:rPr>
              <a:t>33.            }</a:t>
            </a:r>
          </a:p>
          <a:p>
            <a:pPr indent="0" algn="l" fontAlgn="auto">
              <a:lnSpc>
                <a:spcPct val="100000"/>
              </a:lnSpc>
              <a:buClrTx/>
              <a:buSzTx/>
              <a:buFontTx/>
              <a:buNone/>
            </a:pPr>
            <a:r>
              <a:rPr lang="zh-CN" altLang="en-US" sz="1200">
                <a:sym typeface="+mn-ea"/>
              </a:rPr>
              <a:t>34.    }</a:t>
            </a:r>
          </a:p>
          <a:p>
            <a:pPr indent="0" algn="l" fontAlgn="auto">
              <a:lnSpc>
                <a:spcPct val="100000"/>
              </a:lnSpc>
              <a:buClrTx/>
              <a:buSzTx/>
              <a:buFontTx/>
              <a:buNone/>
            </a:pPr>
            <a:r>
              <a:rPr lang="zh-CN" altLang="en-US" sz="1200">
                <a:sym typeface="+mn-ea"/>
              </a:rPr>
              <a:t>35.    }).mount('#app');</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81125" y="1816100"/>
            <a:ext cx="8653145" cy="41814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845945" y="1816100"/>
            <a:ext cx="3336925" cy="55308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商品订单</a:t>
            </a:r>
            <a:r>
              <a:rPr lang="zh-CN" sz="2000" dirty="0">
                <a:latin typeface="微软雅黑" panose="020B0503020204020204" pitchFamily="34" charset="-122"/>
                <a:ea typeface="微软雅黑" panose="020B0503020204020204" pitchFamily="34" charset="-122"/>
              </a:rPr>
              <a:t>实现效果</a:t>
            </a: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5341620"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计算属性选择性地渲染列表</a:t>
            </a:r>
          </a:p>
        </p:txBody>
      </p:sp>
      <p:pic>
        <p:nvPicPr>
          <p:cNvPr id="24" name="图片 7"/>
          <p:cNvPicPr>
            <a:picLocks noChangeAspect="1"/>
          </p:cNvPicPr>
          <p:nvPr>
            <p:custDataLst>
              <p:tags r:id="rId4"/>
            </p:custDataLst>
          </p:nvPr>
        </p:nvPicPr>
        <p:blipFill>
          <a:blip r:embed="rId6"/>
          <a:stretch>
            <a:fillRect/>
          </a:stretch>
        </p:blipFill>
        <p:spPr>
          <a:xfrm>
            <a:off x="3710940" y="2600960"/>
            <a:ext cx="4598035" cy="303085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81125" y="1816100"/>
            <a:ext cx="8653145" cy="41814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845945" y="2261870"/>
            <a:ext cx="7766050" cy="311404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b="1" dirty="0">
                <a:solidFill>
                  <a:schemeClr val="accent2"/>
                </a:solidFill>
                <a:latin typeface="微软雅黑" panose="020B0503020204020204" pitchFamily="34" charset="-122"/>
                <a:ea typeface="微软雅黑" panose="020B0503020204020204" pitchFamily="34" charset="-122"/>
              </a:rPr>
              <a:t>1.实验描述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本案例将实现一个简单的购物车页面，页面设计依赖于Vue的内置指令、methods选项、计算属性等。购物车信息包括商品ID、商品名称、单价、数量、金额、购物车总价等，用户单击“加”、“减”按钮可编辑本商品的数量，购物车总价将根据商品数量的变化而同步更新。</a:t>
            </a: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5341620"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实验：购物车页面</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81125" y="1816100"/>
            <a:ext cx="8653145" cy="41814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845945" y="1986280"/>
            <a:ext cx="7766050" cy="638810"/>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en-US" sz="2000" b="1" dirty="0">
                <a:solidFill>
                  <a:schemeClr val="accent2"/>
                </a:solidFill>
                <a:latin typeface="微软雅黑" panose="020B0503020204020204" pitchFamily="34" charset="-122"/>
                <a:ea typeface="微软雅黑" panose="020B0503020204020204" pitchFamily="34" charset="-122"/>
              </a:rPr>
              <a:t>2</a:t>
            </a:r>
            <a:r>
              <a:rPr sz="2000" b="1" dirty="0">
                <a:solidFill>
                  <a:schemeClr val="accent2"/>
                </a:solidFill>
                <a:latin typeface="微软雅黑" panose="020B0503020204020204" pitchFamily="34" charset="-122"/>
                <a:ea typeface="微软雅黑" panose="020B0503020204020204" pitchFamily="34" charset="-122"/>
              </a:rPr>
              <a:t>.实验</a:t>
            </a:r>
            <a:r>
              <a:rPr lang="zh-CN" sz="2000" b="1" dirty="0">
                <a:solidFill>
                  <a:schemeClr val="accent2"/>
                </a:solidFill>
                <a:latin typeface="微软雅黑" panose="020B0503020204020204" pitchFamily="34" charset="-122"/>
                <a:ea typeface="微软雅黑" panose="020B0503020204020204" pitchFamily="34" charset="-122"/>
              </a:rPr>
              <a:t>效果</a:t>
            </a:r>
            <a:endParaRPr sz="2000" b="1" dirty="0">
              <a:solidFill>
                <a:schemeClr val="accent2"/>
              </a:solidFill>
              <a:latin typeface="微软雅黑" panose="020B0503020204020204" pitchFamily="34" charset="-122"/>
              <a:ea typeface="微软雅黑" panose="020B0503020204020204" pitchFamily="34" charset="-122"/>
            </a:endParaRP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endParaRPr sz="2000"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5341620"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实验：购物车页面</a:t>
            </a:r>
          </a:p>
        </p:txBody>
      </p:sp>
      <p:pic>
        <p:nvPicPr>
          <p:cNvPr id="153" name="图片 4"/>
          <p:cNvPicPr>
            <a:picLocks noChangeAspect="1"/>
          </p:cNvPicPr>
          <p:nvPr>
            <p:custDataLst>
              <p:tags r:id="rId4"/>
            </p:custDataLst>
          </p:nvPr>
        </p:nvPicPr>
        <p:blipFill>
          <a:blip r:embed="rId6"/>
          <a:stretch>
            <a:fillRect/>
          </a:stretch>
        </p:blipFill>
        <p:spPr>
          <a:xfrm>
            <a:off x="3216910" y="2900680"/>
            <a:ext cx="4765675" cy="281813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a:xfrm>
            <a:off x="1381125" y="1816100"/>
            <a:ext cx="8653145" cy="41814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845945" y="1986280"/>
            <a:ext cx="7757160" cy="3231515"/>
          </a:xfrm>
          <a:prstGeom prst="rect">
            <a:avLst/>
          </a:prstGeom>
          <a:noFill/>
        </p:spPr>
        <p:txBody>
          <a:bodyPr wrap="square" rtlCol="0">
            <a:noAutofit/>
          </a:bodyPr>
          <a:lstStyle/>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en-US" sz="2000" b="1" dirty="0">
                <a:solidFill>
                  <a:schemeClr val="accent2"/>
                </a:solidFill>
                <a:latin typeface="微软雅黑" panose="020B0503020204020204" pitchFamily="34" charset="-122"/>
                <a:ea typeface="微软雅黑" panose="020B0503020204020204" pitchFamily="34" charset="-122"/>
              </a:rPr>
              <a:t>3</a:t>
            </a:r>
            <a:r>
              <a:rPr sz="2000" b="1" dirty="0">
                <a:solidFill>
                  <a:schemeClr val="accent2"/>
                </a:solidFill>
                <a:latin typeface="微软雅黑" panose="020B0503020204020204" pitchFamily="34" charset="-122"/>
                <a:ea typeface="微软雅黑" panose="020B0503020204020204" pitchFamily="34" charset="-122"/>
              </a:rPr>
              <a:t>.代码实现</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新建一个HTML文件，以CDN的方式在该文件中引入Vue文件。在data()函数中定义1个商品信息数组goods，在methods选项中定义一个计算单一商品总价的方法itemPrice()，在computed中定义1个计算购物车内全部商品总价的计算属性totalPrice</a:t>
            </a:r>
            <a:r>
              <a:rPr lang="zh-CN" sz="2000" dirty="0">
                <a:latin typeface="微软雅黑" panose="020B0503020204020204" pitchFamily="34" charset="-122"/>
                <a:ea typeface="微软雅黑" panose="020B0503020204020204" pitchFamily="34" charset="-122"/>
              </a:rPr>
              <a:t>。</a:t>
            </a:r>
          </a:p>
          <a:p>
            <a:pPr indent="508000" algn="l">
              <a:lnSpc>
                <a:spcPct val="150000"/>
              </a:lnSpc>
              <a:spcBef>
                <a:spcPts val="500"/>
              </a:spcBef>
              <a:buClrTx/>
              <a:buSzTx/>
              <a:buFontTx/>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r>
              <a:rPr dirty="0">
                <a:latin typeface="微软雅黑" panose="020B0503020204020204" pitchFamily="34" charset="-122"/>
                <a:ea typeface="微软雅黑" panose="020B0503020204020204" pitchFamily="34" charset="-122"/>
              </a:rPr>
              <a:t>具体代码如</a:t>
            </a:r>
            <a:r>
              <a:rPr lang="zh-CN" dirty="0">
                <a:latin typeface="微软雅黑" panose="020B0503020204020204" pitchFamily="34" charset="-122"/>
                <a:ea typeface="微软雅黑" panose="020B0503020204020204" pitchFamily="34" charset="-122"/>
              </a:rPr>
              <a:t>源码包</a:t>
            </a:r>
            <a:r>
              <a:rPr lang="en-US" altLang="zh-CN" dirty="0">
                <a:latin typeface="微软雅黑" panose="020B0503020204020204" pitchFamily="34" charset="-122"/>
                <a:ea typeface="微软雅黑" panose="020B0503020204020204" pitchFamily="34" charset="-122"/>
              </a:rPr>
              <a:t>/ch04/</a:t>
            </a:r>
            <a:r>
              <a:rPr lang="en-US" altLang="zh-CN" b="1" dirty="0">
                <a:solidFill>
                  <a:schemeClr val="accent2"/>
                </a:solidFill>
                <a:latin typeface="微软雅黑" panose="020B0503020204020204" pitchFamily="34" charset="-122"/>
                <a:ea typeface="微软雅黑" panose="020B0503020204020204" pitchFamily="34" charset="-122"/>
              </a:rPr>
              <a:t>shoppingCartPage</a:t>
            </a:r>
            <a:r>
              <a:rPr lang="en-US" altLang="zh-CN" dirty="0">
                <a:latin typeface="微软雅黑" panose="020B0503020204020204" pitchFamily="34" charset="-122"/>
                <a:ea typeface="微软雅黑" panose="020B0503020204020204" pitchFamily="34" charset="-122"/>
              </a:rPr>
              <a:t>.html</a:t>
            </a:r>
            <a:r>
              <a:rPr dirty="0">
                <a:latin typeface="微软雅黑" panose="020B0503020204020204" pitchFamily="34" charset="-122"/>
                <a:ea typeface="微软雅黑" panose="020B0503020204020204" pitchFamily="34" charset="-122"/>
              </a:rPr>
              <a:t>所示。</a:t>
            </a:r>
          </a:p>
          <a:p>
            <a:pPr indent="457200" algn="l">
              <a:lnSpc>
                <a:spcPct val="150000"/>
              </a:lnSpc>
              <a:spcBef>
                <a:spcPts val="500"/>
              </a:spcBef>
              <a:buClrTx/>
              <a:buSzTx/>
              <a:buFontTx/>
              <a:extLst>
                <a:ext uri="{35155182-B16C-46BC-9424-99874614C6A1}">
                  <wpsdc:indentchars xmlns:wpsdc="http://www.wps.cn/officeDocument/2017/drawingmlCustomData" xmlns="" val="200" checksum="59296752"/>
                </a:ext>
              </a:extLst>
            </a:pPr>
            <a:endParaRPr dirty="0">
              <a:latin typeface="微软雅黑" panose="020B0503020204020204" pitchFamily="34" charset="-122"/>
              <a:ea typeface="微软雅黑" panose="020B0503020204020204" pitchFamily="34" charset="-122"/>
            </a:endParaRPr>
          </a:p>
        </p:txBody>
      </p:sp>
      <p:sp>
        <p:nvSpPr>
          <p:cNvPr id="2" name="文本框 1"/>
          <p:cNvSpPr txBox="1"/>
          <p:nvPr>
            <p:custDataLst>
              <p:tags r:id="rId2"/>
            </p:custDataLst>
          </p:nvPr>
        </p:nvSpPr>
        <p:spPr>
          <a:xfrm>
            <a:off x="1002030" y="93980"/>
            <a:ext cx="5996940" cy="645160"/>
          </a:xfrm>
          <a:prstGeom prst="rect">
            <a:avLst/>
          </a:prstGeom>
          <a:noFill/>
        </p:spPr>
        <p:txBody>
          <a:bodyPr wrap="square" rtlCol="0">
            <a:spAutoFit/>
          </a:bodyPr>
          <a:lstStyle/>
          <a:p>
            <a:pPr>
              <a:buClrTx/>
              <a:buSzTx/>
              <a:buFontTx/>
            </a:pPr>
            <a:r>
              <a:rPr lang="zh-CN" altLang="en-US" sz="3600" dirty="0">
                <a:latin typeface="+mn-ea"/>
                <a:sym typeface="+mn-ea"/>
              </a:rPr>
              <a:t>4.5计算属性</a:t>
            </a:r>
          </a:p>
        </p:txBody>
      </p:sp>
      <p:sp>
        <p:nvSpPr>
          <p:cNvPr id="11" name="文本框 10"/>
          <p:cNvSpPr txBox="1"/>
          <p:nvPr>
            <p:custDataLst>
              <p:tags r:id="rId3"/>
            </p:custDataLst>
          </p:nvPr>
        </p:nvSpPr>
        <p:spPr>
          <a:xfrm>
            <a:off x="1284605" y="1123950"/>
            <a:ext cx="5341620"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4.5.4</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实验：购物车页面</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4.6</a:t>
            </a:r>
          </a:p>
          <a:p>
            <a:pPr algn="ctr"/>
            <a:r>
              <a:rPr lang="en-US" altLang="zh-CN" sz="2800" b="1" dirty="0">
                <a:latin typeface="微软雅黑" panose="020B0503020204020204" pitchFamily="34" charset="-122"/>
                <a:ea typeface="微软雅黑" panose="020B0503020204020204" pitchFamily="34" charset="-122"/>
              </a:rPr>
              <a:t>侦听器</a:t>
            </a:r>
          </a:p>
        </p:txBody>
      </p:sp>
      <p:sp>
        <p:nvSpPr>
          <p:cNvPr id="4" name="文本框 3"/>
          <p:cNvSpPr txBox="1"/>
          <p:nvPr/>
        </p:nvSpPr>
        <p:spPr>
          <a:xfrm>
            <a:off x="6647815" y="1764665"/>
            <a:ext cx="4456430" cy="315468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侦听器定义</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侦听器示例</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侦听方法</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深度侦听器</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侦听器的立即执行</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680210" y="2559050"/>
            <a:ext cx="9272905" cy="189865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watch侦听器允许开发者监视数据的变化，从而针对数据的变化进行特定的操作。它可以监听指定属性值的变化，当该属性发生改变时，将自动触发该属性对应的侦听器。除此之外，还可借助watch侦听器实现在数据变化时执行异步操作或开销较大的操作等。</a:t>
            </a:r>
          </a:p>
        </p:txBody>
      </p:sp>
      <p:sp>
        <p:nvSpPr>
          <p:cNvPr id="6" name="圆角矩形 5"/>
          <p:cNvSpPr/>
          <p:nvPr/>
        </p:nvSpPr>
        <p:spPr>
          <a:xfrm>
            <a:off x="935990" y="2338070"/>
            <a:ext cx="10641330" cy="26441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引言</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404177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1.侦听器定义</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侦听器是定义在组件选项对象内的watch选项中的方法，它本质上是一个函数，想要监视一个数据，就需要将该数据作为函数名。</a:t>
            </a:r>
            <a:r>
              <a:rPr lang="zh-CN" sz="2000" dirty="0">
                <a:latin typeface="微软雅黑" panose="020B0503020204020204" pitchFamily="34" charset="-122"/>
                <a:ea typeface="微软雅黑" panose="020B0503020204020204" pitchFamily="34" charset="-122"/>
                <a:sym typeface="+mn-ea"/>
              </a:rPr>
              <a:t>侦听器的语法格式如下所示。</a:t>
            </a: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上述语法格式中，侦听器函数接收两个参数，第一个参数是被监听数据的新值，第二个参数是旧值，即改变之前的值。</a:t>
            </a:r>
          </a:p>
        </p:txBody>
      </p:sp>
      <p:sp>
        <p:nvSpPr>
          <p:cNvPr id="6" name="圆角矩形 5"/>
          <p:cNvSpPr/>
          <p:nvPr/>
        </p:nvSpPr>
        <p:spPr>
          <a:xfrm>
            <a:off x="935990" y="1377950"/>
            <a:ext cx="10641330" cy="44088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1"/>
            </p:custDataLst>
          </p:nvPr>
        </p:nvSpPr>
        <p:spPr>
          <a:xfrm>
            <a:off x="2284730" y="3245485"/>
            <a:ext cx="3817620" cy="129413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None/>
            </a:pPr>
            <a:r>
              <a:rPr lang="zh-CN" sz="1400" dirty="0">
                <a:latin typeface="微软雅黑" panose="020B0503020204020204" pitchFamily="34" charset="-122"/>
                <a:ea typeface="微软雅黑" panose="020B0503020204020204" pitchFamily="34" charset="-122"/>
                <a:sym typeface="+mn-ea"/>
              </a:rPr>
              <a:t>watch:{</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msg(val,oldval){     }</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102616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2.侦听器示例</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接下来将以单位转换为主题设计一个单位转换器，演示侦听器的使用。</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35990" y="1377950"/>
            <a:ext cx="10641330" cy="47123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1"/>
            </p:custDataLst>
          </p:nvPr>
        </p:nvSpPr>
        <p:spPr>
          <a:xfrm>
            <a:off x="1412240" y="2964180"/>
            <a:ext cx="4788535" cy="270510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1.&lt;body&gt;</a:t>
            </a:r>
          </a:p>
          <a:p>
            <a:pPr indent="0" algn="l" fontAlgn="auto">
              <a:lnSpc>
                <a:spcPct val="100000"/>
              </a:lnSpc>
              <a:buClrTx/>
              <a:buSzTx/>
              <a:buFontTx/>
              <a:buNone/>
            </a:pPr>
            <a:r>
              <a:rPr lang="zh-CN" altLang="en-US" sz="1200">
                <a:sym typeface="+mn-ea"/>
              </a:rPr>
              <a:t>2.&lt;div id = "app"&gt;</a:t>
            </a:r>
          </a:p>
          <a:p>
            <a:pPr indent="0" algn="l" fontAlgn="auto">
              <a:lnSpc>
                <a:spcPct val="100000"/>
              </a:lnSpc>
              <a:buClrTx/>
              <a:buSzTx/>
              <a:buFontTx/>
              <a:buNone/>
            </a:pPr>
            <a:r>
              <a:rPr lang="zh-CN" altLang="en-US" sz="1200">
                <a:sym typeface="+mn-ea"/>
              </a:rPr>
              <a:t>3.	分 : &lt;input type = "text" v-model="minute"&gt;</a:t>
            </a:r>
          </a:p>
          <a:p>
            <a:pPr indent="0" algn="l" fontAlgn="auto">
              <a:lnSpc>
                <a:spcPct val="100000"/>
              </a:lnSpc>
              <a:buClrTx/>
              <a:buSzTx/>
              <a:buFontTx/>
              <a:buNone/>
            </a:pPr>
            <a:r>
              <a:rPr lang="zh-CN" altLang="en-US" sz="1200">
                <a:sym typeface="+mn-ea"/>
              </a:rPr>
              <a:t>4.	&lt;p&gt;秒 : {{second}}&lt;/p&gt;</a:t>
            </a:r>
          </a:p>
          <a:p>
            <a:pPr indent="0" algn="l" fontAlgn="auto">
              <a:lnSpc>
                <a:spcPct val="100000"/>
              </a:lnSpc>
              <a:buClrTx/>
              <a:buSzTx/>
              <a:buFontTx/>
              <a:buNone/>
            </a:pPr>
            <a:r>
              <a:rPr lang="zh-CN" altLang="en-US" sz="1200">
                <a:sym typeface="+mn-ea"/>
              </a:rPr>
              <a:t>5.&lt;/div&gt;</a:t>
            </a:r>
          </a:p>
          <a:p>
            <a:pPr indent="0" algn="l" fontAlgn="auto">
              <a:lnSpc>
                <a:spcPct val="100000"/>
              </a:lnSpc>
              <a:buClrTx/>
              <a:buSzTx/>
              <a:buFontTx/>
              <a:buNone/>
            </a:pPr>
            <a:r>
              <a:rPr lang="zh-CN" altLang="en-US" sz="1200">
                <a:sym typeface="+mn-ea"/>
              </a:rPr>
              <a:t>6.&lt;script src="https://unpkg.com/vue@next"&gt;&lt;/script&gt;</a:t>
            </a:r>
          </a:p>
          <a:p>
            <a:pPr indent="0" algn="l" fontAlgn="auto">
              <a:lnSpc>
                <a:spcPct val="100000"/>
              </a:lnSpc>
              <a:buClrTx/>
              <a:buSzTx/>
              <a:buFontTx/>
              <a:buNone/>
            </a:pPr>
            <a:r>
              <a:rPr lang="zh-CN" altLang="en-US" sz="1200">
                <a:sym typeface="+mn-ea"/>
              </a:rPr>
              <a:t>7.&lt;script&gt;</a:t>
            </a:r>
          </a:p>
          <a:p>
            <a:pPr indent="0" algn="l" fontAlgn="auto">
              <a:lnSpc>
                <a:spcPct val="100000"/>
              </a:lnSpc>
              <a:buClrTx/>
              <a:buSzTx/>
              <a:buFontTx/>
              <a:buNone/>
            </a:pPr>
            <a:r>
              <a:rPr lang="zh-CN" altLang="en-US" sz="1200">
                <a:sym typeface="+mn-ea"/>
              </a:rPr>
              <a:t>8.	const vm = Vue.createApp({</a:t>
            </a:r>
          </a:p>
          <a:p>
            <a:pPr indent="0" algn="l" fontAlgn="auto">
              <a:lnSpc>
                <a:spcPct val="100000"/>
              </a:lnSpc>
              <a:buClrTx/>
              <a:buSzTx/>
              <a:buFontTx/>
              <a:buNone/>
            </a:pPr>
            <a:r>
              <a:rPr lang="zh-CN" altLang="en-US" sz="1200">
                <a:sym typeface="+mn-ea"/>
              </a:rPr>
              <a:t>9.		data() {</a:t>
            </a:r>
          </a:p>
          <a:p>
            <a:pPr indent="0" algn="l" fontAlgn="auto">
              <a:lnSpc>
                <a:spcPct val="100000"/>
              </a:lnSpc>
              <a:buClrTx/>
              <a:buSzTx/>
              <a:buFontTx/>
              <a:buNone/>
            </a:pPr>
            <a:r>
              <a:rPr lang="zh-CN" altLang="en-US" sz="1200">
                <a:sym typeface="+mn-ea"/>
              </a:rPr>
              <a:t>10.			return {</a:t>
            </a:r>
          </a:p>
          <a:p>
            <a:pPr indent="0" algn="l" fontAlgn="auto">
              <a:lnSpc>
                <a:spcPct val="100000"/>
              </a:lnSpc>
              <a:buClrTx/>
              <a:buSzTx/>
              <a:buFontTx/>
              <a:buNone/>
            </a:pPr>
            <a:r>
              <a:rPr lang="zh-CN" altLang="en-US" sz="1200">
                <a:sym typeface="+mn-ea"/>
              </a:rPr>
              <a:t>11.				minute: 1,</a:t>
            </a:r>
          </a:p>
          <a:p>
            <a:pPr indent="0" algn="l" fontAlgn="auto">
              <a:lnSpc>
                <a:spcPct val="100000"/>
              </a:lnSpc>
              <a:buClrTx/>
              <a:buSzTx/>
              <a:buFontTx/>
              <a:buNone/>
            </a:pPr>
            <a:r>
              <a:rPr lang="zh-CN" altLang="en-US" sz="1200">
                <a:sym typeface="+mn-ea"/>
              </a:rPr>
              <a:t>12.				second: 0</a:t>
            </a:r>
          </a:p>
          <a:p>
            <a:pPr indent="0" algn="l" fontAlgn="auto">
              <a:lnSpc>
                <a:spcPct val="100000"/>
              </a:lnSpc>
              <a:buClrTx/>
              <a:buSzTx/>
              <a:buFontTx/>
              <a:buNone/>
            </a:pPr>
            <a:r>
              <a:rPr lang="zh-CN" altLang="en-US" sz="1200">
                <a:sym typeface="+mn-ea"/>
              </a:rPr>
              <a:t>13.			}</a:t>
            </a:r>
          </a:p>
          <a:p>
            <a:pPr indent="0" algn="l" fontAlgn="auto">
              <a:lnSpc>
                <a:spcPct val="100000"/>
              </a:lnSpc>
              <a:buClrTx/>
              <a:buSzTx/>
              <a:buFontTx/>
              <a:buNone/>
            </a:pPr>
            <a:r>
              <a:rPr lang="zh-CN" altLang="en-US" sz="1200">
                <a:sym typeface="+mn-ea"/>
              </a:rPr>
              <a:t>14.		},</a:t>
            </a:r>
          </a:p>
        </p:txBody>
      </p:sp>
      <p:sp>
        <p:nvSpPr>
          <p:cNvPr id="12" name="圆角矩形 11"/>
          <p:cNvSpPr/>
          <p:nvPr>
            <p:custDataLst>
              <p:tags r:id="rId2"/>
            </p:custDataLst>
          </p:nvPr>
        </p:nvSpPr>
        <p:spPr>
          <a:xfrm>
            <a:off x="1096010" y="2619375"/>
            <a:ext cx="936625" cy="30924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4-16</a:t>
            </a:r>
          </a:p>
        </p:txBody>
      </p:sp>
      <p:sp>
        <p:nvSpPr>
          <p:cNvPr id="4" name="文本框 3"/>
          <p:cNvSpPr txBox="1"/>
          <p:nvPr>
            <p:custDataLst>
              <p:tags r:id="rId3"/>
            </p:custDataLst>
          </p:nvPr>
        </p:nvSpPr>
        <p:spPr>
          <a:xfrm>
            <a:off x="6423025" y="2964180"/>
            <a:ext cx="4400550" cy="270573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14.</a:t>
            </a:r>
          </a:p>
          <a:p>
            <a:pPr indent="0" algn="l" fontAlgn="auto">
              <a:lnSpc>
                <a:spcPct val="100000"/>
              </a:lnSpc>
              <a:buClrTx/>
              <a:buSzTx/>
              <a:buFontTx/>
              <a:buNone/>
            </a:pPr>
            <a:r>
              <a:rPr lang="zh-CN" altLang="en-US" sz="1200">
                <a:sym typeface="+mn-ea"/>
              </a:rPr>
              <a:t>15.		watch: {</a:t>
            </a:r>
          </a:p>
          <a:p>
            <a:pPr indent="0" algn="l" fontAlgn="auto">
              <a:lnSpc>
                <a:spcPct val="100000"/>
              </a:lnSpc>
              <a:buClrTx/>
              <a:buSzTx/>
              <a:buFontTx/>
              <a:buNone/>
            </a:pPr>
            <a:r>
              <a:rPr lang="zh-CN" altLang="en-US" sz="1200">
                <a:sym typeface="+mn-ea"/>
              </a:rPr>
              <a:t>16.			//监听器函数可以接受1个参数，val是当前值</a:t>
            </a:r>
          </a:p>
          <a:p>
            <a:pPr indent="0" algn="l" fontAlgn="auto">
              <a:lnSpc>
                <a:spcPct val="100000"/>
              </a:lnSpc>
              <a:buClrTx/>
              <a:buSzTx/>
              <a:buFontTx/>
              <a:buNone/>
            </a:pPr>
            <a:r>
              <a:rPr lang="zh-CN" altLang="en-US" sz="1200">
                <a:sym typeface="+mn-ea"/>
              </a:rPr>
              <a:t>17.			minute(val) {</a:t>
            </a:r>
          </a:p>
          <a:p>
            <a:pPr indent="0" algn="l" fontAlgn="auto">
              <a:lnSpc>
                <a:spcPct val="100000"/>
              </a:lnSpc>
              <a:buClrTx/>
              <a:buSzTx/>
              <a:buFontTx/>
              <a:buNone/>
            </a:pPr>
            <a:r>
              <a:rPr lang="zh-CN" altLang="en-US" sz="1200">
                <a:sym typeface="+mn-ea"/>
              </a:rPr>
              <a:t>18.				this.second = val * 60;</a:t>
            </a:r>
          </a:p>
          <a:p>
            <a:pPr indent="0" algn="l" fontAlgn="auto">
              <a:lnSpc>
                <a:spcPct val="100000"/>
              </a:lnSpc>
              <a:buClrTx/>
              <a:buSzTx/>
              <a:buFontTx/>
              <a:buNone/>
            </a:pPr>
            <a:r>
              <a:rPr lang="zh-CN" altLang="en-US" sz="1200">
                <a:sym typeface="+mn-ea"/>
              </a:rPr>
              <a:t>19.			}</a:t>
            </a:r>
          </a:p>
          <a:p>
            <a:pPr indent="0" algn="l" fontAlgn="auto">
              <a:lnSpc>
                <a:spcPct val="100000"/>
              </a:lnSpc>
              <a:buClrTx/>
              <a:buSzTx/>
              <a:buFontTx/>
              <a:buNone/>
            </a:pPr>
            <a:r>
              <a:rPr lang="zh-CN" altLang="en-US" sz="1200">
                <a:sym typeface="+mn-ea"/>
              </a:rPr>
              <a:t>20.         //监听器函数也可以接受两个参数，val是当前值，oldVal是改变之前的值</a:t>
            </a:r>
          </a:p>
          <a:p>
            <a:pPr indent="0" algn="l" fontAlgn="auto">
              <a:lnSpc>
                <a:spcPct val="100000"/>
              </a:lnSpc>
              <a:buClrTx/>
              <a:buSzTx/>
              <a:buFontTx/>
              <a:buNone/>
            </a:pPr>
            <a:r>
              <a:rPr lang="zh-CN" altLang="en-US" sz="1200">
                <a:sym typeface="+mn-ea"/>
              </a:rPr>
              <a:t>21.		}</a:t>
            </a:r>
          </a:p>
          <a:p>
            <a:pPr indent="0" algn="l" fontAlgn="auto">
              <a:lnSpc>
                <a:spcPct val="100000"/>
              </a:lnSpc>
              <a:buClrTx/>
              <a:buSzTx/>
              <a:buFontTx/>
              <a:buNone/>
            </a:pPr>
            <a:r>
              <a:rPr lang="zh-CN" altLang="en-US" sz="1200">
                <a:sym typeface="+mn-ea"/>
              </a:rPr>
              <a:t>22.	}).mount('#app');</a:t>
            </a:r>
          </a:p>
          <a:p>
            <a:pPr indent="0" algn="l" fontAlgn="auto">
              <a:lnSpc>
                <a:spcPct val="100000"/>
              </a:lnSpc>
              <a:buClrTx/>
              <a:buSzTx/>
              <a:buFontTx/>
              <a:buNone/>
            </a:pPr>
            <a:r>
              <a:rPr lang="zh-CN" altLang="en-US" sz="1200">
                <a:sym typeface="+mn-ea"/>
              </a:rPr>
              <a:t>23.&lt;/script&gt;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102616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2.侦听器示例</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实现效果</a:t>
            </a:r>
            <a:endParaRPr lang="zh-CN" sz="2000" b="1" dirty="0">
              <a:solidFill>
                <a:schemeClr val="accent2"/>
              </a:solidFill>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在定义侦听器时，应避免使用箭头函数，箭头函数会导致无法在侦听器中通过this调用data()函数中的数据。</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35990" y="1377950"/>
            <a:ext cx="10641330" cy="47123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6" name="图片 6"/>
          <p:cNvPicPr>
            <a:picLocks noChangeAspect="1"/>
          </p:cNvPicPr>
          <p:nvPr>
            <p:custDataLst>
              <p:tags r:id="rId1"/>
            </p:custDataLst>
          </p:nvPr>
        </p:nvPicPr>
        <p:blipFill>
          <a:blip r:embed="rId3"/>
          <a:stretch>
            <a:fillRect/>
          </a:stretch>
        </p:blipFill>
        <p:spPr>
          <a:xfrm>
            <a:off x="3208020" y="3484880"/>
            <a:ext cx="5654675" cy="204787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102616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3.侦听方法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在定义侦听器时，除直接在侦听器后写一个函数外，还可以以字符串的形式定义一个methods内的方法。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35990" y="1377950"/>
            <a:ext cx="10641330" cy="47123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1"/>
            </p:custDataLst>
          </p:nvPr>
        </p:nvSpPr>
        <p:spPr>
          <a:xfrm>
            <a:off x="2284730" y="3229610"/>
            <a:ext cx="4845050" cy="236410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1.data(){</a:t>
            </a:r>
          </a:p>
          <a:p>
            <a:pPr indent="0" algn="l" fontAlgn="auto">
              <a:lnSpc>
                <a:spcPct val="100000"/>
              </a:lnSpc>
              <a:buClrTx/>
              <a:buSzTx/>
              <a:buFontTx/>
              <a:buNone/>
            </a:pPr>
            <a:r>
              <a:rPr lang="zh-CN" altLang="en-US" sz="1200">
                <a:sym typeface="+mn-ea"/>
              </a:rPr>
              <a:t>2.    return {</a:t>
            </a:r>
          </a:p>
          <a:p>
            <a:pPr indent="0" algn="l" fontAlgn="auto">
              <a:lnSpc>
                <a:spcPct val="100000"/>
              </a:lnSpc>
              <a:buClrTx/>
              <a:buSzTx/>
              <a:buFontTx/>
              <a:buNone/>
            </a:pPr>
            <a:r>
              <a:rPr lang="zh-CN" altLang="en-US" sz="1200">
                <a:sym typeface="+mn-ea"/>
              </a:rPr>
              <a:t>3.      msg:’hello’,</a:t>
            </a:r>
          </a:p>
          <a:p>
            <a:pPr indent="0" algn="l" fontAlgn="auto">
              <a:lnSpc>
                <a:spcPct val="100000"/>
              </a:lnSpc>
              <a:buClrTx/>
              <a:buSzTx/>
              <a:buFontTx/>
              <a:buNone/>
            </a:pPr>
            <a:r>
              <a:rPr lang="zh-CN" altLang="en-US" sz="1200">
                <a:sym typeface="+mn-ea"/>
              </a:rPr>
              <a:t>4.    }</a:t>
            </a:r>
          </a:p>
          <a:p>
            <a:pPr indent="0" algn="l" fontAlgn="auto">
              <a:lnSpc>
                <a:spcPct val="100000"/>
              </a:lnSpc>
              <a:buClrTx/>
              <a:buSzTx/>
              <a:buFontTx/>
              <a:buNone/>
            </a:pPr>
            <a:r>
              <a:rPr lang="zh-CN" altLang="en-US" sz="1200">
                <a:sym typeface="+mn-ea"/>
              </a:rPr>
              <a:t>5.},</a:t>
            </a:r>
          </a:p>
          <a:p>
            <a:pPr indent="0" algn="l" fontAlgn="auto">
              <a:lnSpc>
                <a:spcPct val="100000"/>
              </a:lnSpc>
              <a:buClrTx/>
              <a:buSzTx/>
              <a:buFontTx/>
              <a:buNone/>
            </a:pPr>
            <a:r>
              <a:rPr lang="zh-CN" altLang="en-US" sz="1200">
                <a:sym typeface="+mn-ea"/>
              </a:rPr>
              <a:t>6.methods:{</a:t>
            </a:r>
          </a:p>
          <a:p>
            <a:pPr indent="0" algn="l" fontAlgn="auto">
              <a:lnSpc>
                <a:spcPct val="100000"/>
              </a:lnSpc>
              <a:buClrTx/>
              <a:buSzTx/>
              <a:buFontTx/>
              <a:buNone/>
            </a:pPr>
            <a:r>
              <a:rPr lang="zh-CN" altLang="en-US" sz="1200">
                <a:sym typeface="+mn-ea"/>
              </a:rPr>
              <a:t>7.    checkMsg(){}</a:t>
            </a:r>
          </a:p>
          <a:p>
            <a:pPr indent="0" algn="l" fontAlgn="auto">
              <a:lnSpc>
                <a:spcPct val="100000"/>
              </a:lnSpc>
              <a:buClrTx/>
              <a:buSzTx/>
              <a:buFontTx/>
              <a:buNone/>
            </a:pPr>
            <a:r>
              <a:rPr lang="zh-CN" altLang="en-US" sz="1200">
                <a:sym typeface="+mn-ea"/>
              </a:rPr>
              <a:t>8.}</a:t>
            </a:r>
          </a:p>
          <a:p>
            <a:pPr indent="0" algn="l" fontAlgn="auto">
              <a:lnSpc>
                <a:spcPct val="100000"/>
              </a:lnSpc>
              <a:buClrTx/>
              <a:buSzTx/>
              <a:buFontTx/>
              <a:buNone/>
            </a:pPr>
            <a:r>
              <a:rPr lang="zh-CN" altLang="en-US" sz="1200">
                <a:sym typeface="+mn-ea"/>
              </a:rPr>
              <a:t>9.watch:{</a:t>
            </a:r>
          </a:p>
          <a:p>
            <a:pPr indent="0" algn="l" fontAlgn="auto">
              <a:lnSpc>
                <a:spcPct val="100000"/>
              </a:lnSpc>
              <a:buClrTx/>
              <a:buSzTx/>
              <a:buFontTx/>
              <a:buNone/>
            </a:pPr>
            <a:r>
              <a:rPr lang="zh-CN" altLang="en-US" sz="1200">
                <a:sym typeface="+mn-ea"/>
              </a:rPr>
              <a:t>10.    msg：’checkMsg’</a:t>
            </a:r>
          </a:p>
          <a:p>
            <a:pPr indent="0" algn="l" fontAlgn="auto">
              <a:lnSpc>
                <a:spcPct val="100000"/>
              </a:lnSpc>
              <a:buClrTx/>
              <a:buSzTx/>
              <a:buFontTx/>
              <a:buNone/>
            </a:pPr>
            <a:r>
              <a:rPr lang="zh-CN" altLang="en-US" sz="1200">
                <a:sym typeface="+mn-ea"/>
              </a:rPr>
              <a:t>11.}</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357695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4.深度侦听器</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侦听器不仅可以监听方法，还可以监听对象。受JavaScript的限制，Vue无法检测到对象属性的变化，默认情况下侦听器只监听该对象引用的变化。</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监听对象属性值的变化需要使用侦听器的两个新选项，handler和deep。handler用于定义数据变化时调用的监听函数，deep用于控制是否进行深度监听，deep值为true时，表示无论该对象的属性层级有多深，只要该对象的属性值发生变化均会被监听，deep值为false或未定义deep时，表示不进行深度监听</a:t>
            </a:r>
          </a:p>
        </p:txBody>
      </p:sp>
      <p:sp>
        <p:nvSpPr>
          <p:cNvPr id="6" name="圆角矩形 5"/>
          <p:cNvSpPr/>
          <p:nvPr/>
        </p:nvSpPr>
        <p:spPr>
          <a:xfrm>
            <a:off x="935990" y="1377950"/>
            <a:ext cx="10641330" cy="41262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57975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4.深度侦听器</a:t>
            </a: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35990" y="1377950"/>
            <a:ext cx="10641330" cy="41262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1"/>
            </p:custDataLst>
          </p:nvPr>
        </p:nvSpPr>
        <p:spPr>
          <a:xfrm>
            <a:off x="2037715" y="2593975"/>
            <a:ext cx="4845050" cy="236410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1.data(){</a:t>
            </a:r>
          </a:p>
          <a:p>
            <a:pPr indent="0" algn="l" fontAlgn="auto">
              <a:lnSpc>
                <a:spcPct val="100000"/>
              </a:lnSpc>
              <a:buClrTx/>
              <a:buSzTx/>
              <a:buFontTx/>
              <a:buNone/>
            </a:pPr>
            <a:r>
              <a:rPr lang="zh-CN" altLang="en-US" sz="1200">
                <a:sym typeface="+mn-ea"/>
              </a:rPr>
              <a:t>2.    return {</a:t>
            </a:r>
          </a:p>
          <a:p>
            <a:pPr indent="0" algn="l" fontAlgn="auto">
              <a:lnSpc>
                <a:spcPct val="100000"/>
              </a:lnSpc>
              <a:buClrTx/>
              <a:buSzTx/>
              <a:buFontTx/>
              <a:buNone/>
            </a:pPr>
            <a:r>
              <a:rPr lang="zh-CN" altLang="en-US" sz="1200">
                <a:sym typeface="+mn-ea"/>
              </a:rPr>
              <a:t>3.      product:{name:’banana’,price:20},</a:t>
            </a:r>
          </a:p>
          <a:p>
            <a:pPr indent="0" algn="l" fontAlgn="auto">
              <a:lnSpc>
                <a:spcPct val="100000"/>
              </a:lnSpc>
              <a:buClrTx/>
              <a:buSzTx/>
              <a:buFontTx/>
              <a:buNone/>
            </a:pPr>
            <a:r>
              <a:rPr lang="zh-CN" altLang="en-US" sz="1200">
                <a:sym typeface="+mn-ea"/>
              </a:rPr>
              <a:t>4.    }</a:t>
            </a:r>
          </a:p>
          <a:p>
            <a:pPr indent="0" algn="l" fontAlgn="auto">
              <a:lnSpc>
                <a:spcPct val="100000"/>
              </a:lnSpc>
              <a:buClrTx/>
              <a:buSzTx/>
              <a:buFontTx/>
              <a:buNone/>
            </a:pPr>
            <a:r>
              <a:rPr lang="zh-CN" altLang="en-US" sz="1200">
                <a:sym typeface="+mn-ea"/>
              </a:rPr>
              <a:t>5.},</a:t>
            </a:r>
          </a:p>
          <a:p>
            <a:pPr indent="0" algn="l" fontAlgn="auto">
              <a:lnSpc>
                <a:spcPct val="100000"/>
              </a:lnSpc>
              <a:buClrTx/>
              <a:buSzTx/>
              <a:buFontTx/>
              <a:buNone/>
            </a:pPr>
            <a:r>
              <a:rPr lang="zh-CN" altLang="en-US" sz="1200">
                <a:sym typeface="+mn-ea"/>
              </a:rPr>
              <a:t>6.watch:{</a:t>
            </a:r>
          </a:p>
          <a:p>
            <a:pPr indent="0" algn="l" fontAlgn="auto">
              <a:lnSpc>
                <a:spcPct val="100000"/>
              </a:lnSpc>
              <a:buClrTx/>
              <a:buSzTx/>
              <a:buFontTx/>
              <a:buNone/>
            </a:pPr>
            <a:r>
              <a:rPr lang="zh-CN" altLang="en-US" sz="1200">
                <a:sym typeface="+mn-ea"/>
              </a:rPr>
              <a:t>7.    product:{</a:t>
            </a:r>
          </a:p>
          <a:p>
            <a:pPr indent="0" algn="l" fontAlgn="auto">
              <a:lnSpc>
                <a:spcPct val="100000"/>
              </a:lnSpc>
              <a:buClrTx/>
              <a:buSzTx/>
              <a:buFontTx/>
              <a:buNone/>
            </a:pPr>
            <a:r>
              <a:rPr lang="zh-CN" altLang="en-US" sz="1200">
                <a:sym typeface="+mn-ea"/>
              </a:rPr>
              <a:t>8.       handler(val,oldVal){  },</a:t>
            </a:r>
          </a:p>
          <a:p>
            <a:pPr indent="0" algn="l" fontAlgn="auto">
              <a:lnSpc>
                <a:spcPct val="100000"/>
              </a:lnSpc>
              <a:buClrTx/>
              <a:buSzTx/>
              <a:buFontTx/>
              <a:buNone/>
            </a:pPr>
            <a:r>
              <a:rPr lang="zh-CN" altLang="en-US" sz="1200">
                <a:sym typeface="+mn-ea"/>
              </a:rPr>
              <a:t>9.       deep:true</a:t>
            </a:r>
          </a:p>
          <a:p>
            <a:pPr indent="0" algn="l" fontAlgn="auto">
              <a:lnSpc>
                <a:spcPct val="100000"/>
              </a:lnSpc>
              <a:buClrTx/>
              <a:buSzTx/>
              <a:buFontTx/>
              <a:buNone/>
            </a:pPr>
            <a:r>
              <a:rPr lang="zh-CN" altLang="en-US" sz="1200">
                <a:sym typeface="+mn-ea"/>
              </a:rPr>
              <a:t>10.    }</a:t>
            </a:r>
          </a:p>
          <a:p>
            <a:pPr indent="0" algn="l" fontAlgn="auto">
              <a:lnSpc>
                <a:spcPct val="100000"/>
              </a:lnSpc>
              <a:buClrTx/>
              <a:buSzTx/>
              <a:buFontTx/>
              <a:buNone/>
            </a:pPr>
            <a:r>
              <a:rPr lang="zh-CN" altLang="en-US" sz="1200">
                <a:sym typeface="+mn-ea"/>
              </a:rPr>
              <a:t>11.}</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lang="zh-CN" altLang="en-US" sz="3600" dirty="0">
                <a:latin typeface="+mn-ea"/>
              </a:rPr>
              <a:t>4.6</a:t>
            </a:r>
            <a:r>
              <a:rPr lang="en-US" altLang="zh-CN" sz="3600" dirty="0">
                <a:latin typeface="+mn-ea"/>
              </a:rPr>
              <a:t> </a:t>
            </a:r>
            <a:r>
              <a:rPr lang="zh-CN" altLang="en-US" sz="3600" dirty="0">
                <a:latin typeface="+mn-ea"/>
              </a:rPr>
              <a:t>侦听器</a:t>
            </a:r>
          </a:p>
        </p:txBody>
      </p:sp>
      <p:sp>
        <p:nvSpPr>
          <p:cNvPr id="5" name="文本框 4"/>
          <p:cNvSpPr txBox="1"/>
          <p:nvPr/>
        </p:nvSpPr>
        <p:spPr>
          <a:xfrm>
            <a:off x="1434465" y="1598930"/>
            <a:ext cx="9518650" cy="579755"/>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5.侦听器的立即执行</a:t>
            </a:r>
          </a:p>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在初始渲染时，侦听器不会被立刻调用。开发者可通过添加handler()方法和immediate属性来实现侦听器的立即执行，即将immediate属性值设置为true</a:t>
            </a:r>
          </a:p>
        </p:txBody>
      </p:sp>
      <p:sp>
        <p:nvSpPr>
          <p:cNvPr id="6" name="圆角矩形 5"/>
          <p:cNvSpPr/>
          <p:nvPr/>
        </p:nvSpPr>
        <p:spPr>
          <a:xfrm>
            <a:off x="935990" y="1377950"/>
            <a:ext cx="10641330" cy="41262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1"/>
            </p:custDataLst>
          </p:nvPr>
        </p:nvSpPr>
        <p:spPr>
          <a:xfrm>
            <a:off x="2094865" y="3140075"/>
            <a:ext cx="4845050" cy="2127250"/>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1.data(){</a:t>
            </a:r>
          </a:p>
          <a:p>
            <a:pPr indent="0" algn="l" fontAlgn="auto">
              <a:lnSpc>
                <a:spcPct val="100000"/>
              </a:lnSpc>
              <a:buClrTx/>
              <a:buSzTx/>
              <a:buFontTx/>
              <a:buNone/>
            </a:pPr>
            <a:r>
              <a:rPr lang="zh-CN" altLang="en-US" sz="1200">
                <a:sym typeface="+mn-ea"/>
              </a:rPr>
              <a:t>2.    return {</a:t>
            </a:r>
          </a:p>
          <a:p>
            <a:pPr indent="0" algn="l" fontAlgn="auto">
              <a:lnSpc>
                <a:spcPct val="100000"/>
              </a:lnSpc>
              <a:buClrTx/>
              <a:buSzTx/>
              <a:buFontTx/>
              <a:buNone/>
            </a:pPr>
            <a:r>
              <a:rPr lang="zh-CN" altLang="en-US" sz="1200">
                <a:sym typeface="+mn-ea"/>
              </a:rPr>
              <a:t>3.      msg:’hello’,</a:t>
            </a:r>
          </a:p>
          <a:p>
            <a:pPr indent="0" algn="l" fontAlgn="auto">
              <a:lnSpc>
                <a:spcPct val="100000"/>
              </a:lnSpc>
              <a:buClrTx/>
              <a:buSzTx/>
              <a:buFontTx/>
              <a:buNone/>
            </a:pPr>
            <a:r>
              <a:rPr lang="zh-CN" altLang="en-US" sz="1200">
                <a:sym typeface="+mn-ea"/>
              </a:rPr>
              <a:t>4.    }</a:t>
            </a:r>
          </a:p>
          <a:p>
            <a:pPr indent="0" algn="l" fontAlgn="auto">
              <a:lnSpc>
                <a:spcPct val="100000"/>
              </a:lnSpc>
              <a:buClrTx/>
              <a:buSzTx/>
              <a:buFontTx/>
              <a:buNone/>
            </a:pPr>
            <a:r>
              <a:rPr lang="zh-CN" altLang="en-US" sz="1200">
                <a:sym typeface="+mn-ea"/>
              </a:rPr>
              <a:t>5.},</a:t>
            </a:r>
          </a:p>
          <a:p>
            <a:pPr indent="0" algn="l" fontAlgn="auto">
              <a:lnSpc>
                <a:spcPct val="100000"/>
              </a:lnSpc>
              <a:buClrTx/>
              <a:buSzTx/>
              <a:buFontTx/>
              <a:buNone/>
            </a:pPr>
            <a:r>
              <a:rPr lang="zh-CN" altLang="en-US" sz="1200">
                <a:sym typeface="+mn-ea"/>
              </a:rPr>
              <a:t>6.watch:{</a:t>
            </a:r>
          </a:p>
          <a:p>
            <a:pPr indent="0" algn="l" fontAlgn="auto">
              <a:lnSpc>
                <a:spcPct val="100000"/>
              </a:lnSpc>
              <a:buClrTx/>
              <a:buSzTx/>
              <a:buFontTx/>
              <a:buNone/>
            </a:pPr>
            <a:r>
              <a:rPr lang="zh-CN" altLang="en-US" sz="1200">
                <a:sym typeface="+mn-ea"/>
              </a:rPr>
              <a:t>7.    msg:{</a:t>
            </a:r>
          </a:p>
          <a:p>
            <a:pPr indent="0" algn="l" fontAlgn="auto">
              <a:lnSpc>
                <a:spcPct val="100000"/>
              </a:lnSpc>
              <a:buClrTx/>
              <a:buSzTx/>
              <a:buFontTx/>
              <a:buNone/>
            </a:pPr>
            <a:r>
              <a:rPr lang="zh-CN" altLang="en-US" sz="1200">
                <a:sym typeface="+mn-ea"/>
              </a:rPr>
              <a:t>8.      handler(val,oldVal){  },</a:t>
            </a:r>
          </a:p>
          <a:p>
            <a:pPr indent="0" algn="l" fontAlgn="auto">
              <a:lnSpc>
                <a:spcPct val="100000"/>
              </a:lnSpc>
              <a:buClrTx/>
              <a:buSzTx/>
              <a:buFontTx/>
              <a:buNone/>
            </a:pPr>
            <a:r>
              <a:rPr lang="zh-CN" altLang="en-US" sz="1200">
                <a:sym typeface="+mn-ea"/>
              </a:rPr>
              <a:t>9.      immediate：true</a:t>
            </a:r>
          </a:p>
          <a:p>
            <a:pPr indent="0" algn="l" fontAlgn="auto">
              <a:lnSpc>
                <a:spcPct val="100000"/>
              </a:lnSpc>
              <a:buClrTx/>
              <a:buSzTx/>
              <a:buFontTx/>
              <a:buNone/>
            </a:pPr>
            <a:r>
              <a:rPr lang="zh-CN" altLang="en-US" sz="1200">
                <a:sym typeface="+mn-ea"/>
              </a:rPr>
              <a:t>10.    }</a:t>
            </a:r>
          </a:p>
          <a:p>
            <a:pPr indent="0" algn="l" fontAlgn="auto">
              <a:lnSpc>
                <a:spcPct val="100000"/>
              </a:lnSpc>
              <a:buClrTx/>
              <a:buSzTx/>
              <a:buFontTx/>
              <a:buNone/>
            </a:pPr>
            <a:r>
              <a:rPr lang="zh-CN" altLang="en-US" sz="1200">
                <a:sym typeface="+mn-ea"/>
              </a:rPr>
              <a:t>11.}</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4.7</a:t>
            </a:r>
          </a:p>
          <a:p>
            <a:pPr algn="ctr"/>
            <a:r>
              <a:rPr lang="en-US" altLang="zh-CN" sz="2800" b="1" dirty="0">
                <a:latin typeface="微软雅黑" panose="020B0503020204020204" pitchFamily="34" charset="-122"/>
                <a:ea typeface="微软雅黑" panose="020B0503020204020204" pitchFamily="34" charset="-122"/>
              </a:rPr>
              <a:t>Class与Style绑定</a:t>
            </a:r>
          </a:p>
        </p:txBody>
      </p:sp>
      <p:sp>
        <p:nvSpPr>
          <p:cNvPr id="4" name="文本框 3"/>
          <p:cNvSpPr txBox="1"/>
          <p:nvPr/>
        </p:nvSpPr>
        <p:spPr>
          <a:xfrm>
            <a:off x="6647815" y="2420620"/>
            <a:ext cx="4456430" cy="201676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绑定HTML样式（Class）</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绑定内联样式（Style）</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实验：斑马纹商品表</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2399030"/>
            <a:ext cx="9272905" cy="254317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在数据绑定中最常见的需求就是元素样式名称class与内联样式style的动态绑定，class与style皆为HTML的属性，均可使用v-bind指令对其进行绑定。</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处理较复杂的样式绑定时，通过拼接的方式生成字符串是繁琐且易错的。因此，Vue专门增强了v-bind指令在绑定class和style样式时的功能，使表达式的结果类型范围从字符串类型扩展至字符串类型、对象类型和数组类型。</a:t>
            </a:r>
          </a:p>
        </p:txBody>
      </p:sp>
      <p:sp>
        <p:nvSpPr>
          <p:cNvPr id="6" name="圆角矩形 5"/>
          <p:cNvSpPr/>
          <p:nvPr/>
        </p:nvSpPr>
        <p:spPr>
          <a:xfrm>
            <a:off x="935990" y="1955800"/>
            <a:ext cx="10641330" cy="343154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引言</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801495"/>
            <a:ext cx="9272905" cy="254317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在HTML元素上通过v-bind指令绑定元素的Class样式，可设置其表达式结果为对象、数组格式。</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（1）为v-bind:class或:class传递一个对象来动态切换元素的class样式，语法格式如下所示。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sym typeface="+mn-ea"/>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sym typeface="+mn-ea"/>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sym typeface="+mn-ea"/>
              </a:rPr>
              <a:t>上述语法格式中，active这个样式类的生效与否取决于isActive的值是否为真。</a:t>
            </a:r>
            <a:endParaRPr lang="zh-CN" sz="2000" dirty="0">
              <a:latin typeface="微软雅黑" panose="020B0503020204020204" pitchFamily="34" charset="-122"/>
              <a:ea typeface="微软雅黑" panose="020B0503020204020204" pitchFamily="34" charset="-122"/>
            </a:endParaRP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1002030" y="1801495"/>
            <a:ext cx="10641330" cy="46005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341880" y="4434840"/>
            <a:ext cx="5240020" cy="129413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&lt;style&gt;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.active{color:red}</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&lt;/style&gt;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&lt;div :class="{active:isActive}"&gt;hello&lt;/div&gt;</a:t>
            </a:r>
            <a:endParaRPr lang="zh-CN" sz="1400" dirty="0">
              <a:latin typeface="微软雅黑" panose="020B0503020204020204" pitchFamily="34" charset="-122"/>
              <a:ea typeface="微软雅黑" panose="020B0503020204020204" pitchFamily="34" charset="-122"/>
            </a:endParaRPr>
          </a:p>
          <a:p>
            <a:pPr indent="355600" algn="l" fontAlgn="auto">
              <a:lnSpc>
                <a:spcPct val="10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data(){  return{  isActive:true  }  }</a:t>
            </a:r>
            <a:endParaRPr sz="14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801495"/>
            <a:ext cx="9272905" cy="254317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（2）v-bind:class或:class不仅可以传递一个多属性的对象来动态切换元素的class，还可以与普通的class样式设置共同作用于同一元素。需要注意的是，对象的多个属性之间以逗号间隔，语法格式如下所示。</a:t>
            </a:r>
          </a:p>
        </p:txBody>
      </p:sp>
      <p:sp>
        <p:nvSpPr>
          <p:cNvPr id="6" name="圆角矩形 5"/>
          <p:cNvSpPr/>
          <p:nvPr/>
        </p:nvSpPr>
        <p:spPr>
          <a:xfrm>
            <a:off x="1002030" y="1801495"/>
            <a:ext cx="10641330" cy="460057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256790" y="3846830"/>
            <a:ext cx="6662420" cy="240284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&lt;style&gt;</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.active{color:red}</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.text-success{color:green}</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.borders{border:soloid 1px gray}</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&lt;/style&gt;</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&lt;div class="borders" :class="{active:isActive,'text-success':hasOk}"&gt;</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Hello</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&lt;/div&gt;</a:t>
            </a:r>
          </a:p>
          <a:p>
            <a:pPr indent="508000" algn="l" fontAlgn="auto">
              <a:lnSpc>
                <a:spcPct val="100000"/>
              </a:lnSpc>
              <a:spcBef>
                <a:spcPts val="500"/>
              </a:spcBef>
              <a:buNone/>
            </a:pPr>
            <a:r>
              <a:rPr lang="zh-CN" sz="1400" dirty="0">
                <a:latin typeface="微软雅黑" panose="020B0503020204020204" pitchFamily="34" charset="-122"/>
                <a:ea typeface="微软雅黑" panose="020B0503020204020204" pitchFamily="34" charset="-122"/>
                <a:sym typeface="+mn-ea"/>
              </a:rPr>
              <a:t>data(){ return{  isActive:true,hasOk:false}  }</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2059305"/>
            <a:ext cx="9272905" cy="254317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（3）除此之外，当对象中的属性过多时，将所有属性逐一写到元素上会显得格外繁琐。推荐在data()函数内单独定义一个对象，并在该对象内存放所有属性，然后通过v-bind直接绑定对象，语法格式如下所示。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1002030" y="2059305"/>
            <a:ext cx="10641330" cy="357632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256790" y="4246880"/>
            <a:ext cx="6662420" cy="100838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50000"/>
              </a:lnSpc>
              <a:spcBef>
                <a:spcPts val="500"/>
              </a:spcBef>
              <a:buNone/>
            </a:pPr>
            <a:r>
              <a:rPr lang="zh-CN" sz="1400" dirty="0">
                <a:latin typeface="微软雅黑" panose="020B0503020204020204" pitchFamily="34" charset="-122"/>
                <a:ea typeface="微软雅黑" panose="020B0503020204020204" pitchFamily="34" charset="-122"/>
                <a:sym typeface="+mn-ea"/>
              </a:rPr>
              <a:t>&lt;div :class="{classObj}"&gt;Hello&lt;/div&gt;</a:t>
            </a:r>
            <a:endParaRPr lang="zh-CN" sz="1400" dirty="0">
              <a:latin typeface="微软雅黑" panose="020B0503020204020204" pitchFamily="34" charset="-122"/>
              <a:ea typeface="微软雅黑" panose="020B0503020204020204" pitchFamily="34" charset="-122"/>
            </a:endParaRPr>
          </a:p>
          <a:p>
            <a:pPr indent="355600" algn="l" fontAlgn="auto">
              <a:lnSpc>
                <a:spcPct val="15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data(){ return{  classObj:{active:true,'text-success':false}  }</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2059305"/>
            <a:ext cx="9272905" cy="92138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（4）还可组合使用样式绑定与计算属性，语法格式如下所示。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1002030" y="2059305"/>
            <a:ext cx="10641330" cy="40024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228215" y="3138170"/>
            <a:ext cx="5448935" cy="260032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&lt;div :class="{classObj}"&gt;Hello&lt;/div&gt;</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data(){ return{  bool1:true,boo2:false  }</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computed:{ </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classObj(){</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return {  active:this.bool1,</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                'text-success':this.bool2}</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2059305"/>
            <a:ext cx="9272905" cy="92138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（5）对于只有一个根元素的组件，当在该组件上使用class属性时，这些class会被添加到根元素上，并与该元素上已有的class进行合并，具体语法如下所示。</a:t>
            </a:r>
          </a:p>
        </p:txBody>
      </p:sp>
      <p:sp>
        <p:nvSpPr>
          <p:cNvPr id="6" name="圆角矩形 5"/>
          <p:cNvSpPr/>
          <p:nvPr/>
        </p:nvSpPr>
        <p:spPr>
          <a:xfrm>
            <a:off x="1002030" y="2059305"/>
            <a:ext cx="10641330" cy="400240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143125" y="3988435"/>
            <a:ext cx="7266940" cy="17500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Vue.component('my-component',{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template:'&lt;div :class="class1,class2"&gt;hello&lt;/div&gt;'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//使用该组件并添加新类</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&lt;my-component :class="class3,class4"&gt;&lt;/my-component&gt;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155194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2.数组语法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除对象语法外，还可为v-bind:class传递一个数组，数组内填写的类名需要用方括号进行包裹，具体语法如下所示。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1002030" y="1831340"/>
            <a:ext cx="10641330" cy="40982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143125" y="3703955"/>
            <a:ext cx="7266940" cy="175006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&lt;style&gt;</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.class1{color:red}</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.class2{color:green}</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&lt;/style&gt;</a:t>
            </a:r>
            <a:endParaRPr lang="zh-CN" sz="1400" dirty="0">
              <a:latin typeface="微软雅黑" panose="020B0503020204020204" pitchFamily="34" charset="-122"/>
              <a:ea typeface="微软雅黑" panose="020B0503020204020204" pitchFamily="34" charset="-122"/>
            </a:endParaRPr>
          </a:p>
          <a:p>
            <a:pPr indent="355600" algn="l" fontAlgn="auto">
              <a:lnSpc>
                <a:spcPct val="120000"/>
              </a:lnSpc>
              <a:spcBef>
                <a:spcPts val="500"/>
              </a:spcBef>
              <a:buNone/>
              <a:extLst>
                <a:ext uri="{35155182-B16C-46BC-9424-99874614C6A1}">
                  <wpsdc:indentchars xmlns:wpsdc="http://www.wps.cn/officeDocument/2017/drawingmlCustomData" xmlns="" val="200" checksum="3837665281"/>
                </a:ext>
              </a:extLst>
            </a:pPr>
            <a:r>
              <a:rPr lang="zh-CN" sz="1400" dirty="0">
                <a:latin typeface="微软雅黑" panose="020B0503020204020204" pitchFamily="34" charset="-122"/>
                <a:ea typeface="微软雅黑" panose="020B0503020204020204" pitchFamily="34" charset="-122"/>
                <a:sym typeface="+mn-ea"/>
              </a:rPr>
              <a:t>&lt;div :class="['class1','class2']"&gt;Hello&lt;/div&gt;</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155194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2.数组语法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若未对数组内填写的类名用方括号进行包裹，数组内的数据将被视为变量进行解析，在解析变量前要确保该变量已经被定义，具体语法如下所示。</a:t>
            </a:r>
          </a:p>
        </p:txBody>
      </p:sp>
      <p:sp>
        <p:nvSpPr>
          <p:cNvPr id="6" name="圆角矩形 5"/>
          <p:cNvSpPr/>
          <p:nvPr/>
        </p:nvSpPr>
        <p:spPr>
          <a:xfrm>
            <a:off x="1002030" y="1831340"/>
            <a:ext cx="10641330" cy="40982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4.7.1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绑定HTML样式（Class）</a:t>
            </a:r>
          </a:p>
        </p:txBody>
      </p:sp>
      <p:sp>
        <p:nvSpPr>
          <p:cNvPr id="3" name="文本框 2"/>
          <p:cNvSpPr txBox="1"/>
          <p:nvPr>
            <p:custDataLst>
              <p:tags r:id="rId2"/>
            </p:custDataLst>
          </p:nvPr>
        </p:nvSpPr>
        <p:spPr>
          <a:xfrm>
            <a:off x="2143125" y="3703955"/>
            <a:ext cx="7266940" cy="192087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&lt;style&gt;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.class1{color:red}</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.class2{color:green}</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&lt;/style&gt;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&lt;div :class="[Class1,Class2]"&gt;Hello&lt;/div&gt;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data(){ return{  Class1:'class1',Class2:'class2'}</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2284095" y="3132455"/>
            <a:ext cx="8154035" cy="149352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绑定内联样式是将元素的CSS样式写到元素的style属性中去，在HTML元素上通过v-bind指令绑定元素的style样式，可设置其表达式结果为对象、数组格式。</a:t>
            </a:r>
          </a:p>
        </p:txBody>
      </p:sp>
      <p:sp>
        <p:nvSpPr>
          <p:cNvPr id="6" name="圆角矩形 5"/>
          <p:cNvSpPr/>
          <p:nvPr/>
        </p:nvSpPr>
        <p:spPr>
          <a:xfrm>
            <a:off x="1552575" y="2557780"/>
            <a:ext cx="9617075" cy="275082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4.7.2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绑定内联样式（Style）</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155194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（1）v-bind:style为元素绑定的对象是一个JavaScript对象，而对象的CSS属性名需要使用驼峰式（camelCase）或横线分割（kebab-case，需用引号括起）来命名，具体语法如下所示。</a:t>
            </a:r>
          </a:p>
        </p:txBody>
      </p:sp>
      <p:sp>
        <p:nvSpPr>
          <p:cNvPr id="6" name="圆角矩形 5"/>
          <p:cNvSpPr/>
          <p:nvPr/>
        </p:nvSpPr>
        <p:spPr>
          <a:xfrm>
            <a:off x="1002030" y="1831340"/>
            <a:ext cx="10641330" cy="40982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4.7.2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绑定内联样式（Style）</a:t>
            </a:r>
          </a:p>
        </p:txBody>
      </p:sp>
      <p:sp>
        <p:nvSpPr>
          <p:cNvPr id="3" name="文本框 2"/>
          <p:cNvSpPr txBox="1"/>
          <p:nvPr>
            <p:custDataLst>
              <p:tags r:id="rId2"/>
            </p:custDataLst>
          </p:nvPr>
        </p:nvSpPr>
        <p:spPr>
          <a:xfrm>
            <a:off x="2143125" y="3922395"/>
            <a:ext cx="7266940" cy="1702435"/>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&lt;div :style="{color:Color1,fontSize:fontSize}"&gt;Hello&lt;/div&gt;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或</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&lt;div :style="{color:Color1,'font-size':fontSize}"&gt;Hello&lt;/div&gt;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data(){ return{  Color1:red,fontSize:20px}</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244221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1.对象语法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2）随着元素的样式愈加复杂，需要在元素的style属性内设置大量CSS属性，这会导致CSS样式属性代码冗长、可读性较差。读者可在data()函数中定义一个包含多属性的样式对象，并直接绑定该对象，进而使元素代码结构更加清晰，具体语法格式如下所示。</a:t>
            </a:r>
          </a:p>
        </p:txBody>
      </p:sp>
      <p:sp>
        <p:nvSpPr>
          <p:cNvPr id="6" name="圆角矩形 5"/>
          <p:cNvSpPr/>
          <p:nvPr/>
        </p:nvSpPr>
        <p:spPr>
          <a:xfrm>
            <a:off x="1002030" y="1831340"/>
            <a:ext cx="10641330" cy="409829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4.7.2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绑定内联样式（Style）</a:t>
            </a:r>
          </a:p>
        </p:txBody>
      </p:sp>
      <p:sp>
        <p:nvSpPr>
          <p:cNvPr id="3" name="文本框 2"/>
          <p:cNvSpPr txBox="1"/>
          <p:nvPr>
            <p:custDataLst>
              <p:tags r:id="rId2"/>
            </p:custDataLst>
          </p:nvPr>
        </p:nvSpPr>
        <p:spPr>
          <a:xfrm>
            <a:off x="2085975" y="4617720"/>
            <a:ext cx="7266940" cy="100711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&lt;div :style="styleObj"&gt;Hello&lt;/div&gt;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data(){ return{  styleObj:{color:'red',fontSize:'20px'}}</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244221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2.数组语法</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v-bind:style的数组语法可将多个样式对象作用到同一个HTML元素上，语法格式如下所示。</a:t>
            </a:r>
          </a:p>
        </p:txBody>
      </p:sp>
      <p:sp>
        <p:nvSpPr>
          <p:cNvPr id="6" name="圆角矩形 5"/>
          <p:cNvSpPr/>
          <p:nvPr/>
        </p:nvSpPr>
        <p:spPr>
          <a:xfrm>
            <a:off x="1002030" y="1831340"/>
            <a:ext cx="10641330" cy="370014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4.7.2</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绑定内联样式（Style）</a:t>
            </a:r>
          </a:p>
        </p:txBody>
      </p:sp>
      <p:sp>
        <p:nvSpPr>
          <p:cNvPr id="3" name="文本框 2"/>
          <p:cNvSpPr txBox="1"/>
          <p:nvPr>
            <p:custDataLst>
              <p:tags r:id="rId2"/>
            </p:custDataLst>
          </p:nvPr>
        </p:nvSpPr>
        <p:spPr>
          <a:xfrm>
            <a:off x="2085975" y="3905885"/>
            <a:ext cx="7266940" cy="114935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nchorCtr="0">
            <a:noAutofit/>
          </a:bodyPr>
          <a:lstStyle/>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&lt;div :style="[styleObj,styleObj2]"&gt;Hello&lt;/div&gt;</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data(){ return{ styleObj:{color:'red',fontSize:'20px'}}</a:t>
            </a:r>
          </a:p>
          <a:p>
            <a:pPr indent="508000" algn="l" fontAlgn="auto">
              <a:lnSpc>
                <a:spcPct val="120000"/>
              </a:lnSpc>
              <a:spcBef>
                <a:spcPts val="500"/>
              </a:spcBef>
              <a:buNone/>
            </a:pPr>
            <a:r>
              <a:rPr lang="zh-CN" sz="1400" dirty="0">
                <a:latin typeface="微软雅黑" panose="020B0503020204020204" pitchFamily="34" charset="-122"/>
                <a:ea typeface="微软雅黑" panose="020B0503020204020204" pitchFamily="34" charset="-122"/>
                <a:sym typeface="+mn-ea"/>
              </a:rPr>
              <a:t>computed:{styleObj2(){return{color:'green',fontSize:'40px'}}}</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200533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zh-CN" sz="2000" b="1" dirty="0">
                <a:solidFill>
                  <a:schemeClr val="accent2"/>
                </a:solidFill>
                <a:latin typeface="微软雅黑" panose="020B0503020204020204" pitchFamily="34" charset="-122"/>
                <a:ea typeface="微软雅黑" panose="020B0503020204020204" pitchFamily="34" charset="-122"/>
              </a:rPr>
              <a:t>1.实验描述</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本案例是一个隔行变色的、具有斑马纹效果的商品表格，其具体实现依赖于Vue的内置指令、class样式绑定等。在商品表格中为奇数行与偶数行的数据添加不同的样式，页面结构简图如下图示。</a:t>
            </a:r>
          </a:p>
        </p:txBody>
      </p:sp>
      <p:sp>
        <p:nvSpPr>
          <p:cNvPr id="6" name="圆角矩形 5"/>
          <p:cNvSpPr/>
          <p:nvPr/>
        </p:nvSpPr>
        <p:spPr>
          <a:xfrm>
            <a:off x="1002030" y="1831340"/>
            <a:ext cx="10641330" cy="45345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4.7.3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实验：斑马纹商品表</a:t>
            </a:r>
          </a:p>
        </p:txBody>
      </p:sp>
      <p:pic>
        <p:nvPicPr>
          <p:cNvPr id="152" name="图片 7"/>
          <p:cNvPicPr>
            <a:picLocks noChangeAspect="1"/>
          </p:cNvPicPr>
          <p:nvPr>
            <p:custDataLst>
              <p:tags r:id="rId2"/>
            </p:custDataLst>
          </p:nvPr>
        </p:nvPicPr>
        <p:blipFill>
          <a:blip r:embed="rId4"/>
          <a:stretch>
            <a:fillRect/>
          </a:stretch>
        </p:blipFill>
        <p:spPr>
          <a:xfrm>
            <a:off x="3140710" y="4023360"/>
            <a:ext cx="5910580" cy="212090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pPr algn="l">
              <a:buClrTx/>
              <a:buSzTx/>
              <a:buFontTx/>
            </a:pPr>
            <a:r>
              <a:rPr lang="zh-CN" altLang="en-US" sz="3600" dirty="0">
                <a:latin typeface="+mn-ea"/>
              </a:rPr>
              <a:t>4.7Class与Style绑定</a:t>
            </a:r>
          </a:p>
        </p:txBody>
      </p:sp>
      <p:sp>
        <p:nvSpPr>
          <p:cNvPr id="5" name="文本框 4"/>
          <p:cNvSpPr txBox="1"/>
          <p:nvPr/>
        </p:nvSpPr>
        <p:spPr>
          <a:xfrm>
            <a:off x="1680210" y="1902460"/>
            <a:ext cx="9272905" cy="2005330"/>
          </a:xfrm>
          <a:prstGeom prst="rect">
            <a:avLst/>
          </a:prstGeom>
          <a:noFill/>
        </p:spPr>
        <p:txBody>
          <a:bodyPr wrap="square" rtlCol="0">
            <a:noAutofit/>
          </a:bodyPr>
          <a:lstStyle/>
          <a:p>
            <a:pPr indent="508000" algn="l" fontAlgn="auto">
              <a:lnSpc>
                <a:spcPct val="150000"/>
              </a:lnSpc>
              <a:spcBef>
                <a:spcPts val="500"/>
              </a:spcBef>
              <a:buClrTx/>
              <a:buSzTx/>
              <a:buFontTx/>
              <a:buNone/>
              <a:extLst>
                <a:ext uri="{35155182-B16C-46BC-9424-99874614C6A1}">
                  <wpsdc:indentchars xmlns:wpsdc="http://www.wps.cn/officeDocument/2017/drawingmlCustomData" xmlns="" val="200" checksum="282533468"/>
                </a:ext>
              </a:extLst>
            </a:pPr>
            <a:r>
              <a:rPr lang="en-US" altLang="zh-CN" sz="2000" b="1" dirty="0">
                <a:solidFill>
                  <a:schemeClr val="accent2"/>
                </a:solidFill>
                <a:latin typeface="微软雅黑" panose="020B0503020204020204" pitchFamily="34" charset="-122"/>
                <a:ea typeface="微软雅黑" panose="020B0503020204020204" pitchFamily="34" charset="-122"/>
              </a:rPr>
              <a:t>2</a:t>
            </a:r>
            <a:r>
              <a:rPr lang="zh-CN" sz="2000" b="1" dirty="0">
                <a:solidFill>
                  <a:schemeClr val="accent2"/>
                </a:solidFill>
                <a:latin typeface="微软雅黑" panose="020B0503020204020204" pitchFamily="34" charset="-122"/>
                <a:ea typeface="微软雅黑" panose="020B0503020204020204" pitchFamily="34" charset="-122"/>
              </a:rPr>
              <a:t>.代码实现</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新建一个HTML文件，以CDN的方式在该文件中引入Vue文件。在data()函数中定义一个商品信息数组proList，通过v-for指令循环输出proList中的商品信息，并分别为奇偶行信息设置不同的背景色。</a:t>
            </a:r>
          </a:p>
        </p:txBody>
      </p:sp>
      <p:sp>
        <p:nvSpPr>
          <p:cNvPr id="6" name="圆角矩形 5"/>
          <p:cNvSpPr/>
          <p:nvPr/>
        </p:nvSpPr>
        <p:spPr>
          <a:xfrm>
            <a:off x="1002030" y="1831340"/>
            <a:ext cx="10641330" cy="295148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sz="2400" dirty="0">
                <a:latin typeface="微软雅黑" panose="020B0503020204020204" pitchFamily="34" charset="-122"/>
                <a:ea typeface="微软雅黑" panose="020B0503020204020204" pitchFamily="34" charset="-122"/>
                <a:cs typeface="微软雅黑" panose="020B0503020204020204" pitchFamily="34" charset="-122"/>
              </a:rPr>
              <a:t>4.7.3</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实验：斑马纹商品表</a:t>
            </a:r>
          </a:p>
        </p:txBody>
      </p:sp>
      <p:sp>
        <p:nvSpPr>
          <p:cNvPr id="7" name="文本框 6">
            <a:extLst>
              <a:ext uri="{FF2B5EF4-FFF2-40B4-BE49-F238E27FC236}">
                <a16:creationId xmlns:a16="http://schemas.microsoft.com/office/drawing/2014/main" id="{B5EC9781-5B8A-41F7-8AE3-8B3C267E7DCE}"/>
              </a:ext>
            </a:extLst>
          </p:cNvPr>
          <p:cNvSpPr txBox="1"/>
          <p:nvPr/>
        </p:nvSpPr>
        <p:spPr>
          <a:xfrm>
            <a:off x="4591878" y="4413488"/>
            <a:ext cx="6780972"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具体代码如源码包/ch04/</a:t>
            </a:r>
            <a:r>
              <a:rPr lang="zh-CN" altLang="en-US" b="1" dirty="0">
                <a:solidFill>
                  <a:schemeClr val="accent2"/>
                </a:solidFill>
                <a:latin typeface="微软雅黑" panose="020B0503020204020204" pitchFamily="34" charset="-122"/>
                <a:ea typeface="微软雅黑" panose="020B0503020204020204" pitchFamily="34" charset="-122"/>
              </a:rPr>
              <a:t>zebraPatternProductList.html</a:t>
            </a:r>
            <a:r>
              <a:rPr lang="zh-CN" altLang="en-US" dirty="0">
                <a:latin typeface="微软雅黑" panose="020B0503020204020204" pitchFamily="34" charset="-122"/>
                <a:ea typeface="微软雅黑" panose="020B0503020204020204" pitchFamily="34" charset="-122"/>
              </a:rPr>
              <a:t>所示。</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4.8</a:t>
            </a:r>
          </a:p>
          <a:p>
            <a:pPr algn="ctr"/>
            <a:r>
              <a:rPr lang="en-US" altLang="zh-CN" sz="2800" b="1" dirty="0">
                <a:latin typeface="微软雅黑" panose="020B0503020204020204" pitchFamily="34" charset="-122"/>
                <a:ea typeface="微软雅黑" panose="020B0503020204020204" pitchFamily="34" charset="-122"/>
              </a:rPr>
              <a:t>生命周期钩子</a:t>
            </a:r>
          </a:p>
        </p:txBody>
      </p:sp>
      <p:sp>
        <p:nvSpPr>
          <p:cNvPr id="4" name="文本框 3"/>
          <p:cNvSpPr txBox="1"/>
          <p:nvPr/>
        </p:nvSpPr>
        <p:spPr>
          <a:xfrm>
            <a:off x="6647815" y="2804795"/>
            <a:ext cx="4456430" cy="124841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生命周期钩子介绍</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生命周期钩子示例</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80210" y="2754630"/>
            <a:ext cx="9272905" cy="155702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每个Vue组件实例在创建时都需要经历一系列的初始化步骤，如设置数据侦听，编译模板，挂载组件实例到DOM以及在数据变化时更新DOM等。在此过程中，Vue会运行一些生命周期钩子，使开发者能够在特定的阶段运行特定的代码。</a:t>
            </a:r>
          </a:p>
        </p:txBody>
      </p:sp>
      <p:sp>
        <p:nvSpPr>
          <p:cNvPr id="6" name="圆角矩形 5"/>
          <p:cNvSpPr/>
          <p:nvPr/>
        </p:nvSpPr>
        <p:spPr>
          <a:xfrm>
            <a:off x="935990" y="2533650"/>
            <a:ext cx="10641330" cy="198945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引言</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80210" y="2052955"/>
            <a:ext cx="9272905" cy="389890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生命周期钩子就是在某一时刻会自动执行的函数，Vue提供的生命周期钩子如下所示。</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sz="2000" dirty="0">
                <a:latin typeface="微软雅黑" panose="020B0503020204020204" pitchFamily="34" charset="-122"/>
                <a:ea typeface="微软雅黑" panose="020B0503020204020204" pitchFamily="34" charset="-122"/>
              </a:rPr>
              <a:t>）beforeCreate：在组件实例初始化之后，数据观测与事件配置之前自动执行该函数。此时组件实例还未创建与挂载，因此不可访问数据属性，不可操作DOM</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sz="2000" dirty="0">
                <a:latin typeface="微软雅黑" panose="020B0503020204020204" pitchFamily="34" charset="-122"/>
                <a:ea typeface="微软雅黑" panose="020B0503020204020204" pitchFamily="34" charset="-122"/>
              </a:rPr>
              <a:t>）created</a:t>
            </a:r>
            <a:r>
              <a:rPr lang="zh-CN" sz="2000" dirty="0">
                <a:latin typeface="微软雅黑" panose="020B0503020204020204" pitchFamily="34" charset="-122"/>
                <a:ea typeface="微软雅黑" panose="020B0503020204020204" pitchFamily="34" charset="-122"/>
                <a:sym typeface="+mn-ea"/>
              </a:rPr>
              <a:t>：</a:t>
            </a:r>
            <a:r>
              <a:rPr lang="zh-CN" sz="2000" dirty="0">
                <a:latin typeface="微软雅黑" panose="020B0503020204020204" pitchFamily="34" charset="-122"/>
                <a:ea typeface="微软雅黑" panose="020B0503020204020204" pitchFamily="34" charset="-122"/>
              </a:rPr>
              <a:t>在Vue组件实例创建完成之后会自动执行该函数。在此阶段，组件实例创建成功并完成对选项的处理，此时可访问data()中的数据、methods中的()、监听器等。需要注意的是，组件尚未挂载不可操作DOM</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935990" y="1901825"/>
            <a:ext cx="10641330" cy="42532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80210" y="2052955"/>
            <a:ext cx="9272905" cy="389890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sz="2000" dirty="0">
                <a:latin typeface="微软雅黑" panose="020B0503020204020204" pitchFamily="34" charset="-122"/>
                <a:ea typeface="微软雅黑" panose="020B0503020204020204" pitchFamily="34" charset="-122"/>
              </a:rPr>
              <a:t>）beforeMount：在组件挂载之前自动执行该函数，render()渲染函数首次被调用，此时仍不可操作DOM</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sz="2000" dirty="0">
                <a:latin typeface="微软雅黑" panose="020B0503020204020204" pitchFamily="34" charset="-122"/>
                <a:ea typeface="微软雅黑" panose="020B0503020204020204" pitchFamily="34" charset="-122"/>
              </a:rPr>
              <a:t>）mounted</a:t>
            </a:r>
            <a:r>
              <a:rPr lang="zh-CN" sz="2000" dirty="0">
                <a:latin typeface="微软雅黑" panose="020B0503020204020204" pitchFamily="34" charset="-122"/>
                <a:ea typeface="微软雅黑" panose="020B0503020204020204" pitchFamily="34" charset="-122"/>
                <a:sym typeface="+mn-ea"/>
              </a:rPr>
              <a:t>：</a:t>
            </a:r>
            <a:r>
              <a:rPr lang="zh-CN" sz="2000" dirty="0">
                <a:latin typeface="微软雅黑" panose="020B0503020204020204" pitchFamily="34" charset="-122"/>
                <a:ea typeface="微软雅黑" panose="020B0503020204020204" pitchFamily="34" charset="-122"/>
              </a:rPr>
              <a:t>在组件挂载后自动执行该函数，可直接操作DOM。可在此阶段向服务器发送请求，获取数据。注意，mounted不能保证所有子组件均已完成渲染，在mounted中调用vm.$nextTick可在整个视图渲染完毕后执行相关操作</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a:t>
            </a:r>
            <a:r>
              <a:rPr lang="zh-CN" sz="2000" dirty="0">
                <a:latin typeface="微软雅黑" panose="020B0503020204020204" pitchFamily="34" charset="-122"/>
                <a:ea typeface="微软雅黑" panose="020B0503020204020204" pitchFamily="34" charset="-122"/>
              </a:rPr>
              <a:t>）beforeUpdate：当data中的数据发生变化时会自动执行该函数，此时DOM尚未更新，仅data数据发生变化。此阶段适合在页面更新前访问现有DOM，如手动移除已添加的监听器</a:t>
            </a:r>
          </a:p>
        </p:txBody>
      </p:sp>
      <p:sp>
        <p:nvSpPr>
          <p:cNvPr id="6" name="圆角矩形 5"/>
          <p:cNvSpPr/>
          <p:nvPr/>
        </p:nvSpPr>
        <p:spPr>
          <a:xfrm>
            <a:off x="935990" y="1901825"/>
            <a:ext cx="10641330" cy="425323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80210" y="2408555"/>
            <a:ext cx="9272905" cy="276987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6</a:t>
            </a:r>
            <a:r>
              <a:rPr lang="zh-CN" sz="2000" dirty="0">
                <a:latin typeface="微软雅黑" panose="020B0503020204020204" pitchFamily="34" charset="-122"/>
                <a:ea typeface="微软雅黑" panose="020B0503020204020204" pitchFamily="34" charset="-122"/>
              </a:rPr>
              <a:t>）updated：当data中的数据发生变化且页面数据重新渲染后自动执行该函数。当调用此函数时，已完成DOM更新。此阶段更改data中的数据容易出现死循环现象，在开发时尽量避免触发此类现象</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7</a:t>
            </a:r>
            <a:r>
              <a:rPr lang="zh-CN" sz="2000" dirty="0">
                <a:latin typeface="微软雅黑" panose="020B0503020204020204" pitchFamily="34" charset="-122"/>
                <a:ea typeface="微软雅黑" panose="020B0503020204020204" pitchFamily="34" charset="-122"/>
              </a:rPr>
              <a:t>）activated</a:t>
            </a:r>
            <a:r>
              <a:rPr lang="zh-CN" sz="2000" dirty="0">
                <a:latin typeface="微软雅黑" panose="020B0503020204020204" pitchFamily="34" charset="-122"/>
                <a:ea typeface="微软雅黑" panose="020B0503020204020204" pitchFamily="34" charset="-122"/>
                <a:sym typeface="+mn-ea"/>
              </a:rPr>
              <a:t>：</a:t>
            </a:r>
            <a:r>
              <a:rPr lang="zh-CN" sz="2000" dirty="0">
                <a:latin typeface="微软雅黑" panose="020B0503020204020204" pitchFamily="34" charset="-122"/>
                <a:ea typeface="微软雅黑" panose="020B0503020204020204" pitchFamily="34" charset="-122"/>
              </a:rPr>
              <a:t>当keep-alive缓存的组件被激活时自动执行该函数</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8</a:t>
            </a:r>
            <a:r>
              <a:rPr lang="zh-CN" sz="2000" dirty="0">
                <a:latin typeface="微软雅黑" panose="020B0503020204020204" pitchFamily="34" charset="-122"/>
                <a:ea typeface="微软雅黑" panose="020B0503020204020204" pitchFamily="34" charset="-122"/>
              </a:rPr>
              <a:t>）deactivated</a:t>
            </a:r>
            <a:r>
              <a:rPr lang="zh-CN" sz="2000" dirty="0">
                <a:latin typeface="微软雅黑" panose="020B0503020204020204" pitchFamily="34" charset="-122"/>
                <a:ea typeface="微软雅黑" panose="020B0503020204020204" pitchFamily="34" charset="-122"/>
                <a:sym typeface="+mn-ea"/>
              </a:rPr>
              <a:t>：</a:t>
            </a:r>
            <a:r>
              <a:rPr lang="zh-CN" sz="2000" dirty="0">
                <a:latin typeface="微软雅黑" panose="020B0503020204020204" pitchFamily="34" charset="-122"/>
                <a:ea typeface="微软雅黑" panose="020B0503020204020204" pitchFamily="34" charset="-122"/>
              </a:rPr>
              <a:t>当keep-alive缓存的组件被停用时自动执行该函数</a:t>
            </a:r>
          </a:p>
        </p:txBody>
      </p:sp>
      <p:sp>
        <p:nvSpPr>
          <p:cNvPr id="6" name="圆角矩形 5"/>
          <p:cNvSpPr/>
          <p:nvPr/>
        </p:nvSpPr>
        <p:spPr>
          <a:xfrm>
            <a:off x="935990" y="2257425"/>
            <a:ext cx="10641330" cy="32004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80210" y="2408555"/>
            <a:ext cx="9272905" cy="2769870"/>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9</a:t>
            </a:r>
            <a:r>
              <a:rPr lang="zh-CN" sz="2000" dirty="0">
                <a:latin typeface="微软雅黑" panose="020B0503020204020204" pitchFamily="34" charset="-122"/>
                <a:ea typeface="微软雅黑" panose="020B0503020204020204" pitchFamily="34" charset="-122"/>
              </a:rPr>
              <a:t>）beforeUnmount：在卸载组件实例之前自动执行该函数，此阶段的实例依旧是正常可用的</a:t>
            </a:r>
          </a:p>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10</a:t>
            </a:r>
            <a:r>
              <a:rPr lang="zh-CN" sz="2000" dirty="0">
                <a:latin typeface="微软雅黑" panose="020B0503020204020204" pitchFamily="34" charset="-122"/>
                <a:ea typeface="微软雅黑" panose="020B0503020204020204" pitchFamily="34" charset="-122"/>
              </a:rPr>
              <a:t>）unmounted</a:t>
            </a:r>
            <a:r>
              <a:rPr lang="zh-CN" sz="2000" dirty="0">
                <a:latin typeface="微软雅黑" panose="020B0503020204020204" pitchFamily="34" charset="-122"/>
                <a:ea typeface="微软雅黑" panose="020B0503020204020204" pitchFamily="34" charset="-122"/>
                <a:sym typeface="+mn-ea"/>
              </a:rPr>
              <a:t>：</a:t>
            </a:r>
            <a:r>
              <a:rPr lang="zh-CN" sz="2000" dirty="0">
                <a:latin typeface="微软雅黑" panose="020B0503020204020204" pitchFamily="34" charset="-122"/>
                <a:ea typeface="微软雅黑" panose="020B0503020204020204" pitchFamily="34" charset="-122"/>
              </a:rPr>
              <a:t>在卸载组件实例后自动执行该函数，此时已解除组件实例的所有指令，解除所有绑定的事件与侦听器，所有子组件实例也均被卸载，不可操作DOM</a:t>
            </a:r>
          </a:p>
        </p:txBody>
      </p:sp>
      <p:sp>
        <p:nvSpPr>
          <p:cNvPr id="6" name="圆角矩形 5"/>
          <p:cNvSpPr/>
          <p:nvPr/>
        </p:nvSpPr>
        <p:spPr>
          <a:xfrm>
            <a:off x="935990" y="2257425"/>
            <a:ext cx="10641330" cy="32004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80210" y="2949575"/>
            <a:ext cx="9272905" cy="213423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需要注意的是，所有的生命周期钩子函数均实现了其this上下文与组件实例的绑定，因此在组件实例创建后，在生命周期钩子函数中可通过this访问data数据、methods选项、计算属性等。为此，读者应避免使用箭头函数定义生命周期钩子函数，避免其this指向的破坏。</a:t>
            </a:r>
          </a:p>
        </p:txBody>
      </p:sp>
      <p:sp>
        <p:nvSpPr>
          <p:cNvPr id="6" name="圆角矩形 5"/>
          <p:cNvSpPr/>
          <p:nvPr/>
        </p:nvSpPr>
        <p:spPr>
          <a:xfrm>
            <a:off x="935990" y="2257425"/>
            <a:ext cx="10641330" cy="32004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4.8生命周期钩子</a:t>
            </a:r>
          </a:p>
        </p:txBody>
      </p:sp>
      <p:sp>
        <p:nvSpPr>
          <p:cNvPr id="5" name="文本框 4"/>
          <p:cNvSpPr txBox="1"/>
          <p:nvPr/>
        </p:nvSpPr>
        <p:spPr>
          <a:xfrm>
            <a:off x="1619885" y="1402080"/>
            <a:ext cx="9272905" cy="94932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rPr>
              <a:t>“实践是检验真理的唯一标准”，接下来将通过一个小案例带领读者进一步梳理生命周期钩子的执行顺序</a:t>
            </a:r>
            <a:r>
              <a:rPr lang="zh-CN" sz="2000" dirty="0">
                <a:latin typeface="微软雅黑" panose="020B0503020204020204" pitchFamily="34" charset="-122"/>
                <a:ea typeface="微软雅黑" panose="020B0503020204020204" pitchFamily="34" charset="-122"/>
              </a:rPr>
              <a:t>。</a:t>
            </a:r>
          </a:p>
        </p:txBody>
      </p:sp>
      <p:sp>
        <p:nvSpPr>
          <p:cNvPr id="6" name="圆角矩形 5"/>
          <p:cNvSpPr/>
          <p:nvPr/>
        </p:nvSpPr>
        <p:spPr>
          <a:xfrm>
            <a:off x="935990" y="1345565"/>
            <a:ext cx="10641330" cy="492569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1"/>
            </p:custDataLst>
          </p:nvPr>
        </p:nvSpPr>
        <p:spPr>
          <a:xfrm>
            <a:off x="1927225" y="2803525"/>
            <a:ext cx="5214620" cy="3115945"/>
          </a:xfrm>
          <a:prstGeom prst="rect">
            <a:avLst/>
          </a:prstGeom>
          <a:ln w="9525"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dk1"/>
          </a:fontRef>
        </p:style>
        <p:txBody>
          <a:bodyPr wrap="square" rtlCol="0">
            <a:noAutofit/>
          </a:bodyPr>
          <a:lstStyle/>
          <a:p>
            <a:pPr indent="0" algn="l" fontAlgn="auto">
              <a:lnSpc>
                <a:spcPct val="100000"/>
              </a:lnSpc>
              <a:buClrTx/>
              <a:buSzTx/>
              <a:buFontTx/>
              <a:buNone/>
            </a:pPr>
            <a:r>
              <a:rPr lang="zh-CN" altLang="en-US" sz="1200">
                <a:sym typeface="+mn-ea"/>
              </a:rPr>
              <a:t>1.&lt;div id="app"&gt;</a:t>
            </a:r>
          </a:p>
          <a:p>
            <a:pPr indent="0" algn="l" fontAlgn="auto">
              <a:lnSpc>
                <a:spcPct val="100000"/>
              </a:lnSpc>
              <a:buClrTx/>
              <a:buSzTx/>
              <a:buFontTx/>
              <a:buNone/>
            </a:pPr>
            <a:r>
              <a:rPr lang="zh-CN" altLang="en-US" sz="1200">
                <a:sym typeface="+mn-ea"/>
              </a:rPr>
              <a:t>2.    &lt;input type="text" v-model="msg"&gt;</a:t>
            </a:r>
          </a:p>
          <a:p>
            <a:pPr indent="0" algn="l" fontAlgn="auto">
              <a:lnSpc>
                <a:spcPct val="100000"/>
              </a:lnSpc>
              <a:buClrTx/>
              <a:buSzTx/>
              <a:buFontTx/>
              <a:buNone/>
            </a:pPr>
            <a:r>
              <a:rPr lang="zh-CN" altLang="en-US" sz="1200">
                <a:sym typeface="+mn-ea"/>
              </a:rPr>
              <a:t>3. &lt;/div&gt;</a:t>
            </a:r>
          </a:p>
          <a:p>
            <a:pPr indent="0" algn="l" fontAlgn="auto">
              <a:lnSpc>
                <a:spcPct val="100000"/>
              </a:lnSpc>
              <a:buClrTx/>
              <a:buSzTx/>
              <a:buFontTx/>
              <a:buNone/>
            </a:pPr>
            <a:r>
              <a:rPr lang="zh-CN" altLang="en-US" sz="1200">
                <a:sym typeface="+mn-ea"/>
              </a:rPr>
              <a:t>4.const vm= Vue.createApp({</a:t>
            </a:r>
          </a:p>
          <a:p>
            <a:pPr indent="0" algn="l" fontAlgn="auto">
              <a:lnSpc>
                <a:spcPct val="100000"/>
              </a:lnSpc>
              <a:buClrTx/>
              <a:buSzTx/>
              <a:buFontTx/>
              <a:buNone/>
            </a:pPr>
            <a:r>
              <a:rPr lang="zh-CN" altLang="en-US" sz="1200">
                <a:sym typeface="+mn-ea"/>
              </a:rPr>
              <a:t>5.    data(){</a:t>
            </a:r>
          </a:p>
          <a:p>
            <a:pPr indent="0" algn="l" fontAlgn="auto">
              <a:lnSpc>
                <a:spcPct val="100000"/>
              </a:lnSpc>
              <a:buClrTx/>
              <a:buSzTx/>
              <a:buFontTx/>
              <a:buNone/>
            </a:pPr>
            <a:r>
              <a:rPr lang="zh-CN" altLang="en-US" sz="1200">
                <a:sym typeface="+mn-ea"/>
              </a:rPr>
              <a:t>6.        return{</a:t>
            </a:r>
          </a:p>
          <a:p>
            <a:pPr indent="0" algn="l" fontAlgn="auto">
              <a:lnSpc>
                <a:spcPct val="100000"/>
              </a:lnSpc>
              <a:buClrTx/>
              <a:buSzTx/>
              <a:buFontTx/>
              <a:buNone/>
            </a:pPr>
            <a:r>
              <a:rPr lang="zh-CN" altLang="en-US" sz="1200">
                <a:sym typeface="+mn-ea"/>
              </a:rPr>
              <a:t>7.            msg : "横眉冷对千夫指,俯首甘为孺子牛"</a:t>
            </a:r>
          </a:p>
          <a:p>
            <a:pPr indent="0" algn="l" fontAlgn="auto">
              <a:lnSpc>
                <a:spcPct val="100000"/>
              </a:lnSpc>
              <a:buClrTx/>
              <a:buSzTx/>
              <a:buFontTx/>
              <a:buNone/>
            </a:pPr>
            <a:r>
              <a:rPr lang="zh-CN" altLang="en-US" sz="1200">
                <a:sym typeface="+mn-ea"/>
              </a:rPr>
              <a:t>8.        }</a:t>
            </a:r>
          </a:p>
          <a:p>
            <a:pPr indent="0" algn="l" fontAlgn="auto">
              <a:lnSpc>
                <a:spcPct val="100000"/>
              </a:lnSpc>
              <a:buClrTx/>
              <a:buSzTx/>
              <a:buFontTx/>
              <a:buNone/>
            </a:pPr>
            <a:r>
              <a:rPr lang="zh-CN" altLang="en-US" sz="1200">
                <a:sym typeface="+mn-ea"/>
              </a:rPr>
              <a:t>9.    },</a:t>
            </a:r>
          </a:p>
          <a:p>
            <a:pPr indent="0" algn="l" fontAlgn="auto">
              <a:lnSpc>
                <a:spcPct val="100000"/>
              </a:lnSpc>
              <a:buClrTx/>
              <a:buSzTx/>
              <a:buFontTx/>
              <a:buNone/>
            </a:pPr>
            <a:r>
              <a:rPr lang="zh-CN" altLang="en-US" sz="1200">
                <a:sym typeface="+mn-ea"/>
              </a:rPr>
              <a:t>10.    beforeCreate(){console.log('beforeCreate');},	</a:t>
            </a:r>
          </a:p>
          <a:p>
            <a:pPr indent="0" algn="l" fontAlgn="auto">
              <a:lnSpc>
                <a:spcPct val="100000"/>
              </a:lnSpc>
              <a:buClrTx/>
              <a:buSzTx/>
              <a:buFontTx/>
              <a:buNone/>
            </a:pPr>
            <a:r>
              <a:rPr lang="zh-CN" altLang="en-US" sz="1200">
                <a:sym typeface="+mn-ea"/>
              </a:rPr>
              <a:t>11.    created(){console.log('created');},</a:t>
            </a:r>
          </a:p>
          <a:p>
            <a:pPr indent="0" algn="l" fontAlgn="auto">
              <a:lnSpc>
                <a:spcPct val="100000"/>
              </a:lnSpc>
              <a:buClrTx/>
              <a:buSzTx/>
              <a:buFontTx/>
              <a:buNone/>
            </a:pPr>
            <a:r>
              <a:rPr lang="zh-CN" altLang="en-US" sz="1200">
                <a:sym typeface="+mn-ea"/>
              </a:rPr>
              <a:t>12.    beforeMount(){console.log('beforeMount');},</a:t>
            </a:r>
          </a:p>
          <a:p>
            <a:pPr indent="0" algn="l" fontAlgn="auto">
              <a:lnSpc>
                <a:spcPct val="100000"/>
              </a:lnSpc>
              <a:buClrTx/>
              <a:buSzTx/>
              <a:buFontTx/>
              <a:buNone/>
            </a:pPr>
            <a:r>
              <a:rPr lang="zh-CN" altLang="en-US" sz="1200">
                <a:sym typeface="+mn-ea"/>
              </a:rPr>
              <a:t>13.    mounted(){ console.log('mounted');},</a:t>
            </a:r>
          </a:p>
          <a:p>
            <a:pPr indent="0" algn="l" fontAlgn="auto">
              <a:lnSpc>
                <a:spcPct val="100000"/>
              </a:lnSpc>
              <a:buClrTx/>
              <a:buSzTx/>
              <a:buFontTx/>
              <a:buNone/>
            </a:pPr>
            <a:r>
              <a:rPr lang="zh-CN" altLang="en-US" sz="1200">
                <a:sym typeface="+mn-ea"/>
              </a:rPr>
              <a:t>14.    beforeUpdate(){console.log('beforeUpdate');},</a:t>
            </a:r>
          </a:p>
          <a:p>
            <a:pPr indent="0" algn="l" fontAlgn="auto">
              <a:lnSpc>
                <a:spcPct val="100000"/>
              </a:lnSpc>
              <a:buClrTx/>
              <a:buSzTx/>
              <a:buFontTx/>
              <a:buNone/>
            </a:pPr>
            <a:r>
              <a:rPr lang="zh-CN" altLang="en-US" sz="1200">
                <a:sym typeface="+mn-ea"/>
              </a:rPr>
              <a:t>15.    updated(){console.log('updated');}</a:t>
            </a:r>
          </a:p>
          <a:p>
            <a:pPr indent="0" algn="l" fontAlgn="auto">
              <a:lnSpc>
                <a:spcPct val="100000"/>
              </a:lnSpc>
              <a:buClrTx/>
              <a:buSzTx/>
              <a:buFontTx/>
              <a:buNone/>
            </a:pPr>
            <a:r>
              <a:rPr lang="zh-CN" altLang="en-US" sz="1200">
                <a:sym typeface="+mn-ea"/>
              </a:rPr>
              <a:t>16.    }).mount('#app');</a:t>
            </a:r>
          </a:p>
        </p:txBody>
      </p:sp>
      <p:sp>
        <p:nvSpPr>
          <p:cNvPr id="12" name="圆角矩形 11"/>
          <p:cNvSpPr/>
          <p:nvPr>
            <p:custDataLst>
              <p:tags r:id="rId2"/>
            </p:custDataLst>
          </p:nvPr>
        </p:nvSpPr>
        <p:spPr>
          <a:xfrm>
            <a:off x="1619885" y="2494280"/>
            <a:ext cx="936625" cy="30924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例</a:t>
            </a:r>
            <a:r>
              <a:rPr lang="en-US" altLang="zh-CN"/>
              <a:t>4-18</a:t>
            </a:r>
          </a:p>
        </p:txBody>
      </p:sp>
      <p:pic>
        <p:nvPicPr>
          <p:cNvPr id="155" name="图片 8"/>
          <p:cNvPicPr>
            <a:picLocks noChangeAspect="1"/>
          </p:cNvPicPr>
          <p:nvPr>
            <p:custDataLst>
              <p:tags r:id="rId3"/>
            </p:custDataLst>
          </p:nvPr>
        </p:nvPicPr>
        <p:blipFill>
          <a:blip r:embed="rId6"/>
          <a:stretch>
            <a:fillRect/>
          </a:stretch>
        </p:blipFill>
        <p:spPr>
          <a:xfrm>
            <a:off x="7939088" y="2351405"/>
            <a:ext cx="3409315" cy="1586230"/>
          </a:xfrm>
          <a:prstGeom prst="rect">
            <a:avLst/>
          </a:prstGeom>
          <a:noFill/>
          <a:ln>
            <a:solidFill>
              <a:schemeClr val="tx1"/>
            </a:solidFill>
          </a:ln>
        </p:spPr>
      </p:pic>
      <p:pic>
        <p:nvPicPr>
          <p:cNvPr id="157" name="图片 9"/>
          <p:cNvPicPr>
            <a:picLocks noChangeAspect="1"/>
          </p:cNvPicPr>
          <p:nvPr>
            <p:custDataLst>
              <p:tags r:id="rId4"/>
            </p:custDataLst>
          </p:nvPr>
        </p:nvPicPr>
        <p:blipFill>
          <a:blip r:embed="rId7"/>
          <a:stretch>
            <a:fillRect/>
          </a:stretch>
        </p:blipFill>
        <p:spPr>
          <a:xfrm>
            <a:off x="7939088" y="4111308"/>
            <a:ext cx="3409315" cy="1807845"/>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2315" y="368935"/>
            <a:ext cx="4665345" cy="953135"/>
          </a:xfrm>
          <a:prstGeom prst="rect">
            <a:avLst/>
          </a:prstGeom>
          <a:noFill/>
        </p:spPr>
        <p:txBody>
          <a:bodyPr wrap="square" rtlCol="0">
            <a:spAutoFit/>
          </a:bodyPr>
          <a:lstStyle/>
          <a:p>
            <a:pPr algn="ctr"/>
            <a:r>
              <a:rPr lang="en-US" altLang="zh-CN" sz="2800" b="1" dirty="0">
                <a:latin typeface="微软雅黑" panose="020B0503020204020204" pitchFamily="34" charset="-122"/>
                <a:ea typeface="微软雅黑" panose="020B0503020204020204" pitchFamily="34" charset="-122"/>
              </a:rPr>
              <a:t>4.9</a:t>
            </a:r>
          </a:p>
          <a:p>
            <a:pPr algn="ctr"/>
            <a:r>
              <a:rPr lang="en-US" altLang="zh-CN" sz="2800" b="1" dirty="0">
                <a:latin typeface="微软雅黑" panose="020B0503020204020204" pitchFamily="34" charset="-122"/>
                <a:ea typeface="微软雅黑" panose="020B0503020204020204" pitchFamily="34" charset="-122"/>
              </a:rPr>
              <a:t>实训：农产品后台管理系统</a:t>
            </a:r>
          </a:p>
        </p:txBody>
      </p:sp>
      <p:sp>
        <p:nvSpPr>
          <p:cNvPr id="4" name="文本框 3"/>
          <p:cNvSpPr txBox="1"/>
          <p:nvPr/>
        </p:nvSpPr>
        <p:spPr>
          <a:xfrm>
            <a:off x="6647815" y="2804795"/>
            <a:ext cx="4456430" cy="1248410"/>
          </a:xfrm>
          <a:prstGeom prst="rect">
            <a:avLst/>
          </a:prstGeom>
          <a:noFill/>
        </p:spPr>
        <p:txBody>
          <a:bodyPr wrap="square" rtlCol="0">
            <a:noAutofit/>
          </a:bodyPr>
          <a:lstStyle/>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商品信息页面结构简图</a:t>
            </a:r>
          </a:p>
          <a:p>
            <a:pPr marL="342900" indent="-3429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sym typeface="+mn-ea"/>
            </a:endParaRPr>
          </a:p>
          <a:p>
            <a:pPr marL="342900" indent="-3429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mn-ea"/>
              </a:rPr>
              <a:t>实现商品信息页效果</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30" y="93980"/>
            <a:ext cx="6509385" cy="645160"/>
          </a:xfrm>
          <a:prstGeom prst="rect">
            <a:avLst/>
          </a:prstGeom>
          <a:noFill/>
        </p:spPr>
        <p:txBody>
          <a:bodyPr wrap="square" rtlCol="0">
            <a:spAutoFit/>
          </a:bodyPr>
          <a:lstStyle/>
          <a:p>
            <a:r>
              <a:rPr sz="3600" dirty="0"/>
              <a:t>4.9</a:t>
            </a:r>
            <a:r>
              <a:rPr lang="en-US" sz="3600" dirty="0"/>
              <a:t> </a:t>
            </a:r>
            <a:r>
              <a:rPr sz="3600" dirty="0"/>
              <a:t>实训：农产品后台管理系统</a:t>
            </a:r>
          </a:p>
        </p:txBody>
      </p:sp>
      <p:sp>
        <p:nvSpPr>
          <p:cNvPr id="5" name="文本框 4"/>
          <p:cNvSpPr txBox="1"/>
          <p:nvPr/>
        </p:nvSpPr>
        <p:spPr>
          <a:xfrm>
            <a:off x="1680210" y="2807970"/>
            <a:ext cx="9272905" cy="2087245"/>
          </a:xfrm>
          <a:prstGeom prst="rect">
            <a:avLst/>
          </a:prstGeom>
          <a:noFill/>
        </p:spPr>
        <p:txBody>
          <a:bodyPr wrap="square" rtlCol="0">
            <a:noAutofit/>
          </a:bodyPr>
          <a:lstStyle/>
          <a:p>
            <a:pPr indent="508000" algn="l" fontAlgn="auto">
              <a:lnSpc>
                <a:spcPct val="150000"/>
              </a:lnSpc>
              <a:spcBef>
                <a:spcPts val="500"/>
              </a:spcBef>
              <a:buNone/>
              <a:extLst>
                <a:ext uri="{35155182-B16C-46BC-9424-99874614C6A1}">
                  <wpsdc:indentchars xmln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rPr>
              <a:t>“农为邦本，本固邦宁”，新时代新征程，我国加快从农业大国向农业强国的转变，亿万农民满怀信心耕耘在希望的田野上，孕育出健康、美味的特色农产品。本节将以特色农产品为主题，使用</a:t>
            </a:r>
            <a:r>
              <a:rPr lang="en-US" altLang="zh-CN" sz="2000" dirty="0">
                <a:latin typeface="微软雅黑" panose="020B0503020204020204" pitchFamily="34" charset="-122"/>
                <a:ea typeface="微软雅黑" panose="020B0503020204020204" pitchFamily="34" charset="-122"/>
              </a:rPr>
              <a:t>Vue</a:t>
            </a:r>
            <a:r>
              <a:rPr lang="zh-CN" altLang="en-US" sz="2000" dirty="0">
                <a:latin typeface="微软雅黑" panose="020B0503020204020204" pitchFamily="34" charset="-122"/>
                <a:ea typeface="微软雅黑" panose="020B0503020204020204" pitchFamily="34" charset="-122"/>
              </a:rPr>
              <a:t>的插值语法、方法选项、内置指令、计算属性、</a:t>
            </a:r>
            <a:r>
              <a:rPr lang="en-US" altLang="zh-CN" sz="2000" dirty="0">
                <a:latin typeface="微软雅黑" panose="020B0503020204020204" pitchFamily="34" charset="-122"/>
                <a:ea typeface="微软雅黑" panose="020B0503020204020204" pitchFamily="34" charset="-122"/>
              </a:rPr>
              <a:t>Class</a:t>
            </a:r>
            <a:r>
              <a:rPr lang="zh-CN" altLang="en-US" sz="2000" dirty="0">
                <a:latin typeface="微软雅黑" panose="020B0503020204020204" pitchFamily="34" charset="-122"/>
                <a:ea typeface="微软雅黑" panose="020B0503020204020204" pitchFamily="34" charset="-122"/>
              </a:rPr>
              <a:t>样式绑定实现一个重点介绍商品信息的农产品后台管理系统。</a:t>
            </a:r>
          </a:p>
        </p:txBody>
      </p:sp>
      <p:sp>
        <p:nvSpPr>
          <p:cNvPr id="6" name="圆角矩形 5"/>
          <p:cNvSpPr/>
          <p:nvPr/>
        </p:nvSpPr>
        <p:spPr>
          <a:xfrm>
            <a:off x="935990" y="2257425"/>
            <a:ext cx="10641330" cy="3200400"/>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680210" y="1902460"/>
            <a:ext cx="9272905" cy="2005330"/>
          </a:xfrm>
          <a:prstGeom prst="rect">
            <a:avLst/>
          </a:prstGeom>
          <a:noFill/>
        </p:spPr>
        <p:txBody>
          <a:bodyPr wrap="square" rtlCol="0">
            <a:noAutofit/>
          </a:bodyPr>
          <a:lstStyle/>
          <a:p>
            <a:pPr indent="508000" algn="just" fontAlgn="auto">
              <a:lnSpc>
                <a:spcPct val="150000"/>
              </a:lnSpc>
              <a:spcBef>
                <a:spcPts val="500"/>
              </a:spcBef>
              <a:buClrTx/>
              <a:buSzTx/>
              <a:buFontTx/>
              <a:buNone/>
              <a:extLst>
                <a:ext uri="{35155182-B16C-46BC-9424-99874614C6A1}">
                  <wpsdc:indentchars xmln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rPr>
              <a:t>本案例将制作一个简单的农产品后台管理系统，使用</a:t>
            </a:r>
            <a:r>
              <a:rPr lang="en-US" altLang="zh-CN" sz="2000" dirty="0">
                <a:latin typeface="微软雅黑" panose="020B0503020204020204" pitchFamily="34" charset="-122"/>
                <a:ea typeface="微软雅黑" panose="020B0503020204020204" pitchFamily="34" charset="-122"/>
              </a:rPr>
              <a:t>v-for</a:t>
            </a:r>
            <a:r>
              <a:rPr lang="zh-CN" altLang="en-US" sz="2000" dirty="0">
                <a:latin typeface="微软雅黑" panose="020B0503020204020204" pitchFamily="34" charset="-122"/>
                <a:ea typeface="微软雅黑" panose="020B0503020204020204" pitchFamily="34" charset="-122"/>
              </a:rPr>
              <a:t>指令循环渲染固定在页面左侧的导航菜单，此农产品后台管理系统重点介绍商品信息页。商品信息页包含商品</a:t>
            </a:r>
            <a:r>
              <a:rPr lang="en-US" altLang="zh-CN" sz="2000" dirty="0">
                <a:latin typeface="微软雅黑" panose="020B0503020204020204" pitchFamily="34" charset="-122"/>
                <a:ea typeface="微软雅黑" panose="020B0503020204020204" pitchFamily="34" charset="-122"/>
              </a:rPr>
              <a:t>ID</a:t>
            </a:r>
            <a:r>
              <a:rPr lang="zh-CN" altLang="en-US" sz="2000" dirty="0">
                <a:latin typeface="微软雅黑" panose="020B0503020204020204" pitchFamily="34" charset="-122"/>
                <a:ea typeface="微软雅黑" panose="020B0503020204020204" pitchFamily="34" charset="-122"/>
              </a:rPr>
              <a:t>、商品名称、产地、价格、库存、入库时间、</a:t>
            </a:r>
            <a:r>
              <a:rPr lang="en-US" altLang="zh-CN" sz="2000" dirty="0">
                <a:latin typeface="微软雅黑" panose="020B0503020204020204" pitchFamily="34" charset="-122"/>
                <a:ea typeface="微软雅黑" panose="020B0503020204020204" pitchFamily="34" charset="-122"/>
              </a:rPr>
              <a:t>edit</a:t>
            </a:r>
            <a:r>
              <a:rPr lang="zh-CN" altLang="en-US" sz="2000" dirty="0">
                <a:latin typeface="微软雅黑" panose="020B0503020204020204" pitchFamily="34" charset="-122"/>
                <a:ea typeface="微软雅黑" panose="020B0503020204020204" pitchFamily="34" charset="-122"/>
              </a:rPr>
              <a:t>编辑按钮、</a:t>
            </a:r>
            <a:r>
              <a:rPr lang="en-US" altLang="zh-CN" sz="2000" dirty="0">
                <a:latin typeface="微软雅黑" panose="020B0503020204020204" pitchFamily="34" charset="-122"/>
                <a:ea typeface="微软雅黑" panose="020B0503020204020204" pitchFamily="34" charset="-122"/>
              </a:rPr>
              <a:t>delete</a:t>
            </a:r>
            <a:r>
              <a:rPr lang="zh-CN" altLang="en-US" sz="2000" dirty="0">
                <a:latin typeface="微软雅黑" panose="020B0503020204020204" pitchFamily="34" charset="-122"/>
                <a:ea typeface="微软雅黑" panose="020B0503020204020204" pitchFamily="34" charset="-122"/>
              </a:rPr>
              <a:t>按钮、商品总库存以及信息修改表单等，页面结构简图如下图</a:t>
            </a: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1002030" y="1831340"/>
            <a:ext cx="10641330" cy="45345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4.9.1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商品信息页面结构简图</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9E4FE318-F57E-40BA-8FC8-6E774E21AC4C}"/>
              </a:ext>
            </a:extLst>
          </p:cNvPr>
          <p:cNvSpPr txBox="1"/>
          <p:nvPr/>
        </p:nvSpPr>
        <p:spPr>
          <a:xfrm>
            <a:off x="1002030" y="93980"/>
            <a:ext cx="6509385" cy="645160"/>
          </a:xfrm>
          <a:prstGeom prst="rect">
            <a:avLst/>
          </a:prstGeom>
          <a:noFill/>
        </p:spPr>
        <p:txBody>
          <a:bodyPr wrap="square" rtlCol="0">
            <a:spAutoFit/>
          </a:bodyPr>
          <a:lstStyle/>
          <a:p>
            <a:r>
              <a:rPr sz="3600" dirty="0"/>
              <a:t>4.9</a:t>
            </a:r>
            <a:r>
              <a:rPr lang="en-US" sz="3600" dirty="0"/>
              <a:t> </a:t>
            </a:r>
            <a:r>
              <a:rPr sz="3600" dirty="0"/>
              <a:t>实训：农产品后台管理系统</a:t>
            </a:r>
          </a:p>
        </p:txBody>
      </p:sp>
      <p:pic>
        <p:nvPicPr>
          <p:cNvPr id="8" name="图片 7">
            <a:extLst>
              <a:ext uri="{FF2B5EF4-FFF2-40B4-BE49-F238E27FC236}">
                <a16:creationId xmlns:a16="http://schemas.microsoft.com/office/drawing/2014/main" id="{FDC1732D-EE15-4B73-926A-1FA26C7BE64C}"/>
              </a:ext>
            </a:extLst>
          </p:cNvPr>
          <p:cNvPicPr>
            <a:picLocks noChangeAspect="1"/>
          </p:cNvPicPr>
          <p:nvPr/>
        </p:nvPicPr>
        <p:blipFill>
          <a:blip r:embed="rId3"/>
          <a:stretch>
            <a:fillRect/>
          </a:stretch>
        </p:blipFill>
        <p:spPr>
          <a:xfrm>
            <a:off x="1968867" y="3806507"/>
            <a:ext cx="8633109" cy="2559368"/>
          </a:xfrm>
          <a:prstGeom prst="rect">
            <a:avLst/>
          </a:prstGeom>
          <a:noFill/>
          <a:ln>
            <a:solidFill>
              <a:schemeClr val="tx1"/>
            </a:solidFill>
          </a:ln>
        </p:spPr>
      </p:pic>
    </p:spTree>
    <p:extLst>
      <p:ext uri="{BB962C8B-B14F-4D97-AF65-F5344CB8AC3E}">
        <p14:creationId xmlns:p14="http://schemas.microsoft.com/office/powerpoint/2010/main" val="179281185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81540" y="1902460"/>
            <a:ext cx="9808430" cy="4339314"/>
          </a:xfrm>
          <a:prstGeom prst="rect">
            <a:avLst/>
          </a:prstGeom>
          <a:noFill/>
        </p:spPr>
        <p:txBody>
          <a:bodyPr wrap="square" rtlCol="0">
            <a:noAutofit/>
          </a:bodyPr>
          <a:lstStyle/>
          <a:p>
            <a:pPr indent="508000" algn="just" fontAlgn="auto">
              <a:lnSpc>
                <a:spcPct val="150000"/>
              </a:lnSpc>
              <a:spcBef>
                <a:spcPts val="500"/>
              </a:spcBef>
              <a:buClrTx/>
              <a:buSzTx/>
              <a:buFontTx/>
              <a:buNone/>
              <a:extLst>
                <a:ext uri="{35155182-B16C-46BC-9424-99874614C6A1}">
                  <wpsdc:indentchars xmln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rPr>
              <a:t>以“首页”为例，当用户单击“首页”菜单项时，</a:t>
            </a:r>
            <a:r>
              <a:rPr lang="en-US" altLang="zh-CN" sz="2000" dirty="0" err="1">
                <a:latin typeface="微软雅黑" panose="020B0503020204020204" pitchFamily="34" charset="-122"/>
                <a:ea typeface="微软雅黑" panose="020B0503020204020204" pitchFamily="34" charset="-122"/>
              </a:rPr>
              <a:t>tabNameList</a:t>
            </a:r>
            <a:r>
              <a:rPr lang="zh-CN" altLang="en-US" sz="2000" dirty="0">
                <a:latin typeface="微软雅黑" panose="020B0503020204020204" pitchFamily="34" charset="-122"/>
                <a:ea typeface="微软雅黑" panose="020B0503020204020204" pitchFamily="34" charset="-122"/>
              </a:rPr>
              <a:t>数组内第一项的</a:t>
            </a:r>
            <a:r>
              <a:rPr lang="en-US" altLang="zh-CN" sz="2000" dirty="0" err="1">
                <a:latin typeface="微软雅黑" panose="020B0503020204020204" pitchFamily="34" charset="-122"/>
                <a:ea typeface="微软雅黑" panose="020B0503020204020204" pitchFamily="34" charset="-122"/>
              </a:rPr>
              <a:t>isChoos</a:t>
            </a:r>
            <a:r>
              <a:rPr lang="zh-CN" altLang="en-US" sz="2000" dirty="0">
                <a:latin typeface="微软雅黑" panose="020B0503020204020204" pitchFamily="34" charset="-122"/>
                <a:ea typeface="微软雅黑" panose="020B0503020204020204" pitchFamily="34" charset="-122"/>
              </a:rPr>
              <a:t>属性自动改为被单击的菜单下标，即</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v-show</a:t>
            </a:r>
            <a:r>
              <a:rPr lang="zh-CN" altLang="en-US" sz="2000" dirty="0">
                <a:latin typeface="微软雅黑" panose="020B0503020204020204" pitchFamily="34" charset="-122"/>
                <a:ea typeface="微软雅黑" panose="020B0503020204020204" pitchFamily="34" charset="-122"/>
              </a:rPr>
              <a:t>指令对比</a:t>
            </a:r>
            <a:r>
              <a:rPr lang="en-US" altLang="zh-CN" sz="2000" dirty="0" err="1">
                <a:latin typeface="微软雅黑" panose="020B0503020204020204" pitchFamily="34" charset="-122"/>
                <a:ea typeface="微软雅黑" panose="020B0503020204020204" pitchFamily="34" charset="-122"/>
              </a:rPr>
              <a:t>isChoos</a:t>
            </a:r>
            <a:r>
              <a:rPr lang="zh-CN" altLang="en-US" sz="2000" dirty="0">
                <a:latin typeface="微软雅黑" panose="020B0503020204020204" pitchFamily="34" charset="-122"/>
                <a:ea typeface="微软雅黑" panose="020B0503020204020204" pitchFamily="34" charset="-122"/>
              </a:rPr>
              <a:t>属性值与菜单下标，二者相同则显示“欢迎进入，首页”，显示效果如图</a:t>
            </a:r>
            <a:endParaRPr lang="en-US" altLang="zh-CN" sz="2000" dirty="0">
              <a:latin typeface="微软雅黑" panose="020B0503020204020204" pitchFamily="34" charset="-122"/>
              <a:ea typeface="微软雅黑" panose="020B0503020204020204" pitchFamily="34" charset="-122"/>
            </a:endParaRPr>
          </a:p>
          <a:p>
            <a:pPr indent="508000" algn="just" fontAlgn="auto">
              <a:lnSpc>
                <a:spcPct val="150000"/>
              </a:lnSpc>
              <a:spcBef>
                <a:spcPts val="500"/>
              </a:spcBef>
              <a:buClrTx/>
              <a:buSzTx/>
              <a:buFontTx/>
              <a:buNone/>
              <a:extLst>
                <a:ext uri="{35155182-B16C-46BC-9424-99874614C6A1}">
                  <wpsdc:indentchars xmlns="" xmlns:wpsdc="http://www.wps.cn/officeDocument/2017/drawingmlCustomData" val="200" checksum="282533468"/>
                </a:ext>
              </a:extLst>
            </a:pPr>
            <a:endParaRPr lang="zh-CN" sz="2000" dirty="0">
              <a:latin typeface="微软雅黑" panose="020B0503020204020204" pitchFamily="34" charset="-122"/>
              <a:ea typeface="微软雅黑" panose="020B0503020204020204" pitchFamily="34" charset="-122"/>
            </a:endParaRPr>
          </a:p>
        </p:txBody>
      </p:sp>
      <p:sp>
        <p:nvSpPr>
          <p:cNvPr id="6" name="圆角矩形 5"/>
          <p:cNvSpPr/>
          <p:nvPr/>
        </p:nvSpPr>
        <p:spPr>
          <a:xfrm>
            <a:off x="1002030" y="1831340"/>
            <a:ext cx="10641330" cy="4534535"/>
          </a:xfrm>
          <a:prstGeom prst="roundRect">
            <a:avLst/>
          </a:prstGeom>
          <a:noFill/>
          <a:ln>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1"/>
            </p:custDataLst>
          </p:nvPr>
        </p:nvSpPr>
        <p:spPr>
          <a:xfrm>
            <a:off x="1185545" y="1090295"/>
            <a:ext cx="4450715" cy="460375"/>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4.9.2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实现商品信息页效果</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9E4FE318-F57E-40BA-8FC8-6E774E21AC4C}"/>
              </a:ext>
            </a:extLst>
          </p:cNvPr>
          <p:cNvSpPr txBox="1"/>
          <p:nvPr/>
        </p:nvSpPr>
        <p:spPr>
          <a:xfrm>
            <a:off x="1002030" y="93980"/>
            <a:ext cx="6509385" cy="645160"/>
          </a:xfrm>
          <a:prstGeom prst="rect">
            <a:avLst/>
          </a:prstGeom>
          <a:noFill/>
        </p:spPr>
        <p:txBody>
          <a:bodyPr wrap="square" rtlCol="0">
            <a:spAutoFit/>
          </a:bodyPr>
          <a:lstStyle/>
          <a:p>
            <a:r>
              <a:rPr sz="3600" dirty="0"/>
              <a:t>4.9</a:t>
            </a:r>
            <a:r>
              <a:rPr lang="en-US" sz="3600" dirty="0"/>
              <a:t> </a:t>
            </a:r>
            <a:r>
              <a:rPr sz="3600" dirty="0"/>
              <a:t>实训：农产品后台管理系统</a:t>
            </a:r>
          </a:p>
        </p:txBody>
      </p:sp>
      <p:sp>
        <p:nvSpPr>
          <p:cNvPr id="9" name="文本框 8">
            <a:extLst>
              <a:ext uri="{FF2B5EF4-FFF2-40B4-BE49-F238E27FC236}">
                <a16:creationId xmlns:a16="http://schemas.microsoft.com/office/drawing/2014/main" id="{E6B4787E-DCD1-4065-BC59-292C5F9E7A11}"/>
              </a:ext>
            </a:extLst>
          </p:cNvPr>
          <p:cNvSpPr txBox="1"/>
          <p:nvPr/>
        </p:nvSpPr>
        <p:spPr>
          <a:xfrm>
            <a:off x="3283005" y="5986604"/>
            <a:ext cx="7906965"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sym typeface="+mn-ea"/>
              </a:rPr>
              <a:t>具体代码见源码包</a:t>
            </a:r>
            <a:r>
              <a:rPr lang="en-US" altLang="zh-CN" dirty="0">
                <a:latin typeface="微软雅黑" panose="020B0503020204020204" pitchFamily="34" charset="-122"/>
                <a:ea typeface="微软雅黑" panose="020B0503020204020204" pitchFamily="34" charset="-122"/>
                <a:sym typeface="+mn-ea"/>
              </a:rPr>
              <a:t>/ch04/</a:t>
            </a:r>
            <a:r>
              <a:rPr lang="en-US" altLang="zh-CN" b="1" dirty="0">
                <a:solidFill>
                  <a:schemeClr val="accent2"/>
                </a:solidFill>
                <a:latin typeface="微软雅黑" panose="020B0503020204020204" pitchFamily="34" charset="-122"/>
                <a:ea typeface="微软雅黑" panose="020B0503020204020204" pitchFamily="34" charset="-122"/>
                <a:sym typeface="+mn-ea"/>
              </a:rPr>
              <a:t> productInformationOperationPage.html</a:t>
            </a:r>
            <a:r>
              <a:rPr lang="zh-CN" altLang="en-US" dirty="0">
                <a:latin typeface="微软雅黑" panose="020B0503020204020204" pitchFamily="34" charset="-122"/>
                <a:ea typeface="微软雅黑" panose="020B0503020204020204" pitchFamily="34" charset="-122"/>
                <a:sym typeface="+mn-ea"/>
              </a:rPr>
              <a:t>文件</a:t>
            </a:r>
            <a:endParaRPr lang="zh-CN" altLang="en-US" dirty="0"/>
          </a:p>
        </p:txBody>
      </p:sp>
      <p:sp>
        <p:nvSpPr>
          <p:cNvPr id="10" name="圆角矩形 11">
            <a:extLst>
              <a:ext uri="{FF2B5EF4-FFF2-40B4-BE49-F238E27FC236}">
                <a16:creationId xmlns:a16="http://schemas.microsoft.com/office/drawing/2014/main" id="{0EEEE84E-BE01-42AB-BDE4-17D672CD6F75}"/>
              </a:ext>
            </a:extLst>
          </p:cNvPr>
          <p:cNvSpPr/>
          <p:nvPr>
            <p:custDataLst>
              <p:tags r:id="rId2"/>
            </p:custDataLst>
          </p:nvPr>
        </p:nvSpPr>
        <p:spPr>
          <a:xfrm>
            <a:off x="434340" y="1901825"/>
            <a:ext cx="1135380" cy="39243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dirty="0"/>
              <a:t>例</a:t>
            </a:r>
            <a:r>
              <a:rPr lang="en-US" dirty="0"/>
              <a:t>4</a:t>
            </a:r>
            <a:r>
              <a:rPr dirty="0"/>
              <a:t>-</a:t>
            </a:r>
            <a:r>
              <a:rPr lang="en-US" dirty="0"/>
              <a:t>19</a:t>
            </a:r>
            <a:endParaRPr dirty="0"/>
          </a:p>
        </p:txBody>
      </p:sp>
      <p:pic>
        <p:nvPicPr>
          <p:cNvPr id="11" name="图片 10">
            <a:extLst>
              <a:ext uri="{FF2B5EF4-FFF2-40B4-BE49-F238E27FC236}">
                <a16:creationId xmlns:a16="http://schemas.microsoft.com/office/drawing/2014/main" id="{304904CD-8599-43FE-8B5F-C324DD7D6178}"/>
              </a:ext>
            </a:extLst>
          </p:cNvPr>
          <p:cNvPicPr>
            <a:picLocks noChangeAspect="1"/>
          </p:cNvPicPr>
          <p:nvPr/>
        </p:nvPicPr>
        <p:blipFill>
          <a:blip r:embed="rId4"/>
          <a:stretch>
            <a:fillRect/>
          </a:stretch>
        </p:blipFill>
        <p:spPr>
          <a:xfrm>
            <a:off x="2715383" y="3348101"/>
            <a:ext cx="6761233" cy="2618625"/>
          </a:xfrm>
          <a:prstGeom prst="rect">
            <a:avLst/>
          </a:prstGeom>
          <a:noFill/>
          <a:ln>
            <a:solidFill>
              <a:schemeClr val="tx1"/>
            </a:solidFill>
          </a:ln>
        </p:spPr>
      </p:pic>
    </p:spTree>
    <p:extLst>
      <p:ext uri="{BB962C8B-B14F-4D97-AF65-F5344CB8AC3E}">
        <p14:creationId xmlns:p14="http://schemas.microsoft.com/office/powerpoint/2010/main" val="348942013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2028" y="82332"/>
            <a:ext cx="5181602" cy="645160"/>
          </a:xfrm>
          <a:prstGeom prst="rect">
            <a:avLst/>
          </a:prstGeom>
          <a:noFill/>
        </p:spPr>
        <p:txBody>
          <a:bodyPr wrap="square" rtlCol="0">
            <a:spAutoFit/>
          </a:bodyPr>
          <a:lstStyle/>
          <a:p>
            <a:r>
              <a:rPr lang="zh-CN" altLang="en-US" sz="3600" dirty="0"/>
              <a:t>课后小结</a:t>
            </a:r>
          </a:p>
        </p:txBody>
      </p:sp>
      <p:sp>
        <p:nvSpPr>
          <p:cNvPr id="7" name="文本框 6"/>
          <p:cNvSpPr txBox="1"/>
          <p:nvPr/>
        </p:nvSpPr>
        <p:spPr>
          <a:xfrm>
            <a:off x="1068070" y="2075180"/>
            <a:ext cx="9369425" cy="2399665"/>
          </a:xfrm>
          <a:prstGeom prst="rect">
            <a:avLst/>
          </a:prstGeom>
          <a:noFill/>
        </p:spPr>
        <p:txBody>
          <a:bodyPr wrap="square" rtlCol="0">
            <a:spAutoFit/>
          </a:bodyPr>
          <a:lstStyle/>
          <a:p>
            <a:pPr marL="457200" indent="508000" fontAlgn="auto">
              <a:lnSpc>
                <a:spcPct val="150000"/>
              </a:lnSpc>
              <a:spcBef>
                <a:spcPts val="500"/>
              </a:spcBef>
              <a:buNone/>
              <a:extLst>
                <a:ext uri="{35155182-B16C-46BC-9424-99874614C6A1}">
                  <wpsdc:indentchars xmlns:wpsdc="http://www.wps.cn/officeDocument/2017/drawingmlCustomData" xmlns="" val="200" checksum="282533468"/>
                </a:ext>
              </a:extLst>
            </a:pPr>
            <a:r>
              <a:rPr lang="zh-CN" altLang="en-US" sz="2000" dirty="0">
                <a:latin typeface="微软雅黑" panose="020B0503020204020204" pitchFamily="34" charset="-122"/>
                <a:ea typeface="微软雅黑" panose="020B0503020204020204" pitchFamily="34" charset="-122"/>
                <a:sym typeface="+mn-ea"/>
              </a:rPr>
              <a:t>本章重点讲述</a:t>
            </a:r>
            <a:r>
              <a:rPr lang="en-US" altLang="zh-CN" sz="2000" dirty="0">
                <a:latin typeface="微软雅黑" panose="020B0503020204020204" pitchFamily="34" charset="-122"/>
                <a:ea typeface="微软雅黑" panose="020B0503020204020204" pitchFamily="34" charset="-122"/>
                <a:sym typeface="+mn-ea"/>
              </a:rPr>
              <a:t>Vue</a:t>
            </a:r>
            <a:r>
              <a:rPr lang="zh-CN" altLang="en-US" sz="2000" dirty="0">
                <a:latin typeface="微软雅黑" panose="020B0503020204020204" pitchFamily="34" charset="-122"/>
                <a:ea typeface="微软雅黑" panose="020B0503020204020204" pitchFamily="34" charset="-122"/>
                <a:sym typeface="+mn-ea"/>
              </a:rPr>
              <a:t>的基本语法，包括创建</a:t>
            </a:r>
            <a:r>
              <a:rPr lang="zh-CN" altLang="en-US" sz="2000" b="1" dirty="0">
                <a:solidFill>
                  <a:schemeClr val="accent2"/>
                </a:solidFill>
                <a:latin typeface="微软雅黑" panose="020B0503020204020204" pitchFamily="34" charset="-122"/>
                <a:ea typeface="微软雅黑" panose="020B0503020204020204" pitchFamily="34" charset="-122"/>
                <a:sym typeface="+mn-ea"/>
              </a:rPr>
              <a:t>应用程序实例</a:t>
            </a:r>
            <a:r>
              <a:rPr lang="zh-CN" altLang="en-US" sz="2000" dirty="0">
                <a:latin typeface="微软雅黑" panose="020B0503020204020204" pitchFamily="34" charset="-122"/>
                <a:ea typeface="微软雅黑" panose="020B0503020204020204" pitchFamily="34" charset="-122"/>
                <a:sym typeface="+mn-ea"/>
              </a:rPr>
              <a:t>、</a:t>
            </a:r>
            <a:r>
              <a:rPr lang="zh-CN" altLang="en-US" sz="2000" b="1" dirty="0">
                <a:solidFill>
                  <a:schemeClr val="accent2"/>
                </a:solidFill>
                <a:latin typeface="微软雅黑" panose="020B0503020204020204" pitchFamily="34" charset="-122"/>
                <a:ea typeface="微软雅黑" panose="020B0503020204020204" pitchFamily="34" charset="-122"/>
                <a:sym typeface="+mn-ea"/>
              </a:rPr>
              <a:t>插值语法</a:t>
            </a:r>
            <a:r>
              <a:rPr lang="zh-CN" altLang="en-US" sz="2000" dirty="0">
                <a:latin typeface="微软雅黑" panose="020B0503020204020204" pitchFamily="34" charset="-122"/>
                <a:ea typeface="微软雅黑" panose="020B0503020204020204" pitchFamily="34" charset="-122"/>
                <a:sym typeface="+mn-ea"/>
              </a:rPr>
              <a:t>、</a:t>
            </a:r>
            <a:r>
              <a:rPr lang="zh-CN" altLang="en-US" sz="2000" b="1" dirty="0">
                <a:solidFill>
                  <a:schemeClr val="accent2"/>
                </a:solidFill>
                <a:latin typeface="微软雅黑" panose="020B0503020204020204" pitchFamily="34" charset="-122"/>
                <a:ea typeface="微软雅黑" panose="020B0503020204020204" pitchFamily="34" charset="-122"/>
                <a:sym typeface="+mn-ea"/>
              </a:rPr>
              <a:t>方法选项</a:t>
            </a:r>
            <a:r>
              <a:rPr lang="zh-CN" altLang="en-US" sz="2000" dirty="0">
                <a:latin typeface="微软雅黑" panose="020B0503020204020204" pitchFamily="34" charset="-122"/>
                <a:ea typeface="微软雅黑" panose="020B0503020204020204" pitchFamily="34" charset="-122"/>
                <a:sym typeface="+mn-ea"/>
              </a:rPr>
              <a:t>、</a:t>
            </a:r>
            <a:r>
              <a:rPr lang="zh-CN" altLang="en-US" sz="2000" b="1" dirty="0">
                <a:solidFill>
                  <a:schemeClr val="accent2"/>
                </a:solidFill>
                <a:latin typeface="微软雅黑" panose="020B0503020204020204" pitchFamily="34" charset="-122"/>
                <a:ea typeface="微软雅黑" panose="020B0503020204020204" pitchFamily="34" charset="-122"/>
                <a:sym typeface="+mn-ea"/>
              </a:rPr>
              <a:t>指令</a:t>
            </a:r>
            <a:r>
              <a:rPr lang="zh-CN" altLang="en-US" sz="2000" dirty="0">
                <a:latin typeface="微软雅黑" panose="020B0503020204020204" pitchFamily="34" charset="-122"/>
                <a:ea typeface="微软雅黑" panose="020B0503020204020204" pitchFamily="34" charset="-122"/>
                <a:sym typeface="+mn-ea"/>
              </a:rPr>
              <a:t>、</a:t>
            </a:r>
            <a:r>
              <a:rPr lang="zh-CN" altLang="en-US" sz="2000" b="1" dirty="0">
                <a:solidFill>
                  <a:schemeClr val="accent2"/>
                </a:solidFill>
                <a:latin typeface="微软雅黑" panose="020B0503020204020204" pitchFamily="34" charset="-122"/>
                <a:ea typeface="微软雅黑" panose="020B0503020204020204" pitchFamily="34" charset="-122"/>
                <a:sym typeface="+mn-ea"/>
              </a:rPr>
              <a:t>计算属性</a:t>
            </a:r>
            <a:r>
              <a:rPr lang="zh-CN" altLang="en-US" sz="2000" dirty="0">
                <a:latin typeface="微软雅黑" panose="020B0503020204020204" pitchFamily="34" charset="-122"/>
                <a:ea typeface="微软雅黑" panose="020B0503020204020204" pitchFamily="34" charset="-122"/>
                <a:sym typeface="+mn-ea"/>
              </a:rPr>
              <a:t>、</a:t>
            </a:r>
            <a:r>
              <a:rPr lang="zh-CN" altLang="en-US" sz="2000" b="1" dirty="0">
                <a:solidFill>
                  <a:schemeClr val="accent2"/>
                </a:solidFill>
                <a:latin typeface="微软雅黑" panose="020B0503020204020204" pitchFamily="34" charset="-122"/>
                <a:ea typeface="微软雅黑" panose="020B0503020204020204" pitchFamily="34" charset="-122"/>
                <a:sym typeface="+mn-ea"/>
              </a:rPr>
              <a:t>侦听器</a:t>
            </a:r>
            <a:r>
              <a:rPr lang="zh-CN" altLang="en-US" sz="2000" dirty="0">
                <a:latin typeface="微软雅黑" panose="020B0503020204020204" pitchFamily="34" charset="-122"/>
                <a:ea typeface="微软雅黑" panose="020B0503020204020204" pitchFamily="34" charset="-122"/>
                <a:sym typeface="+mn-ea"/>
              </a:rPr>
              <a:t>、</a:t>
            </a:r>
            <a:r>
              <a:rPr lang="en-US" altLang="zh-CN" sz="2000" b="1" dirty="0">
                <a:solidFill>
                  <a:schemeClr val="accent2"/>
                </a:solidFill>
                <a:latin typeface="微软雅黑" panose="020B0503020204020204" pitchFamily="34" charset="-122"/>
                <a:ea typeface="微软雅黑" panose="020B0503020204020204" pitchFamily="34" charset="-122"/>
                <a:sym typeface="+mn-ea"/>
              </a:rPr>
              <a:t>Class</a:t>
            </a:r>
            <a:r>
              <a:rPr lang="zh-CN" altLang="en-US" sz="2000" dirty="0">
                <a:latin typeface="微软雅黑" panose="020B0503020204020204" pitchFamily="34" charset="-122"/>
                <a:ea typeface="微软雅黑" panose="020B0503020204020204" pitchFamily="34" charset="-122"/>
                <a:sym typeface="+mn-ea"/>
              </a:rPr>
              <a:t>与</a:t>
            </a:r>
            <a:r>
              <a:rPr lang="en-US" altLang="zh-CN" sz="2000" b="1" dirty="0">
                <a:solidFill>
                  <a:schemeClr val="accent2"/>
                </a:solidFill>
                <a:latin typeface="微软雅黑" panose="020B0503020204020204" pitchFamily="34" charset="-122"/>
                <a:ea typeface="微软雅黑" panose="020B0503020204020204" pitchFamily="34" charset="-122"/>
                <a:sym typeface="+mn-ea"/>
              </a:rPr>
              <a:t>Style</a:t>
            </a:r>
            <a:r>
              <a:rPr lang="zh-CN" altLang="en-US" sz="2000" b="1" dirty="0">
                <a:solidFill>
                  <a:schemeClr val="accent2"/>
                </a:solidFill>
                <a:latin typeface="微软雅黑" panose="020B0503020204020204" pitchFamily="34" charset="-122"/>
                <a:ea typeface="微软雅黑" panose="020B0503020204020204" pitchFamily="34" charset="-122"/>
                <a:sym typeface="+mn-ea"/>
              </a:rPr>
              <a:t>绑定</a:t>
            </a:r>
            <a:r>
              <a:rPr lang="zh-CN" altLang="en-US" sz="2000" dirty="0">
                <a:latin typeface="微软雅黑" panose="020B0503020204020204" pitchFamily="34" charset="-122"/>
                <a:ea typeface="微软雅黑" panose="020B0503020204020204" pitchFamily="34" charset="-122"/>
                <a:sym typeface="+mn-ea"/>
              </a:rPr>
              <a:t>和</a:t>
            </a:r>
            <a:r>
              <a:rPr lang="zh-CN" altLang="en-US" sz="2000" b="1" dirty="0">
                <a:solidFill>
                  <a:schemeClr val="accent2"/>
                </a:solidFill>
                <a:latin typeface="微软雅黑" panose="020B0503020204020204" pitchFamily="34" charset="-122"/>
                <a:ea typeface="微软雅黑" panose="020B0503020204020204" pitchFamily="34" charset="-122"/>
                <a:sym typeface="+mn-ea"/>
              </a:rPr>
              <a:t>生命周期钩子</a:t>
            </a:r>
            <a:r>
              <a:rPr lang="zh-CN" altLang="en-US" sz="2000" dirty="0">
                <a:latin typeface="微软雅黑" panose="020B0503020204020204" pitchFamily="34" charset="-122"/>
                <a:ea typeface="微软雅黑" panose="020B0503020204020204" pitchFamily="34" charset="-122"/>
                <a:sym typeface="+mn-ea"/>
              </a:rPr>
              <a:t>，并通过一个实训项目将本章重点内容融会贯通，提升读者的综合实践能力。通过对本章内容的分析和讲解，读者能够掌握</a:t>
            </a:r>
            <a:r>
              <a:rPr lang="en-US" altLang="zh-CN" sz="2000" dirty="0">
                <a:latin typeface="微软雅黑" panose="020B0503020204020204" pitchFamily="34" charset="-122"/>
                <a:ea typeface="微软雅黑" panose="020B0503020204020204" pitchFamily="34" charset="-122"/>
                <a:sym typeface="+mn-ea"/>
              </a:rPr>
              <a:t>Vue</a:t>
            </a:r>
            <a:r>
              <a:rPr lang="zh-CN" altLang="en-US" sz="2000" dirty="0">
                <a:latin typeface="微软雅黑" panose="020B0503020204020204" pitchFamily="34" charset="-122"/>
                <a:ea typeface="微软雅黑" panose="020B0503020204020204" pitchFamily="34" charset="-122"/>
                <a:sym typeface="+mn-ea"/>
              </a:rPr>
              <a:t>的基本语法，在遵守语法规则的基础上编写出合乎逻辑、样式美观的页面，为后续的深入学习奠定基础。</a:t>
            </a:r>
            <a:endParaRPr sz="200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RlZDMwMjM5ZmE1MGVlOGRmOWIzYzdhZTk2NmYxZWUifQ=="/>
  <p:tag name="KSO_WPP_MARK_KEY" val="d299192c-2984-415b-a89d-d482fd249db3"/>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TABLE_ENDDRAG_ORIGIN_RECT" val="711*294"/>
  <p:tag name="TABLE_ENDDRAG_RECT" val="144*210*711*294"/>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TABLE_ENDDRAG_ORIGIN_RECT" val="599*164"/>
  <p:tag name="TABLE_ENDDRAG_RECT" val="144*270*599*164"/>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12530</Words>
  <Application>Microsoft Office PowerPoint</Application>
  <PresentationFormat>宽屏</PresentationFormat>
  <Paragraphs>1226</Paragraphs>
  <Slides>159</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159</vt:i4>
      </vt:variant>
    </vt:vector>
  </HeadingPairs>
  <TitlesOfParts>
    <vt:vector size="173" baseType="lpstr">
      <vt:lpstr>Neo Sans Std Medium</vt:lpstr>
      <vt:lpstr>等线</vt:lpstr>
      <vt:lpstr>等线 Light</vt:lpstr>
      <vt:lpstr>方正兰亭粗黑_GBK</vt:lpstr>
      <vt:lpstr>楷体</vt:lpstr>
      <vt:lpstr>思源黑体 CN Bold</vt:lpstr>
      <vt:lpstr>宋体</vt:lpstr>
      <vt:lpstr>微软雅黑</vt:lpstr>
      <vt:lpstr>Arial</vt:lpstr>
      <vt:lpstr>Calibri</vt:lpstr>
      <vt:lpstr>Impact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花总🍃</dc:creator>
  <cp:lastModifiedBy>cxw515</cp:lastModifiedBy>
  <cp:revision>972</cp:revision>
  <dcterms:created xsi:type="dcterms:W3CDTF">2022-01-24T05:39:00Z</dcterms:created>
  <dcterms:modified xsi:type="dcterms:W3CDTF">2026-09-15T02:18:35Z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9BFA305AD10C4C4C9C6C6471C46F2AE1</vt:lpwstr>
  </property>
  <property fmtid="{D5CDD505-2E9C-101B-9397-08002B2CF9AE}" pid="3" name="KSOProductBuildVer">
    <vt:lpwstr>2052-12.1.0.15712</vt:lpwstr>
  </property>
</Properties>
</file>